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312" r:id="rId3"/>
    <p:sldId id="313" r:id="rId4"/>
    <p:sldId id="314" r:id="rId5"/>
    <p:sldId id="315" r:id="rId7"/>
    <p:sldId id="316" r:id="rId8"/>
    <p:sldId id="368" r:id="rId9"/>
    <p:sldId id="317" r:id="rId10"/>
    <p:sldId id="318" r:id="rId11"/>
    <p:sldId id="319" r:id="rId12"/>
    <p:sldId id="320" r:id="rId13"/>
    <p:sldId id="321" r:id="rId14"/>
    <p:sldId id="322" r:id="rId15"/>
    <p:sldId id="423" r:id="rId16"/>
    <p:sldId id="422" r:id="rId17"/>
    <p:sldId id="369" r:id="rId18"/>
    <p:sldId id="323" r:id="rId19"/>
    <p:sldId id="324" r:id="rId20"/>
    <p:sldId id="325" r:id="rId21"/>
    <p:sldId id="326" r:id="rId22"/>
    <p:sldId id="327" r:id="rId23"/>
    <p:sldId id="329" r:id="rId24"/>
    <p:sldId id="424" r:id="rId25"/>
    <p:sldId id="330" r:id="rId26"/>
    <p:sldId id="331" r:id="rId27"/>
    <p:sldId id="332" r:id="rId28"/>
    <p:sldId id="333" r:id="rId29"/>
    <p:sldId id="334" r:id="rId30"/>
    <p:sldId id="335" r:id="rId31"/>
    <p:sldId id="336" r:id="rId32"/>
    <p:sldId id="337" r:id="rId33"/>
    <p:sldId id="339" r:id="rId34"/>
    <p:sldId id="340" r:id="rId35"/>
    <p:sldId id="341" r:id="rId36"/>
    <p:sldId id="342" r:id="rId37"/>
    <p:sldId id="343" r:id="rId38"/>
    <p:sldId id="344" r:id="rId39"/>
    <p:sldId id="345" r:id="rId40"/>
    <p:sldId id="347"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7" r:id="rId57"/>
  </p:sldIdLst>
  <p:sldSz cx="9144000" cy="6858000" type="screen4x3"/>
  <p:notesSz cx="6858000" cy="9144000"/>
  <p:custDataLst>
    <p:tags r:id="rId62"/>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dongyu" initial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959"/>
    <p:restoredTop sz="95827"/>
  </p:normalViewPr>
  <p:slideViewPr>
    <p:cSldViewPr snapToGrid="0" showGuides="1">
      <p:cViewPr varScale="1">
        <p:scale>
          <a:sx n="105" d="100"/>
          <a:sy n="105" d="100"/>
        </p:scale>
        <p:origin x="-1194" y="-96"/>
      </p:cViewPr>
      <p:guideLst>
        <p:guide orient="horz" pos="2160"/>
        <p:guide pos="28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gs" Target="tags/tag6.xml"/><Relationship Id="rId61" Type="http://schemas.openxmlformats.org/officeDocument/2006/relationships/commentAuthors" Target="commentAuthors.xml"/><Relationship Id="rId60" Type="http://schemas.openxmlformats.org/officeDocument/2006/relationships/tableStyles" Target="tableStyles.xml"/><Relationship Id="rId6" Type="http://schemas.openxmlformats.org/officeDocument/2006/relationships/notesMaster" Target="notesMasters/notesMaster1.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1-14T17:36:25.022" idx="1">
    <p:pos x="10" y="10"/>
    <p:text>h 
t
​
  表示在第 
𝑡
t 轮迭代中训练得到的弱分类器。它是通过一个给定的基础学习算法 
𝐿
L 生成的分类器，该分类器使用当前的样本权重分布 
𝐷
𝑡
D 
t
​
  进行训练。
具体来说，
ℎ
𝑡
(
𝑥
)
h 
t
​
 (x) 是一个函数，对于输入 
𝑥
x，它会输出一个分类结果（通常是 
±
1
±1），表示对该样本的预测类别。算法的每一轮都会基于前一轮的样本分布权重，得到一个新的弱分类器 
ℎ
𝑡
h 
t
​
 ，并最终通过加权组合这些弱分类器的输出，形成最终的强分类器。</p:text>
  </p:cm>
</p:cmLst>
</file>

<file path=ppt/drawings/_rels/vmlDrawing1.vml.rels><?xml version="1.0" encoding="UTF-8" standalone="yes"?>
<Relationships xmlns="http://schemas.openxmlformats.org/package/2006/relationships"><Relationship Id="rId7" Type="http://schemas.openxmlformats.org/officeDocument/2006/relationships/image" Target="../media/image55.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E19D8C2E-17D0-C94A-B7DD-D23E6C46CB48}" type="datetimeFigureOut">
              <a:rPr kumimoji="1" lang="zh-CN" altLang="en-US" sz="1200" b="0" i="0" u="none" strike="noStrike" kern="1200" cap="none" spc="0" normalizeH="0" baseline="0" noProof="0" smtClean="0">
                <a:ln>
                  <a:noFill/>
                </a:ln>
                <a:solidFill>
                  <a:schemeClr val="tx1"/>
                </a:solidFill>
                <a:effectLst/>
                <a:uLnTx/>
                <a:uFillTx/>
                <a:latin typeface="+mn-lt"/>
                <a:ea typeface="+mn-ea"/>
                <a:cs typeface="+mn-cs"/>
              </a:rPr>
            </a:fld>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二级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三级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四级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五级</a:t>
            </a:r>
            <a:endParaRPr kumimoji="1"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幻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幻灯片图像占位符 1"/>
          <p:cNvSpPr>
            <a:spLocks noGrp="1" noRot="1" noChangeAspect="1" noTextEdit="1"/>
          </p:cNvSpPr>
          <p:nvPr>
            <p:ph type="sldImg"/>
          </p:nvPr>
        </p:nvSpPr>
        <p:spPr>
          <a:ln>
            <a:solidFill>
              <a:srgbClr val="000000"/>
            </a:solidFill>
            <a:miter/>
          </a:ln>
        </p:spPr>
      </p:sp>
      <p:sp>
        <p:nvSpPr>
          <p:cNvPr id="58371"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endParaRPr lang="zh-CN" altLang="en-US" dirty="0"/>
          </a:p>
        </p:txBody>
      </p:sp>
      <p:sp>
        <p:nvSpPr>
          <p:cNvPr id="583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a:ln>
            <a:solidFill>
              <a:srgbClr val="000000"/>
            </a:solidFill>
            <a:miter/>
          </a:ln>
        </p:spPr>
      </p:sp>
      <p:sp>
        <p:nvSpPr>
          <p:cNvPr id="59395"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endParaRPr lang="zh-CN" altLang="en-US" dirty="0"/>
          </a:p>
        </p:txBody>
      </p:sp>
      <p:sp>
        <p:nvSpPr>
          <p:cNvPr id="593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a:ln>
            <a:solidFill>
              <a:srgbClr val="000000"/>
            </a:solidFill>
            <a:miter/>
          </a:ln>
        </p:spPr>
      </p:sp>
      <p:sp>
        <p:nvSpPr>
          <p:cNvPr id="60419"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r>
              <a:rPr lang="zh-CN" altLang="en-US" dirty="0"/>
              <a:t>假设基分类器的错误率相互独立  不可能  准确性和多样性本身就存在冲突</a:t>
            </a:r>
            <a:endParaRPr lang="en-US" altLang="zh-CN" dirty="0"/>
          </a:p>
          <a:p>
            <a:pPr lvl="0">
              <a:spcBef>
                <a:spcPct val="0"/>
              </a:spcBef>
            </a:pPr>
            <a:endParaRPr lang="en-US" altLang="zh-CN" dirty="0"/>
          </a:p>
          <a:p>
            <a:pPr lvl="0">
              <a:spcBef>
                <a:spcPct val="0"/>
              </a:spcBef>
            </a:pPr>
            <a:r>
              <a:rPr lang="zh-CN" altLang="en-US" dirty="0"/>
              <a:t>根据个体学习器的生成方式 目前有两大类，</a:t>
            </a:r>
            <a:endParaRPr lang="en-US" altLang="zh-CN" dirty="0"/>
          </a:p>
          <a:p>
            <a:pPr lvl="0">
              <a:spcBef>
                <a:spcPct val="0"/>
              </a:spcBef>
            </a:pPr>
            <a:r>
              <a:rPr lang="zh-CN" altLang="en-US" dirty="0"/>
              <a:t>个体学习器存在强依赖关系，必须串行生成的序列化方法，</a:t>
            </a:r>
            <a:r>
              <a:rPr lang="en-US" altLang="zh-CN" dirty="0"/>
              <a:t>boosting</a:t>
            </a:r>
            <a:endParaRPr lang="en-US" altLang="zh-CN" dirty="0"/>
          </a:p>
          <a:p>
            <a:pPr lvl="0">
              <a:spcBef>
                <a:spcPct val="0"/>
              </a:spcBef>
            </a:pPr>
            <a:r>
              <a:rPr lang="zh-CN" altLang="en-US" dirty="0"/>
              <a:t>个体学习器不存在强依赖关系，必须并行生成的方法，</a:t>
            </a:r>
            <a:r>
              <a:rPr lang="en-US" altLang="zh-CN" dirty="0"/>
              <a:t>bagging rf</a:t>
            </a:r>
            <a:endParaRPr lang="en-US" altLang="zh-CN" dirty="0"/>
          </a:p>
          <a:p>
            <a:pPr lvl="0">
              <a:spcBef>
                <a:spcPct val="0"/>
              </a:spcBef>
            </a:pPr>
            <a:endParaRPr lang="zh-CN" altLang="en-US" dirty="0"/>
          </a:p>
        </p:txBody>
      </p:sp>
      <p:sp>
        <p:nvSpPr>
          <p:cNvPr id="6042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a:ln>
            <a:solidFill>
              <a:srgbClr val="000000"/>
            </a:solidFill>
            <a:miter/>
          </a:ln>
        </p:spPr>
      </p:sp>
      <p:sp>
        <p:nvSpPr>
          <p:cNvPr id="61443"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r>
              <a:rPr lang="zh-CN" altLang="en-US" dirty="0"/>
              <a:t>假设基分类器的错误率相互独立  不可能  准确性和多样性本身就存在冲突</a:t>
            </a:r>
            <a:endParaRPr lang="en-US" altLang="zh-CN" dirty="0"/>
          </a:p>
          <a:p>
            <a:pPr lvl="0">
              <a:spcBef>
                <a:spcPct val="0"/>
              </a:spcBef>
            </a:pPr>
            <a:endParaRPr lang="en-US" altLang="zh-CN" dirty="0"/>
          </a:p>
          <a:p>
            <a:pPr lvl="0">
              <a:spcBef>
                <a:spcPct val="0"/>
              </a:spcBef>
            </a:pPr>
            <a:r>
              <a:rPr lang="zh-CN" altLang="en-US" dirty="0"/>
              <a:t>根据个体学习器的生成方式 目前有两大类，</a:t>
            </a:r>
            <a:endParaRPr lang="en-US" altLang="zh-CN" dirty="0"/>
          </a:p>
          <a:p>
            <a:pPr lvl="0">
              <a:spcBef>
                <a:spcPct val="0"/>
              </a:spcBef>
            </a:pPr>
            <a:r>
              <a:rPr lang="zh-CN" altLang="en-US" dirty="0"/>
              <a:t>个体学习器存在强依赖关系，必须串行生成的序列化方法，</a:t>
            </a:r>
            <a:r>
              <a:rPr lang="en-US" altLang="zh-CN" dirty="0"/>
              <a:t>boosting</a:t>
            </a:r>
            <a:endParaRPr lang="en-US" altLang="zh-CN" dirty="0"/>
          </a:p>
          <a:p>
            <a:pPr lvl="0">
              <a:spcBef>
                <a:spcPct val="0"/>
              </a:spcBef>
            </a:pPr>
            <a:r>
              <a:rPr lang="zh-CN" altLang="en-US" dirty="0"/>
              <a:t>个体学习器不存在强依赖关系，必须并行生成的方法，</a:t>
            </a:r>
            <a:r>
              <a:rPr lang="en-US" altLang="zh-CN" dirty="0"/>
              <a:t>bagging rf</a:t>
            </a:r>
            <a:endParaRPr lang="en-US" altLang="zh-CN" dirty="0"/>
          </a:p>
          <a:p>
            <a:pPr lvl="0">
              <a:spcBef>
                <a:spcPct val="0"/>
              </a:spcBef>
            </a:pPr>
            <a:endParaRPr lang="zh-CN" altLang="en-US" dirty="0"/>
          </a:p>
        </p:txBody>
      </p:sp>
      <p:sp>
        <p:nvSpPr>
          <p:cNvPr id="614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a:ln>
            <a:solidFill>
              <a:srgbClr val="000000"/>
            </a:solidFill>
            <a:miter/>
          </a:ln>
        </p:spPr>
      </p:sp>
      <p:sp>
        <p:nvSpPr>
          <p:cNvPr id="62467"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6246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a:ln>
            <a:solidFill>
              <a:srgbClr val="000000"/>
            </a:solidFill>
            <a:miter/>
          </a:ln>
        </p:spPr>
      </p:sp>
      <p:sp>
        <p:nvSpPr>
          <p:cNvPr id="63491"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6349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a:ln>
            <a:solidFill>
              <a:srgbClr val="000000"/>
            </a:solidFill>
            <a:miter/>
          </a:ln>
        </p:spPr>
      </p:sp>
      <p:sp>
        <p:nvSpPr>
          <p:cNvPr id="64515"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在AdaBoost算法中，\( h_t \) 表示在第 \( t \) 轮迭代中训练得到的**弱分类器**。它是通过一个给定的基础学习算法 \(\mathcal{L}\) 生成的分类器，该分类器使用当前的样本权重分布 \(\mathcal{D}_t\) 进行训练。 </a:t>
            </a:r>
            <a:endParaRPr lang="zh-CN" altLang="en-US" dirty="0"/>
          </a:p>
          <a:p>
            <a:pPr lvl="0">
              <a:spcBef>
                <a:spcPct val="0"/>
              </a:spcBef>
            </a:pPr>
            <a:endParaRPr lang="zh-CN" altLang="en-US" dirty="0"/>
          </a:p>
          <a:p>
            <a:pPr lvl="0">
              <a:spcBef>
                <a:spcPct val="0"/>
              </a:spcBef>
            </a:pPr>
            <a:r>
              <a:rPr lang="zh-CN" altLang="en-US" dirty="0"/>
              <a:t>具体来说，\( h_t(x) \) 是一个函数，对于输入 \( x \)，它会输出一个分类结果（通常是 \(\pm1\)），表示对该样本的预测类别。算法的每一轮都会基于前一轮的样本分布权重，得到一个新的弱分类器 \( h_t \)，并最终通过加权组合这些弱分类器的输出，形成最终的强分类器。</a:t>
            </a:r>
            <a:endParaRPr lang="zh-CN" altLang="en-US" dirty="0"/>
          </a:p>
          <a:p>
            <a:pPr lvl="0">
              <a:spcBef>
                <a:spcPct val="0"/>
              </a:spcBef>
            </a:pPr>
            <a:endParaRPr lang="zh-CN" altLang="en-US" dirty="0"/>
          </a:p>
          <a:p>
            <a:pPr lvl="0">
              <a:spcBef>
                <a:spcPct val="0"/>
              </a:spcBef>
            </a:pPr>
            <a:endParaRPr lang="zh-CN" altLang="en-US" dirty="0"/>
          </a:p>
          <a:p>
            <a:pPr lvl="0">
              <a:spcBef>
                <a:spcPct val="0"/>
              </a:spcBef>
            </a:pPr>
            <a:endParaRPr lang="zh-CN" altLang="en-US" dirty="0"/>
          </a:p>
          <a:p>
            <a:pPr lvl="0">
              <a:spcBef>
                <a:spcPct val="0"/>
              </a:spcBef>
            </a:pPr>
            <a:r>
              <a:rPr lang="zh-CN" altLang="en-US" dirty="0"/>
              <a:t>在AdaBoost算法的第1步中，\(\mathcal{D}_1(x) = \frac{1}{m}\) 表示初始权重分布的设置。这里的 \(m\) 是训练样本的数量。 </a:t>
            </a:r>
            <a:endParaRPr lang="zh-CN" altLang="en-US" dirty="0"/>
          </a:p>
          <a:p>
            <a:pPr lvl="0">
              <a:spcBef>
                <a:spcPct val="0"/>
              </a:spcBef>
            </a:pPr>
            <a:endParaRPr lang="zh-CN" altLang="en-US" dirty="0"/>
          </a:p>
          <a:p>
            <a:pPr lvl="0">
              <a:spcBef>
                <a:spcPct val="0"/>
              </a:spcBef>
            </a:pPr>
            <a:r>
              <a:rPr lang="zh-CN" altLang="en-US" dirty="0"/>
              <a:t>具体来说，\(\mathcal{D}_1(x)\) 是一个权重分布，初始时对每一个训练样本分配相同的权重，即每个样本的权重为 \(\frac{1}{m}\)。这一步的目的是在第一轮迭代时，所有样本对弱分类器的学习贡献是均等的，确保算法初始阶段没有偏向任何特定样本。</a:t>
            </a:r>
            <a:endParaRPr lang="zh-CN" altLang="en-US" dirty="0"/>
          </a:p>
        </p:txBody>
      </p:sp>
      <p:sp>
        <p:nvSpPr>
          <p:cNvPr id="6451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幻灯片图像占位符 1"/>
          <p:cNvSpPr>
            <a:spLocks noGrp="1" noRot="1" noChangeAspect="1" noTextEdit="1"/>
          </p:cNvSpPr>
          <p:nvPr>
            <p:ph type="sldImg"/>
          </p:nvPr>
        </p:nvSpPr>
        <p:spPr>
          <a:ln>
            <a:solidFill>
              <a:srgbClr val="000000"/>
            </a:solidFill>
            <a:miter/>
          </a:ln>
        </p:spPr>
      </p:sp>
      <p:sp>
        <p:nvSpPr>
          <p:cNvPr id="65539" name="备注占位符 2"/>
          <p:cNvSpPr>
            <a:spLocks noGrp="1"/>
          </p:cNvSpPr>
          <p:nvPr>
            <p:ph type="body" idx="1"/>
          </p:nvPr>
        </p:nvSpPr>
        <p:spPr>
          <a:noFill/>
          <a:ln>
            <a:noFill/>
          </a:ln>
        </p:spPr>
        <p:txBody>
          <a:bodyPr wrap="square" lIns="91440" tIns="45720" rIns="91440" bIns="45720" anchor="t" anchorCtr="0"/>
          <a:p>
            <a:pPr lvl="0">
              <a:spcBef>
                <a:spcPct val="0"/>
              </a:spcBef>
            </a:pPr>
            <a:r>
              <a:rPr lang="en-US" altLang="zh-CN" dirty="0"/>
              <a:t>Adaboost</a:t>
            </a:r>
            <a:r>
              <a:rPr lang="zh-CN" altLang="en-US" dirty="0"/>
              <a:t>有多种推导方式 比较容易理解的是基于   加性模型   来  最小化   指数损失函数</a:t>
            </a:r>
            <a:endParaRPr lang="zh-CN" altLang="en-US" dirty="0"/>
          </a:p>
        </p:txBody>
      </p:sp>
      <p:sp>
        <p:nvSpPr>
          <p:cNvPr id="655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幻灯片图像占位符 1"/>
          <p:cNvSpPr>
            <a:spLocks noGrp="1" noRot="1" noChangeAspect="1" noTextEdit="1"/>
          </p:cNvSpPr>
          <p:nvPr>
            <p:ph type="sldImg"/>
          </p:nvPr>
        </p:nvSpPr>
        <p:spPr>
          <a:ln>
            <a:solidFill>
              <a:srgbClr val="000000"/>
            </a:solidFill>
            <a:miter/>
          </a:ln>
        </p:spPr>
      </p:sp>
      <p:sp>
        <p:nvSpPr>
          <p:cNvPr id="66563" name="备注占位符 2"/>
          <p:cNvSpPr>
            <a:spLocks noGrp="1"/>
          </p:cNvSpPr>
          <p:nvPr>
            <p:ph type="body" idx="1"/>
          </p:nvPr>
        </p:nvSpPr>
        <p:spPr>
          <a:noFill/>
          <a:ln>
            <a:noFill/>
          </a:ln>
        </p:spPr>
        <p:txBody>
          <a:bodyPr wrap="square" lIns="91440" tIns="45720" rIns="91440" bIns="45720" anchor="t" anchorCtr="0"/>
          <a:p>
            <a:pPr lvl="0">
              <a:spcBef>
                <a:spcPct val="0"/>
              </a:spcBef>
            </a:pPr>
            <a:r>
              <a:rPr lang="en-US" altLang="zh-CN" dirty="0"/>
              <a:t>Adaboost</a:t>
            </a:r>
            <a:r>
              <a:rPr lang="zh-CN" altLang="en-US" dirty="0"/>
              <a:t>有多种推导方式 比较容易理解的是基于   加性模型   来  最小化   指数损失函数</a:t>
            </a:r>
            <a:endParaRPr lang="zh-CN" altLang="en-US" dirty="0"/>
          </a:p>
        </p:txBody>
      </p:sp>
      <p:sp>
        <p:nvSpPr>
          <p:cNvPr id="665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幻灯片图像占位符 1"/>
          <p:cNvSpPr>
            <a:spLocks noGrp="1" noRot="1" noChangeAspect="1" noTextEdit="1"/>
          </p:cNvSpPr>
          <p:nvPr>
            <p:ph type="sldImg"/>
          </p:nvPr>
        </p:nvSpPr>
        <p:spPr>
          <a:ln>
            <a:solidFill>
              <a:srgbClr val="000000"/>
            </a:solidFill>
            <a:miter/>
          </a:ln>
        </p:spPr>
      </p:sp>
      <p:sp>
        <p:nvSpPr>
          <p:cNvPr id="66563" name="备注占位符 2"/>
          <p:cNvSpPr>
            <a:spLocks noGrp="1"/>
          </p:cNvSpPr>
          <p:nvPr>
            <p:ph type="body" idx="1"/>
          </p:nvPr>
        </p:nvSpPr>
        <p:spPr>
          <a:noFill/>
          <a:ln>
            <a:noFill/>
          </a:ln>
        </p:spPr>
        <p:txBody>
          <a:bodyPr wrap="square" lIns="91440" tIns="45720" rIns="91440" bIns="45720" anchor="t" anchorCtr="0"/>
          <a:p>
            <a:pPr lvl="0">
              <a:spcBef>
                <a:spcPct val="0"/>
              </a:spcBef>
            </a:pPr>
            <a:r>
              <a:rPr lang="en-US" altLang="zh-CN" dirty="0"/>
              <a:t>Adaboost</a:t>
            </a:r>
            <a:r>
              <a:rPr lang="zh-CN" altLang="en-US" dirty="0"/>
              <a:t>有多种推导方式 比较容易理解的是基于   加性模型   来  最小化   指数损失函数</a:t>
            </a:r>
            <a:endParaRPr lang="zh-CN" altLang="en-US" dirty="0"/>
          </a:p>
        </p:txBody>
      </p:sp>
      <p:sp>
        <p:nvSpPr>
          <p:cNvPr id="665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幻灯片图像占位符 1"/>
          <p:cNvSpPr>
            <a:spLocks noGrp="1" noRot="1" noChangeAspect="1" noTextEdit="1"/>
          </p:cNvSpPr>
          <p:nvPr>
            <p:ph type="sldImg"/>
          </p:nvPr>
        </p:nvSpPr>
        <p:spPr>
          <a:ln>
            <a:solidFill>
              <a:srgbClr val="000000"/>
            </a:solidFill>
            <a:miter/>
          </a:ln>
        </p:spPr>
      </p:sp>
      <p:sp>
        <p:nvSpPr>
          <p:cNvPr id="67587"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样本分布的更新公式 见书本</a:t>
            </a:r>
            <a:endParaRPr lang="zh-CN" altLang="en-US" dirty="0"/>
          </a:p>
        </p:txBody>
      </p:sp>
      <p:sp>
        <p:nvSpPr>
          <p:cNvPr id="6758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幻灯片图像占位符 1"/>
          <p:cNvSpPr>
            <a:spLocks noGrp="1" noRot="1" noChangeAspect="1" noTextEdit="1"/>
          </p:cNvSpPr>
          <p:nvPr>
            <p:ph type="sldImg"/>
          </p:nvPr>
        </p:nvSpPr>
        <p:spPr>
          <a:ln>
            <a:solidFill>
              <a:srgbClr val="000000"/>
            </a:solidFill>
            <a:miter/>
          </a:ln>
        </p:spPr>
      </p:sp>
      <p:sp>
        <p:nvSpPr>
          <p:cNvPr id="68611"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样本分布的更新公式 见书本</a:t>
            </a:r>
            <a:endParaRPr lang="zh-CN" altLang="en-US" dirty="0"/>
          </a:p>
        </p:txBody>
      </p:sp>
      <p:sp>
        <p:nvSpPr>
          <p:cNvPr id="6861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幻灯片图像占位符 1"/>
          <p:cNvSpPr>
            <a:spLocks noGrp="1" noRot="1" noChangeAspect="1" noTextEdit="1"/>
          </p:cNvSpPr>
          <p:nvPr>
            <p:ph type="sldImg"/>
          </p:nvPr>
        </p:nvSpPr>
        <p:spPr>
          <a:ln>
            <a:solidFill>
              <a:srgbClr val="000000"/>
            </a:solidFill>
            <a:miter/>
          </a:ln>
        </p:spPr>
      </p:sp>
      <p:sp>
        <p:nvSpPr>
          <p:cNvPr id="69635"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样本分布的更新公式 见书本</a:t>
            </a:r>
            <a:endParaRPr lang="zh-CN" altLang="en-US" dirty="0"/>
          </a:p>
        </p:txBody>
      </p:sp>
      <p:sp>
        <p:nvSpPr>
          <p:cNvPr id="6963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ln>
            <a:solidFill>
              <a:srgbClr val="000000"/>
            </a:solidFill>
            <a:miter/>
          </a:ln>
        </p:spPr>
      </p:sp>
      <p:sp>
        <p:nvSpPr>
          <p:cNvPr id="70659"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样本分布的更新公式 见书本</a:t>
            </a:r>
            <a:endParaRPr lang="zh-CN" altLang="en-US" dirty="0"/>
          </a:p>
        </p:txBody>
      </p:sp>
      <p:sp>
        <p:nvSpPr>
          <p:cNvPr id="7066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a:ln>
            <a:solidFill>
              <a:srgbClr val="000000"/>
            </a:solidFill>
            <a:miter/>
          </a:ln>
        </p:spPr>
      </p:sp>
      <p:sp>
        <p:nvSpPr>
          <p:cNvPr id="71683"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样本分布的更新公式 见书本</a:t>
            </a:r>
            <a:endParaRPr lang="zh-CN" altLang="en-US" dirty="0"/>
          </a:p>
        </p:txBody>
      </p:sp>
      <p:sp>
        <p:nvSpPr>
          <p:cNvPr id="7168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a:solidFill>
              <a:srgbClr val="000000"/>
            </a:solidFill>
            <a:miter/>
          </a:ln>
        </p:spPr>
      </p:sp>
      <p:sp>
        <p:nvSpPr>
          <p:cNvPr id="72707"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endParaRPr lang="en-US" altLang="zh-CN" dirty="0"/>
          </a:p>
          <a:p>
            <a:pPr lvl="0">
              <a:spcBef>
                <a:spcPct val="0"/>
              </a:spcBef>
            </a:pPr>
            <a:r>
              <a:rPr lang="zh-CN" altLang="en-US" dirty="0"/>
              <a:t>对于无法接受重赋权法的学习器 可以 用重采样法</a:t>
            </a:r>
            <a:endParaRPr lang="en-US" altLang="zh-CN" dirty="0"/>
          </a:p>
          <a:p>
            <a:pPr lvl="0">
              <a:spcBef>
                <a:spcPct val="0"/>
              </a:spcBef>
            </a:pPr>
            <a:r>
              <a:rPr lang="zh-CN" altLang="en-US" dirty="0"/>
              <a:t>这两种做法没有明显优劣</a:t>
            </a:r>
            <a:endParaRPr lang="en-US" altLang="zh-CN" dirty="0"/>
          </a:p>
          <a:p>
            <a:pPr lvl="0">
              <a:spcBef>
                <a:spcPct val="0"/>
              </a:spcBef>
            </a:pPr>
            <a:endParaRPr lang="en-US" altLang="zh-CN" dirty="0"/>
          </a:p>
          <a:p>
            <a:pPr lvl="0">
              <a:spcBef>
                <a:spcPct val="0"/>
              </a:spcBef>
            </a:pPr>
            <a:r>
              <a:rPr lang="zh-CN" altLang="en-US" dirty="0"/>
              <a:t>每一轮要检查是否满足基本条件，重启动</a:t>
            </a:r>
            <a:endParaRPr lang="en-US" altLang="zh-CN" dirty="0"/>
          </a:p>
          <a:p>
            <a:pPr lvl="0">
              <a:spcBef>
                <a:spcPct val="0"/>
              </a:spcBef>
            </a:pPr>
            <a:endParaRPr lang="zh-CN" altLang="en-US" dirty="0"/>
          </a:p>
        </p:txBody>
      </p:sp>
      <p:sp>
        <p:nvSpPr>
          <p:cNvPr id="72708"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a:solidFill>
              <a:srgbClr val="000000"/>
            </a:solidFill>
            <a:miter/>
          </a:ln>
        </p:spPr>
      </p:sp>
      <p:sp>
        <p:nvSpPr>
          <p:cNvPr id="72707"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endParaRPr lang="en-US" altLang="zh-CN" dirty="0"/>
          </a:p>
          <a:p>
            <a:pPr lvl="0">
              <a:spcBef>
                <a:spcPct val="0"/>
              </a:spcBef>
            </a:pPr>
            <a:r>
              <a:rPr lang="zh-CN" altLang="en-US" dirty="0"/>
              <a:t>对于无法接受重赋权法的学习器 可以 用重采样法</a:t>
            </a:r>
            <a:endParaRPr lang="en-US" altLang="zh-CN" dirty="0"/>
          </a:p>
          <a:p>
            <a:pPr lvl="0">
              <a:spcBef>
                <a:spcPct val="0"/>
              </a:spcBef>
            </a:pPr>
            <a:r>
              <a:rPr lang="zh-CN" altLang="en-US" dirty="0"/>
              <a:t>这两种做法没有明显优劣</a:t>
            </a:r>
            <a:endParaRPr lang="en-US" altLang="zh-CN" dirty="0"/>
          </a:p>
          <a:p>
            <a:pPr lvl="0">
              <a:spcBef>
                <a:spcPct val="0"/>
              </a:spcBef>
            </a:pPr>
            <a:endParaRPr lang="en-US" altLang="zh-CN" dirty="0"/>
          </a:p>
          <a:p>
            <a:pPr lvl="0">
              <a:spcBef>
                <a:spcPct val="0"/>
              </a:spcBef>
            </a:pPr>
            <a:r>
              <a:rPr lang="zh-CN" altLang="en-US" dirty="0"/>
              <a:t>每一轮要检查是否满足基本条件，重启动</a:t>
            </a:r>
            <a:endParaRPr lang="en-US" altLang="zh-CN" dirty="0"/>
          </a:p>
          <a:p>
            <a:pPr lvl="0">
              <a:spcBef>
                <a:spcPct val="0"/>
              </a:spcBef>
            </a:pPr>
            <a:endParaRPr lang="zh-CN" altLang="en-US" dirty="0"/>
          </a:p>
        </p:txBody>
      </p:sp>
      <p:sp>
        <p:nvSpPr>
          <p:cNvPr id="72708" name="幻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幻灯片图像占位符 1"/>
          <p:cNvSpPr>
            <a:spLocks noGrp="1" noRot="1" noChangeAspect="1" noTextEdit="1"/>
          </p:cNvSpPr>
          <p:nvPr>
            <p:ph type="sldImg"/>
          </p:nvPr>
        </p:nvSpPr>
        <p:spPr>
          <a:ln>
            <a:solidFill>
              <a:srgbClr val="000000"/>
            </a:solidFill>
            <a:miter/>
          </a:ln>
        </p:spPr>
      </p:sp>
      <p:sp>
        <p:nvSpPr>
          <p:cNvPr id="73731"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r>
              <a:rPr lang="zh-CN" altLang="en-US" dirty="0"/>
              <a:t>从偏差</a:t>
            </a:r>
            <a:r>
              <a:rPr lang="en-US" altLang="zh-CN" dirty="0"/>
              <a:t>-</a:t>
            </a:r>
            <a:r>
              <a:rPr lang="zh-CN" altLang="en-US" dirty="0"/>
              <a:t>方差的角度：降低偏差，可对泛化性能相当弱的学习器构造出很强的集成  决策树桩  </a:t>
            </a:r>
            <a:r>
              <a:rPr lang="en-US" altLang="zh-CN" dirty="0"/>
              <a:t>GBDT</a:t>
            </a:r>
            <a:endParaRPr lang="en-US" altLang="zh-CN" dirty="0"/>
          </a:p>
        </p:txBody>
      </p:sp>
      <p:sp>
        <p:nvSpPr>
          <p:cNvPr id="7373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幻灯片图像占位符 1"/>
          <p:cNvSpPr>
            <a:spLocks noGrp="1" noRot="1" noChangeAspect="1" noTextEdit="1"/>
          </p:cNvSpPr>
          <p:nvPr>
            <p:ph type="sldImg"/>
          </p:nvPr>
        </p:nvSpPr>
        <p:spPr>
          <a:ln>
            <a:solidFill>
              <a:srgbClr val="000000"/>
            </a:solidFill>
            <a:miter/>
          </a:ln>
        </p:spPr>
      </p:sp>
      <p:sp>
        <p:nvSpPr>
          <p:cNvPr id="74755"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7475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幻灯片图像占位符 1"/>
          <p:cNvSpPr>
            <a:spLocks noGrp="1" noRot="1" noChangeAspect="1" noTextEdit="1"/>
          </p:cNvSpPr>
          <p:nvPr>
            <p:ph type="sldImg"/>
          </p:nvPr>
        </p:nvSpPr>
        <p:spPr>
          <a:ln>
            <a:solidFill>
              <a:srgbClr val="000000"/>
            </a:solidFill>
            <a:miter/>
          </a:ln>
        </p:spPr>
      </p:sp>
      <p:sp>
        <p:nvSpPr>
          <p:cNvPr id="75779"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7578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幻灯片图像占位符 1"/>
          <p:cNvSpPr>
            <a:spLocks noGrp="1" noRot="1" noChangeAspect="1" noTextEdit="1"/>
          </p:cNvSpPr>
          <p:nvPr>
            <p:ph type="sldImg"/>
          </p:nvPr>
        </p:nvSpPr>
        <p:spPr>
          <a:ln>
            <a:solidFill>
              <a:srgbClr val="000000"/>
            </a:solidFill>
            <a:miter/>
          </a:ln>
        </p:spPr>
      </p:sp>
      <p:sp>
        <p:nvSpPr>
          <p:cNvPr id="76803"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从偏差</a:t>
            </a:r>
            <a:r>
              <a:rPr lang="en-US" altLang="zh-CN" dirty="0"/>
              <a:t>-</a:t>
            </a:r>
            <a:r>
              <a:rPr lang="zh-CN" altLang="en-US" dirty="0"/>
              <a:t>方差的角度：降低方差</a:t>
            </a:r>
            <a:endParaRPr lang="zh-CN" altLang="en-US" dirty="0"/>
          </a:p>
          <a:p>
            <a:pPr lvl="0">
              <a:spcBef>
                <a:spcPct val="0"/>
              </a:spcBef>
            </a:pPr>
            <a:r>
              <a:rPr lang="zh-CN" altLang="en-US" dirty="0"/>
              <a:t>在不剪枝的决策树、神经网络等易受样本影响的学习器上效果更好</a:t>
            </a:r>
            <a:endParaRPr lang="zh-CN" altLang="en-US" dirty="0"/>
          </a:p>
        </p:txBody>
      </p:sp>
      <p:sp>
        <p:nvSpPr>
          <p:cNvPr id="7680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幻灯片图像占位符 1"/>
          <p:cNvSpPr>
            <a:spLocks noGrp="1" noRot="1" noChangeAspect="1" noTextEdit="1"/>
          </p:cNvSpPr>
          <p:nvPr>
            <p:ph type="sldImg"/>
          </p:nvPr>
        </p:nvSpPr>
        <p:spPr>
          <a:ln>
            <a:solidFill>
              <a:srgbClr val="000000"/>
            </a:solidFill>
            <a:miter/>
          </a:ln>
        </p:spPr>
      </p:sp>
      <p:sp>
        <p:nvSpPr>
          <p:cNvPr id="77827"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红色：集成</a:t>
            </a:r>
            <a:endParaRPr lang="en-US" altLang="zh-CN" dirty="0"/>
          </a:p>
          <a:p>
            <a:pPr lvl="0">
              <a:spcBef>
                <a:spcPct val="0"/>
              </a:spcBef>
            </a:pPr>
            <a:r>
              <a:rPr lang="zh-CN" altLang="en-US" dirty="0"/>
              <a:t>黑色：基学习器的分类边界</a:t>
            </a:r>
            <a:endParaRPr lang="zh-CN" altLang="en-US" dirty="0"/>
          </a:p>
        </p:txBody>
      </p:sp>
      <p:sp>
        <p:nvSpPr>
          <p:cNvPr id="7782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幻灯片图像占位符 1"/>
          <p:cNvSpPr>
            <a:spLocks noGrp="1" noRot="1" noChangeAspect="1" noTextEdit="1"/>
          </p:cNvSpPr>
          <p:nvPr>
            <p:ph type="sldImg"/>
          </p:nvPr>
        </p:nvSpPr>
        <p:spPr>
          <a:ln>
            <a:solidFill>
              <a:srgbClr val="000000"/>
            </a:solidFill>
            <a:miter/>
          </a:ln>
        </p:spPr>
      </p:sp>
      <p:sp>
        <p:nvSpPr>
          <p:cNvPr id="78851" name="备注占位符 2"/>
          <p:cNvSpPr>
            <a:spLocks noGrp="1"/>
          </p:cNvSpPr>
          <p:nvPr>
            <p:ph type="body" idx="1"/>
          </p:nvPr>
        </p:nvSpPr>
        <p:spPr>
          <a:noFill/>
          <a:ln>
            <a:noFill/>
          </a:ln>
        </p:spPr>
        <p:txBody>
          <a:bodyPr wrap="square" lIns="91440" tIns="45720" rIns="91440" bIns="45720" anchor="t" anchorCtr="0"/>
          <a:p>
            <a:pPr lvl="0">
              <a:spcBef>
                <a:spcPct val="0"/>
              </a:spcBef>
            </a:pPr>
            <a:r>
              <a:rPr lang="en-US" altLang="zh-CN" dirty="0"/>
              <a:t>Log 2 d</a:t>
            </a:r>
            <a:endParaRPr lang="zh-CN" altLang="en-US" dirty="0"/>
          </a:p>
        </p:txBody>
      </p:sp>
      <p:sp>
        <p:nvSpPr>
          <p:cNvPr id="7885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幻灯片图像占位符 1"/>
          <p:cNvSpPr>
            <a:spLocks noGrp="1" noRot="1" noChangeAspect="1" noTextEdit="1"/>
          </p:cNvSpPr>
          <p:nvPr>
            <p:ph type="sldImg"/>
          </p:nvPr>
        </p:nvSpPr>
        <p:spPr>
          <a:ln>
            <a:solidFill>
              <a:srgbClr val="000000"/>
            </a:solidFill>
            <a:miter/>
          </a:ln>
        </p:spPr>
      </p:sp>
      <p:sp>
        <p:nvSpPr>
          <p:cNvPr id="79875" name="备注占位符 2"/>
          <p:cNvSpPr>
            <a:spLocks noGrp="1"/>
          </p:cNvSpPr>
          <p:nvPr>
            <p:ph type="body" idx="1"/>
          </p:nvPr>
        </p:nvSpPr>
        <p:spPr>
          <a:noFill/>
          <a:ln>
            <a:noFill/>
          </a:ln>
        </p:spPr>
        <p:txBody>
          <a:bodyPr wrap="square" lIns="91440" tIns="45720" rIns="91440" bIns="45720" anchor="t" anchorCtr="0"/>
          <a:p>
            <a:pPr lvl="0">
              <a:spcBef>
                <a:spcPct val="0"/>
              </a:spcBef>
            </a:pPr>
            <a:r>
              <a:rPr lang="en-US" altLang="zh-CN" dirty="0"/>
              <a:t>Log 2 d</a:t>
            </a:r>
            <a:endParaRPr lang="zh-CN" altLang="en-US" dirty="0"/>
          </a:p>
        </p:txBody>
      </p:sp>
      <p:sp>
        <p:nvSpPr>
          <p:cNvPr id="7987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幻灯片图像占位符 1"/>
          <p:cNvSpPr>
            <a:spLocks noGrp="1" noRot="1" noChangeAspect="1" noTextEdit="1"/>
          </p:cNvSpPr>
          <p:nvPr>
            <p:ph type="sldImg"/>
          </p:nvPr>
        </p:nvSpPr>
        <p:spPr>
          <a:ln>
            <a:solidFill>
              <a:srgbClr val="000000"/>
            </a:solidFill>
            <a:miter/>
          </a:ln>
        </p:spPr>
      </p:sp>
      <p:sp>
        <p:nvSpPr>
          <p:cNvPr id="80899" name="备注占位符 2"/>
          <p:cNvSpPr>
            <a:spLocks noGrp="1"/>
          </p:cNvSpPr>
          <p:nvPr>
            <p:ph type="body" idx="1"/>
          </p:nvPr>
        </p:nvSpPr>
        <p:spPr>
          <a:noFill/>
          <a:ln>
            <a:noFill/>
          </a:ln>
        </p:spPr>
        <p:txBody>
          <a:bodyPr wrap="square" lIns="91440" tIns="45720" rIns="91440" bIns="45720" anchor="t" anchorCtr="0"/>
          <a:p>
            <a:pPr lvl="0">
              <a:spcBef>
                <a:spcPct val="0"/>
              </a:spcBef>
            </a:pPr>
            <a:r>
              <a:rPr lang="en-US" altLang="zh-CN" dirty="0"/>
              <a:t>Log 2 d</a:t>
            </a:r>
            <a:endParaRPr lang="zh-CN" altLang="en-US" dirty="0"/>
          </a:p>
        </p:txBody>
      </p:sp>
      <p:sp>
        <p:nvSpPr>
          <p:cNvPr id="809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幻灯片图像占位符 1"/>
          <p:cNvSpPr>
            <a:spLocks noGrp="1" noRot="1" noChangeAspect="1" noTextEdit="1"/>
          </p:cNvSpPr>
          <p:nvPr>
            <p:ph type="sldImg"/>
          </p:nvPr>
        </p:nvSpPr>
        <p:spPr>
          <a:ln>
            <a:solidFill>
              <a:srgbClr val="000000"/>
            </a:solidFill>
            <a:miter/>
          </a:ln>
        </p:spPr>
      </p:sp>
      <p:sp>
        <p:nvSpPr>
          <p:cNvPr id="81923"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统计的原因 多个假设在训练集上达到同等性能  若使用单个  因为误选 导致泛化性能不佳  结合多个学习器会降低这个风险</a:t>
            </a:r>
            <a:endParaRPr lang="en-US" altLang="zh-CN" dirty="0"/>
          </a:p>
          <a:p>
            <a:pPr lvl="0">
              <a:spcBef>
                <a:spcPct val="0"/>
              </a:spcBef>
            </a:pPr>
            <a:endParaRPr lang="en-US" altLang="zh-CN" dirty="0"/>
          </a:p>
          <a:p>
            <a:pPr lvl="0">
              <a:spcBef>
                <a:spcPct val="0"/>
              </a:spcBef>
            </a:pPr>
            <a:r>
              <a:rPr lang="zh-CN" altLang="en-US" dirty="0"/>
              <a:t>计算的原因 </a:t>
            </a:r>
            <a:endParaRPr lang="en-US" altLang="zh-CN" dirty="0"/>
          </a:p>
          <a:p>
            <a:pPr lvl="0">
              <a:spcBef>
                <a:spcPct val="0"/>
              </a:spcBef>
            </a:pPr>
            <a:r>
              <a:rPr lang="zh-CN" altLang="en-US" dirty="0"/>
              <a:t>学习算法往往会陷入局部极小，有的局部极小点对应的泛化性能可能很糟，经过多次运行之后进行结合，可降低陷入糟糕的局部极小点的概率</a:t>
            </a:r>
            <a:endParaRPr lang="en-US" altLang="zh-CN" dirty="0"/>
          </a:p>
          <a:p>
            <a:pPr lvl="0">
              <a:spcBef>
                <a:spcPct val="0"/>
              </a:spcBef>
            </a:pPr>
            <a:endParaRPr lang="en-US" altLang="zh-CN" dirty="0"/>
          </a:p>
          <a:p>
            <a:pPr lvl="0">
              <a:spcBef>
                <a:spcPct val="0"/>
              </a:spcBef>
            </a:pPr>
            <a:r>
              <a:rPr lang="zh-CN" altLang="en-US" dirty="0"/>
              <a:t>表示的原因 假设空间变大  有可能学到更好的近似</a:t>
            </a:r>
            <a:endParaRPr lang="zh-CN" altLang="en-US" dirty="0"/>
          </a:p>
        </p:txBody>
      </p:sp>
      <p:sp>
        <p:nvSpPr>
          <p:cNvPr id="8192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a:ln>
            <a:solidFill>
              <a:srgbClr val="000000"/>
            </a:solidFill>
            <a:miter/>
          </a:ln>
        </p:spPr>
      </p:sp>
      <p:sp>
        <p:nvSpPr>
          <p:cNvPr id="82947" name="备注占位符 2"/>
          <p:cNvSpPr>
            <a:spLocks noGrp="1"/>
          </p:cNvSpPr>
          <p:nvPr>
            <p:ph type="body" idx="1"/>
          </p:nvPr>
        </p:nvSpPr>
        <p:spPr>
          <a:noFill/>
          <a:ln>
            <a:noFill/>
          </a:ln>
        </p:spPr>
        <p:txBody>
          <a:bodyPr wrap="square" lIns="91440" tIns="45720" rIns="91440" bIns="45720" anchor="t" anchorCtr="0"/>
          <a:p>
            <a:pPr lvl="0">
              <a:spcBef>
                <a:spcPct val="0"/>
              </a:spcBef>
            </a:pPr>
            <a:r>
              <a:rPr lang="en-US" altLang="zh-CN" dirty="0"/>
              <a:t>Zit</a:t>
            </a:r>
            <a:r>
              <a:rPr lang="zh-CN" altLang="en-US" dirty="0"/>
              <a:t>的构造</a:t>
            </a:r>
            <a:endParaRPr lang="en-US" altLang="zh-CN" dirty="0"/>
          </a:p>
          <a:p>
            <a:pPr lvl="0">
              <a:spcBef>
                <a:spcPct val="0"/>
              </a:spcBef>
            </a:pPr>
            <a:r>
              <a:rPr lang="zh-CN" altLang="en-US" dirty="0"/>
              <a:t>多响应线性回归  </a:t>
            </a:r>
            <a:r>
              <a:rPr lang="en-US" altLang="zh-CN" dirty="0"/>
              <a:t>MLR </a:t>
            </a:r>
            <a:r>
              <a:rPr lang="zh-CN" altLang="en-US" dirty="0"/>
              <a:t>作为次级学习器的学习算法 效果较好</a:t>
            </a:r>
            <a:endParaRPr lang="en-US" altLang="zh-CN" dirty="0"/>
          </a:p>
          <a:p>
            <a:pPr lvl="0">
              <a:spcBef>
                <a:spcPct val="0"/>
              </a:spcBef>
            </a:pPr>
            <a:r>
              <a:rPr lang="zh-CN" altLang="en-US" dirty="0"/>
              <a:t>贝叶斯模型平均 </a:t>
            </a:r>
            <a:r>
              <a:rPr lang="en-US" altLang="zh-CN" dirty="0"/>
              <a:t>BMA </a:t>
            </a:r>
            <a:endParaRPr lang="en-US" altLang="zh-CN" dirty="0"/>
          </a:p>
          <a:p>
            <a:pPr lvl="0">
              <a:spcBef>
                <a:spcPct val="0"/>
              </a:spcBef>
            </a:pPr>
            <a:r>
              <a:rPr lang="en-US" altLang="zh-CN" dirty="0"/>
              <a:t>MLR</a:t>
            </a:r>
            <a:r>
              <a:rPr lang="zh-CN" altLang="en-US" dirty="0"/>
              <a:t>经常优于</a:t>
            </a:r>
            <a:r>
              <a:rPr lang="en-US" altLang="zh-CN" dirty="0"/>
              <a:t>BMA</a:t>
            </a:r>
            <a:endParaRPr lang="zh-CN" altLang="en-US" dirty="0"/>
          </a:p>
        </p:txBody>
      </p:sp>
      <p:sp>
        <p:nvSpPr>
          <p:cNvPr id="8294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幻灯片图像占位符 1"/>
          <p:cNvSpPr>
            <a:spLocks noGrp="1" noRot="1" noChangeAspect="1" noTextEdit="1"/>
          </p:cNvSpPr>
          <p:nvPr>
            <p:ph type="sldImg"/>
          </p:nvPr>
        </p:nvSpPr>
        <p:spPr>
          <a:ln>
            <a:solidFill>
              <a:srgbClr val="000000"/>
            </a:solidFill>
            <a:miter/>
          </a:ln>
        </p:spPr>
      </p:sp>
      <p:sp>
        <p:nvSpPr>
          <p:cNvPr id="83971"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8397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幻灯片图像占位符 1"/>
          <p:cNvSpPr>
            <a:spLocks noGrp="1" noRot="1" noChangeAspect="1" noTextEdit="1"/>
          </p:cNvSpPr>
          <p:nvPr>
            <p:ph type="sldImg"/>
          </p:nvPr>
        </p:nvSpPr>
        <p:spPr>
          <a:ln>
            <a:solidFill>
              <a:srgbClr val="000000"/>
            </a:solidFill>
            <a:miter/>
          </a:ln>
        </p:spPr>
      </p:sp>
      <p:sp>
        <p:nvSpPr>
          <p:cNvPr id="84995"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8499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幻灯片图像占位符 1"/>
          <p:cNvSpPr>
            <a:spLocks noGrp="1" noRot="1" noChangeAspect="1" noTextEdit="1"/>
          </p:cNvSpPr>
          <p:nvPr>
            <p:ph type="sldImg"/>
          </p:nvPr>
        </p:nvSpPr>
        <p:spPr>
          <a:ln>
            <a:solidFill>
              <a:srgbClr val="000000"/>
            </a:solidFill>
            <a:miter/>
          </a:ln>
        </p:spPr>
      </p:sp>
      <p:sp>
        <p:nvSpPr>
          <p:cNvPr id="86019"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8602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a:solidFill>
              <a:srgbClr val="000000"/>
            </a:solidFill>
            <a:miter/>
          </a:ln>
        </p:spPr>
      </p:sp>
      <p:sp>
        <p:nvSpPr>
          <p:cNvPr id="87043"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不能直接把</a:t>
            </a:r>
            <a:r>
              <a:rPr lang="en-US" altLang="zh-CN" dirty="0"/>
              <a:t>E hat-A hat </a:t>
            </a:r>
            <a:r>
              <a:rPr lang="zh-CN" altLang="en-US" dirty="0"/>
              <a:t>作为优化目标来求解</a:t>
            </a:r>
            <a:endParaRPr lang="en-US" altLang="zh-CN" dirty="0"/>
          </a:p>
          <a:p>
            <a:pPr lvl="0">
              <a:spcBef>
                <a:spcPct val="0"/>
              </a:spcBef>
            </a:pPr>
            <a:r>
              <a:rPr lang="en-US" altLang="zh-CN" dirty="0"/>
              <a:t>1.</a:t>
            </a:r>
            <a:r>
              <a:rPr lang="zh-CN" altLang="en-US" dirty="0"/>
              <a:t>它们定义在整个样本空间</a:t>
            </a:r>
            <a:endParaRPr lang="en-US" altLang="zh-CN" dirty="0"/>
          </a:p>
          <a:p>
            <a:pPr lvl="0">
              <a:spcBef>
                <a:spcPct val="0"/>
              </a:spcBef>
            </a:pPr>
            <a:r>
              <a:rPr lang="en-US" altLang="zh-CN" dirty="0"/>
              <a:t>2.A hat </a:t>
            </a:r>
            <a:r>
              <a:rPr lang="zh-CN" altLang="en-US" dirty="0"/>
              <a:t>不是一个可直接操纵的多样性度量  仅在集成构造好之后才能估计</a:t>
            </a:r>
            <a:endParaRPr lang="en-US" altLang="zh-CN" dirty="0"/>
          </a:p>
          <a:p>
            <a:pPr lvl="0">
              <a:spcBef>
                <a:spcPct val="0"/>
              </a:spcBef>
            </a:pPr>
            <a:r>
              <a:rPr lang="zh-CN" altLang="en-US" dirty="0"/>
              <a:t>上面的推导只适用于回归问题，难以直接推广到分类问题</a:t>
            </a:r>
            <a:endParaRPr lang="zh-CN" altLang="en-US" dirty="0"/>
          </a:p>
        </p:txBody>
      </p:sp>
      <p:sp>
        <p:nvSpPr>
          <p:cNvPr id="8704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幻灯片图像占位符 1"/>
          <p:cNvSpPr>
            <a:spLocks noGrp="1" noRot="1" noChangeAspect="1" noTextEdit="1"/>
          </p:cNvSpPr>
          <p:nvPr>
            <p:ph type="sldImg"/>
          </p:nvPr>
        </p:nvSpPr>
        <p:spPr>
          <a:ln>
            <a:solidFill>
              <a:srgbClr val="000000"/>
            </a:solidFill>
            <a:miter/>
          </a:ln>
        </p:spPr>
      </p:sp>
      <p:sp>
        <p:nvSpPr>
          <p:cNvPr id="88067"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8806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a:ln>
            <a:solidFill>
              <a:srgbClr val="000000"/>
            </a:solidFill>
            <a:miter/>
          </a:ln>
        </p:spPr>
      </p:sp>
      <p:sp>
        <p:nvSpPr>
          <p:cNvPr id="89091"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zh-CN" altLang="en-US" dirty="0"/>
          </a:p>
        </p:txBody>
      </p:sp>
      <p:sp>
        <p:nvSpPr>
          <p:cNvPr id="8909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不合度量  值域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[0,1]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值越大 多样性越大</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相关系数 值域</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[-1,1]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0</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不相关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正数相关 负数负相关</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Q-</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统计量  与相关系数符号相同  大小关系</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P1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是两个分类器取得一致的概率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p2</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是两个分类器偶然达到一致的概率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完全一致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0</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偶然一致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k</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通常为非负值 </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9011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不合度量  值域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[0,1]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值越大 多样性越大</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相关系数 值域</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[-1,1]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0</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不相关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正数相关 负数负相关</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Q-</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统计量  与相关系数符号相同  大小关系</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P1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是两个分类器取得一致的概率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p2</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是两个分类器偶然达到一致的概率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1</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完全一致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0</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偶然一致  </a:t>
            </a:r>
            <a:r>
              <a:rPr kumimoji="0" lang="en-US" altLang="zh-CN" sz="1200" b="0" i="0" u="none" strike="noStrike" kern="1200" cap="none" spc="0" normalizeH="0" baseline="0" noProof="0" dirty="0" smtClean="0">
                <a:ln>
                  <a:noFill/>
                </a:ln>
                <a:solidFill>
                  <a:schemeClr val="tx1"/>
                </a:solidFill>
                <a:effectLst/>
                <a:uLnTx/>
                <a:uFillTx/>
                <a:latin typeface="+mn-ea"/>
                <a:ea typeface="+mn-ea"/>
                <a:cs typeface="+mn-cs"/>
              </a:rPr>
              <a:t>k</a:t>
            </a:r>
            <a:r>
              <a:rPr kumimoji="0" lang="zh-CN" altLang="en-US" sz="1200" b="0" i="0" u="none" strike="noStrike" kern="1200" cap="none" spc="0" normalizeH="0" baseline="0" noProof="0" dirty="0" smtClean="0">
                <a:ln>
                  <a:noFill/>
                </a:ln>
                <a:solidFill>
                  <a:schemeClr val="tx1"/>
                </a:solidFill>
                <a:effectLst/>
                <a:uLnTx/>
                <a:uFillTx/>
                <a:latin typeface="+mn-ea"/>
                <a:ea typeface="+mn-ea"/>
                <a:cs typeface="+mn-cs"/>
              </a:rPr>
              <a:t>通常为非负值 </a:t>
            </a:r>
            <a:endParaRPr kumimoji="0" lang="en-US" altLang="zh-CN" sz="1200" b="0" i="0" u="none" strike="noStrike" kern="1200" cap="none" spc="0" normalizeH="0" baseline="0" noProof="0" dirty="0" smtClean="0">
              <a:ln>
                <a:noFill/>
              </a:ln>
              <a:solidFill>
                <a:schemeClr val="tx1"/>
              </a:solidFill>
              <a:effectLst/>
              <a:uLnTx/>
              <a:uFillTx/>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911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幻灯片图像占位符 1"/>
          <p:cNvSpPr>
            <a:spLocks noGrp="1" noRot="1" noChangeAspect="1" noTextEdit="1"/>
          </p:cNvSpPr>
          <p:nvPr>
            <p:ph type="sldImg"/>
          </p:nvPr>
        </p:nvSpPr>
        <p:spPr>
          <a:ln>
            <a:solidFill>
              <a:srgbClr val="000000"/>
            </a:solidFill>
            <a:miter/>
          </a:ln>
        </p:spPr>
      </p:sp>
      <p:sp>
        <p:nvSpPr>
          <p:cNvPr id="92163" name="备注占位符 2"/>
          <p:cNvSpPr>
            <a:spLocks noGrp="1"/>
          </p:cNvSpPr>
          <p:nvPr>
            <p:ph type="body" idx="1"/>
          </p:nvPr>
        </p:nvSpPr>
        <p:spPr>
          <a:noFill/>
          <a:ln>
            <a:noFill/>
          </a:ln>
        </p:spPr>
        <p:txBody>
          <a:bodyPr wrap="square" lIns="91440" tIns="45720" rIns="91440" bIns="45720" anchor="t" anchorCtr="0"/>
          <a:p>
            <a:pPr lvl="0">
              <a:spcBef>
                <a:spcPct val="0"/>
              </a:spcBef>
            </a:pPr>
            <a:endParaRPr lang="en-US" altLang="zh-CN" dirty="0"/>
          </a:p>
          <a:p>
            <a:pPr lvl="0">
              <a:spcBef>
                <a:spcPct val="0"/>
              </a:spcBef>
            </a:pPr>
            <a:endParaRPr lang="en-US" altLang="zh-CN" dirty="0"/>
          </a:p>
          <a:p>
            <a:pPr lvl="0">
              <a:spcBef>
                <a:spcPct val="0"/>
              </a:spcBef>
            </a:pPr>
            <a:r>
              <a:rPr lang="zh-CN" altLang="en-US" dirty="0"/>
              <a:t>成对型多样性度量</a:t>
            </a:r>
            <a:endParaRPr lang="en-US" altLang="zh-CN" dirty="0"/>
          </a:p>
          <a:p>
            <a:pPr lvl="0">
              <a:spcBef>
                <a:spcPct val="0"/>
              </a:spcBef>
            </a:pPr>
            <a:r>
              <a:rPr lang="zh-CN" altLang="en-US" dirty="0"/>
              <a:t>横坐标表示这对分类器的</a:t>
            </a:r>
            <a:r>
              <a:rPr lang="en-US" altLang="zh-CN" dirty="0"/>
              <a:t>k</a:t>
            </a:r>
            <a:r>
              <a:rPr lang="zh-CN" altLang="en-US" dirty="0"/>
              <a:t>值</a:t>
            </a:r>
            <a:r>
              <a:rPr lang="en-US" altLang="zh-CN" dirty="0"/>
              <a:t>   </a:t>
            </a:r>
            <a:r>
              <a:rPr lang="zh-CN" altLang="en-US" dirty="0"/>
              <a:t>纵坐标表示它们的平均误差</a:t>
            </a:r>
            <a:endParaRPr lang="en-US" altLang="zh-CN" dirty="0"/>
          </a:p>
          <a:p>
            <a:pPr lvl="0">
              <a:spcBef>
                <a:spcPct val="0"/>
              </a:spcBef>
            </a:pPr>
            <a:r>
              <a:rPr lang="zh-CN" altLang="en-US" dirty="0"/>
              <a:t>点云的位置越高 准确性越低</a:t>
            </a:r>
            <a:endParaRPr lang="en-US" altLang="zh-CN" dirty="0"/>
          </a:p>
          <a:p>
            <a:pPr lvl="0">
              <a:spcBef>
                <a:spcPct val="0"/>
              </a:spcBef>
            </a:pPr>
            <a:r>
              <a:rPr lang="zh-CN" altLang="en-US" dirty="0"/>
              <a:t>点云的位置越靠右，个体学习器的多样性越小</a:t>
            </a:r>
            <a:endParaRPr lang="en-US" altLang="zh-CN" dirty="0"/>
          </a:p>
          <a:p>
            <a:pPr lvl="0">
              <a:spcBef>
                <a:spcPct val="0"/>
              </a:spcBef>
            </a:pPr>
            <a:r>
              <a:rPr lang="en-US" altLang="zh-CN" dirty="0"/>
              <a:t>Adaboost </a:t>
            </a:r>
            <a:r>
              <a:rPr lang="zh-CN" altLang="en-US" dirty="0"/>
              <a:t>个体学习器欠拟合   </a:t>
            </a:r>
            <a:r>
              <a:rPr lang="en-US" altLang="zh-CN" dirty="0"/>
              <a:t>Bagging</a:t>
            </a:r>
            <a:r>
              <a:rPr lang="zh-CN" altLang="en-US" dirty="0"/>
              <a:t>个体学习器过拟合</a:t>
            </a:r>
            <a:endParaRPr lang="zh-CN" altLang="en-US" dirty="0"/>
          </a:p>
        </p:txBody>
      </p:sp>
      <p:sp>
        <p:nvSpPr>
          <p:cNvPr id="921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a:solidFill>
              <a:srgbClr val="000000"/>
            </a:solidFill>
            <a:miter/>
          </a:ln>
        </p:spPr>
      </p:sp>
      <p:sp>
        <p:nvSpPr>
          <p:cNvPr id="93187"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数据样本  自助法采样 </a:t>
            </a:r>
            <a:endParaRPr lang="en-US" altLang="zh-CN" dirty="0"/>
          </a:p>
          <a:p>
            <a:pPr lvl="0">
              <a:spcBef>
                <a:spcPct val="0"/>
              </a:spcBef>
            </a:pPr>
            <a:r>
              <a:rPr lang="zh-CN" altLang="en-US" dirty="0"/>
              <a:t>按对数据采样的敏感程度 </a:t>
            </a:r>
            <a:endParaRPr lang="en-US" altLang="zh-CN" dirty="0"/>
          </a:p>
          <a:p>
            <a:pPr lvl="0">
              <a:spcBef>
                <a:spcPct val="0"/>
              </a:spcBef>
            </a:pPr>
            <a:r>
              <a:rPr lang="zh-CN" altLang="en-US" dirty="0"/>
              <a:t>不稳定基学习器   决策树  神经网络</a:t>
            </a:r>
            <a:endParaRPr lang="en-US" altLang="zh-CN" dirty="0"/>
          </a:p>
          <a:p>
            <a:pPr lvl="0">
              <a:spcBef>
                <a:spcPct val="0"/>
              </a:spcBef>
            </a:pPr>
            <a:r>
              <a:rPr lang="zh-CN" altLang="en-US" dirty="0"/>
              <a:t>稳定基学习器  线性分类器  </a:t>
            </a:r>
            <a:r>
              <a:rPr lang="en-US" altLang="zh-CN" dirty="0"/>
              <a:t>SVM naivebayes knn</a:t>
            </a:r>
            <a:endParaRPr lang="en-US" altLang="zh-CN" dirty="0"/>
          </a:p>
          <a:p>
            <a:pPr lvl="0">
              <a:spcBef>
                <a:spcPct val="0"/>
              </a:spcBef>
            </a:pPr>
            <a:endParaRPr lang="en-US" altLang="zh-CN" dirty="0"/>
          </a:p>
          <a:p>
            <a:pPr lvl="0">
              <a:spcBef>
                <a:spcPct val="0"/>
              </a:spcBef>
            </a:pPr>
            <a:r>
              <a:rPr lang="zh-CN" altLang="en-US" dirty="0"/>
              <a:t>输入属性</a:t>
            </a:r>
            <a:endParaRPr lang="en-US" altLang="zh-CN" dirty="0"/>
          </a:p>
          <a:p>
            <a:pPr lvl="0">
              <a:spcBef>
                <a:spcPct val="0"/>
              </a:spcBef>
            </a:pPr>
            <a:endParaRPr lang="en-US" altLang="zh-CN" dirty="0"/>
          </a:p>
          <a:p>
            <a:pPr lvl="0">
              <a:spcBef>
                <a:spcPct val="0"/>
              </a:spcBef>
            </a:pPr>
            <a:r>
              <a:rPr lang="zh-CN" altLang="en-US" dirty="0"/>
              <a:t>输出表示   翻转法</a:t>
            </a:r>
            <a:r>
              <a:rPr lang="en-US" altLang="zh-CN" dirty="0"/>
              <a:t>;</a:t>
            </a:r>
            <a:r>
              <a:rPr lang="zh-CN" altLang="en-US" dirty="0"/>
              <a:t>有的</a:t>
            </a:r>
            <a:r>
              <a:rPr lang="en-US" altLang="zh-CN" dirty="0"/>
              <a:t>label</a:t>
            </a:r>
            <a:r>
              <a:rPr lang="zh-CN" altLang="en-US" dirty="0"/>
              <a:t>改变  输出调剂法   </a:t>
            </a:r>
            <a:r>
              <a:rPr lang="en-US" altLang="zh-CN" dirty="0"/>
              <a:t>EOOC</a:t>
            </a:r>
            <a:endParaRPr lang="en-US" altLang="zh-CN" dirty="0"/>
          </a:p>
          <a:p>
            <a:pPr lvl="0">
              <a:spcBef>
                <a:spcPct val="0"/>
              </a:spcBef>
            </a:pPr>
            <a:endParaRPr lang="en-US" altLang="zh-CN" dirty="0"/>
          </a:p>
          <a:p>
            <a:pPr lvl="0">
              <a:spcBef>
                <a:spcPct val="0"/>
              </a:spcBef>
            </a:pPr>
            <a:r>
              <a:rPr lang="zh-CN" altLang="en-US" dirty="0"/>
              <a:t>参数扰动</a:t>
            </a:r>
            <a:endParaRPr lang="zh-CN" altLang="en-US" dirty="0"/>
          </a:p>
          <a:p>
            <a:pPr lvl="0">
              <a:spcBef>
                <a:spcPct val="0"/>
              </a:spcBef>
            </a:pPr>
            <a:endParaRPr lang="zh-CN" altLang="en-US" dirty="0"/>
          </a:p>
        </p:txBody>
      </p:sp>
      <p:sp>
        <p:nvSpPr>
          <p:cNvPr id="9318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幻灯片图像占位符 1"/>
          <p:cNvSpPr>
            <a:spLocks noGrp="1" noRot="1" noChangeAspect="1" noTextEdit="1"/>
          </p:cNvSpPr>
          <p:nvPr>
            <p:ph type="sldImg"/>
          </p:nvPr>
        </p:nvSpPr>
        <p:spPr>
          <a:ln>
            <a:solidFill>
              <a:srgbClr val="000000"/>
            </a:solidFill>
            <a:miter/>
          </a:ln>
        </p:spPr>
      </p:sp>
      <p:sp>
        <p:nvSpPr>
          <p:cNvPr id="94211"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数据样本  自助法采样 </a:t>
            </a:r>
            <a:endParaRPr lang="en-US" altLang="zh-CN" dirty="0"/>
          </a:p>
          <a:p>
            <a:pPr lvl="0">
              <a:spcBef>
                <a:spcPct val="0"/>
              </a:spcBef>
            </a:pPr>
            <a:r>
              <a:rPr lang="zh-CN" altLang="en-US" dirty="0"/>
              <a:t>按对数据采样的敏感程度 </a:t>
            </a:r>
            <a:endParaRPr lang="en-US" altLang="zh-CN" dirty="0"/>
          </a:p>
          <a:p>
            <a:pPr lvl="0">
              <a:spcBef>
                <a:spcPct val="0"/>
              </a:spcBef>
            </a:pPr>
            <a:r>
              <a:rPr lang="zh-CN" altLang="en-US" dirty="0"/>
              <a:t>不稳定基学习器   决策树  神经网络</a:t>
            </a:r>
            <a:endParaRPr lang="en-US" altLang="zh-CN" dirty="0"/>
          </a:p>
          <a:p>
            <a:pPr lvl="0">
              <a:spcBef>
                <a:spcPct val="0"/>
              </a:spcBef>
            </a:pPr>
            <a:r>
              <a:rPr lang="zh-CN" altLang="en-US" dirty="0"/>
              <a:t>稳定基学习器  线性分类器  </a:t>
            </a:r>
            <a:r>
              <a:rPr lang="en-US" altLang="zh-CN" dirty="0"/>
              <a:t>SVM naivebayes knn</a:t>
            </a:r>
            <a:endParaRPr lang="en-US" altLang="zh-CN" dirty="0"/>
          </a:p>
          <a:p>
            <a:pPr lvl="0">
              <a:spcBef>
                <a:spcPct val="0"/>
              </a:spcBef>
            </a:pPr>
            <a:endParaRPr lang="en-US" altLang="zh-CN" dirty="0"/>
          </a:p>
          <a:p>
            <a:pPr lvl="0">
              <a:spcBef>
                <a:spcPct val="0"/>
              </a:spcBef>
            </a:pPr>
            <a:r>
              <a:rPr lang="zh-CN" altLang="en-US" dirty="0"/>
              <a:t>输入属性</a:t>
            </a:r>
            <a:endParaRPr lang="en-US" altLang="zh-CN" dirty="0"/>
          </a:p>
          <a:p>
            <a:pPr lvl="0">
              <a:spcBef>
                <a:spcPct val="0"/>
              </a:spcBef>
            </a:pPr>
            <a:endParaRPr lang="en-US" altLang="zh-CN" dirty="0"/>
          </a:p>
          <a:p>
            <a:pPr lvl="0">
              <a:spcBef>
                <a:spcPct val="0"/>
              </a:spcBef>
            </a:pPr>
            <a:r>
              <a:rPr lang="zh-CN" altLang="en-US" dirty="0"/>
              <a:t>输出表示   翻转法</a:t>
            </a:r>
            <a:r>
              <a:rPr lang="en-US" altLang="zh-CN" dirty="0"/>
              <a:t>;</a:t>
            </a:r>
            <a:r>
              <a:rPr lang="zh-CN" altLang="en-US" dirty="0"/>
              <a:t>有的</a:t>
            </a:r>
            <a:r>
              <a:rPr lang="en-US" altLang="zh-CN" dirty="0"/>
              <a:t>label</a:t>
            </a:r>
            <a:r>
              <a:rPr lang="zh-CN" altLang="en-US" dirty="0"/>
              <a:t>改变  输出调剂法   </a:t>
            </a:r>
            <a:r>
              <a:rPr lang="en-US" altLang="zh-CN" dirty="0"/>
              <a:t>EOOC</a:t>
            </a:r>
            <a:endParaRPr lang="en-US" altLang="zh-CN" dirty="0"/>
          </a:p>
          <a:p>
            <a:pPr lvl="0">
              <a:spcBef>
                <a:spcPct val="0"/>
              </a:spcBef>
            </a:pPr>
            <a:endParaRPr lang="en-US" altLang="zh-CN" dirty="0"/>
          </a:p>
          <a:p>
            <a:pPr lvl="0">
              <a:spcBef>
                <a:spcPct val="0"/>
              </a:spcBef>
            </a:pPr>
            <a:r>
              <a:rPr lang="zh-CN" altLang="en-US" dirty="0"/>
              <a:t>参数扰动</a:t>
            </a:r>
            <a:endParaRPr lang="zh-CN" altLang="en-US" dirty="0"/>
          </a:p>
          <a:p>
            <a:pPr lvl="0">
              <a:spcBef>
                <a:spcPct val="0"/>
              </a:spcBef>
            </a:pPr>
            <a:endParaRPr lang="zh-CN" altLang="en-US" dirty="0"/>
          </a:p>
        </p:txBody>
      </p:sp>
      <p:sp>
        <p:nvSpPr>
          <p:cNvPr id="9421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幻灯片图像占位符 1"/>
          <p:cNvSpPr>
            <a:spLocks noGrp="1" noRot="1" noChangeAspect="1" noTextEdit="1"/>
          </p:cNvSpPr>
          <p:nvPr>
            <p:ph type="sldImg"/>
          </p:nvPr>
        </p:nvSpPr>
        <p:spPr>
          <a:ln>
            <a:solidFill>
              <a:srgbClr val="000000"/>
            </a:solidFill>
            <a:miter/>
          </a:ln>
        </p:spPr>
      </p:sp>
      <p:sp>
        <p:nvSpPr>
          <p:cNvPr id="95235"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数据样本  自助法采样 </a:t>
            </a:r>
            <a:endParaRPr lang="en-US" altLang="zh-CN" dirty="0"/>
          </a:p>
          <a:p>
            <a:pPr lvl="0">
              <a:spcBef>
                <a:spcPct val="0"/>
              </a:spcBef>
            </a:pPr>
            <a:r>
              <a:rPr lang="zh-CN" altLang="en-US" dirty="0"/>
              <a:t>按对数据采样的敏感程度 </a:t>
            </a:r>
            <a:endParaRPr lang="en-US" altLang="zh-CN" dirty="0"/>
          </a:p>
          <a:p>
            <a:pPr lvl="0">
              <a:spcBef>
                <a:spcPct val="0"/>
              </a:spcBef>
            </a:pPr>
            <a:r>
              <a:rPr lang="zh-CN" altLang="en-US" dirty="0"/>
              <a:t>不稳定基学习器   决策树  神经网络</a:t>
            </a:r>
            <a:endParaRPr lang="en-US" altLang="zh-CN" dirty="0"/>
          </a:p>
          <a:p>
            <a:pPr lvl="0">
              <a:spcBef>
                <a:spcPct val="0"/>
              </a:spcBef>
            </a:pPr>
            <a:r>
              <a:rPr lang="zh-CN" altLang="en-US" dirty="0"/>
              <a:t>稳定基学习器  线性分类器  </a:t>
            </a:r>
            <a:r>
              <a:rPr lang="en-US" altLang="zh-CN" dirty="0"/>
              <a:t>SVM naivebayes knn</a:t>
            </a:r>
            <a:endParaRPr lang="en-US" altLang="zh-CN" dirty="0"/>
          </a:p>
          <a:p>
            <a:pPr lvl="0">
              <a:spcBef>
                <a:spcPct val="0"/>
              </a:spcBef>
            </a:pPr>
            <a:endParaRPr lang="en-US" altLang="zh-CN" dirty="0"/>
          </a:p>
          <a:p>
            <a:pPr lvl="0">
              <a:spcBef>
                <a:spcPct val="0"/>
              </a:spcBef>
            </a:pPr>
            <a:r>
              <a:rPr lang="zh-CN" altLang="en-US" dirty="0"/>
              <a:t>输入属性</a:t>
            </a:r>
            <a:endParaRPr lang="en-US" altLang="zh-CN" dirty="0"/>
          </a:p>
          <a:p>
            <a:pPr lvl="0">
              <a:spcBef>
                <a:spcPct val="0"/>
              </a:spcBef>
            </a:pPr>
            <a:endParaRPr lang="en-US" altLang="zh-CN" dirty="0"/>
          </a:p>
          <a:p>
            <a:pPr lvl="0">
              <a:spcBef>
                <a:spcPct val="0"/>
              </a:spcBef>
            </a:pPr>
            <a:r>
              <a:rPr lang="zh-CN" altLang="en-US" dirty="0"/>
              <a:t>输出表示   翻转法</a:t>
            </a:r>
            <a:r>
              <a:rPr lang="en-US" altLang="zh-CN" dirty="0"/>
              <a:t>;</a:t>
            </a:r>
            <a:r>
              <a:rPr lang="zh-CN" altLang="en-US" dirty="0"/>
              <a:t>有的</a:t>
            </a:r>
            <a:r>
              <a:rPr lang="en-US" altLang="zh-CN" dirty="0"/>
              <a:t>label</a:t>
            </a:r>
            <a:r>
              <a:rPr lang="zh-CN" altLang="en-US" dirty="0"/>
              <a:t>改变  输出调剂法   </a:t>
            </a:r>
            <a:r>
              <a:rPr lang="en-US" altLang="zh-CN" dirty="0"/>
              <a:t>EOOC</a:t>
            </a:r>
            <a:endParaRPr lang="en-US" altLang="zh-CN" dirty="0"/>
          </a:p>
          <a:p>
            <a:pPr lvl="0">
              <a:spcBef>
                <a:spcPct val="0"/>
              </a:spcBef>
            </a:pPr>
            <a:endParaRPr lang="en-US" altLang="zh-CN" dirty="0"/>
          </a:p>
          <a:p>
            <a:pPr lvl="0">
              <a:spcBef>
                <a:spcPct val="0"/>
              </a:spcBef>
            </a:pPr>
            <a:r>
              <a:rPr lang="zh-CN" altLang="en-US" dirty="0"/>
              <a:t>参数扰动</a:t>
            </a:r>
            <a:endParaRPr lang="zh-CN" altLang="en-US" dirty="0"/>
          </a:p>
          <a:p>
            <a:pPr lvl="0">
              <a:spcBef>
                <a:spcPct val="0"/>
              </a:spcBef>
            </a:pPr>
            <a:endParaRPr lang="zh-CN" altLang="en-US" dirty="0"/>
          </a:p>
        </p:txBody>
      </p:sp>
      <p:sp>
        <p:nvSpPr>
          <p:cNvPr id="9523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幻灯片图像占位符 1"/>
          <p:cNvSpPr>
            <a:spLocks noGrp="1" noRot="1" noChangeAspect="1" noTextEdit="1"/>
          </p:cNvSpPr>
          <p:nvPr>
            <p:ph type="sldImg"/>
          </p:nvPr>
        </p:nvSpPr>
        <p:spPr>
          <a:ln>
            <a:solidFill>
              <a:srgbClr val="000000"/>
            </a:solidFill>
            <a:miter/>
          </a:ln>
        </p:spPr>
      </p:sp>
      <p:sp>
        <p:nvSpPr>
          <p:cNvPr id="96259"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数据样本  自助法采样 </a:t>
            </a:r>
            <a:endParaRPr lang="en-US" altLang="zh-CN" dirty="0"/>
          </a:p>
          <a:p>
            <a:pPr lvl="0">
              <a:spcBef>
                <a:spcPct val="0"/>
              </a:spcBef>
            </a:pPr>
            <a:r>
              <a:rPr lang="zh-CN" altLang="en-US" dirty="0"/>
              <a:t>按对数据采样的敏感程度 </a:t>
            </a:r>
            <a:endParaRPr lang="en-US" altLang="zh-CN" dirty="0"/>
          </a:p>
          <a:p>
            <a:pPr lvl="0">
              <a:spcBef>
                <a:spcPct val="0"/>
              </a:spcBef>
            </a:pPr>
            <a:r>
              <a:rPr lang="zh-CN" altLang="en-US" dirty="0"/>
              <a:t>不稳定基学习器   决策树  神经网络</a:t>
            </a:r>
            <a:endParaRPr lang="en-US" altLang="zh-CN" dirty="0"/>
          </a:p>
          <a:p>
            <a:pPr lvl="0">
              <a:spcBef>
                <a:spcPct val="0"/>
              </a:spcBef>
            </a:pPr>
            <a:r>
              <a:rPr lang="zh-CN" altLang="en-US" dirty="0"/>
              <a:t>稳定基学习器  线性分类器  </a:t>
            </a:r>
            <a:r>
              <a:rPr lang="en-US" altLang="zh-CN" dirty="0"/>
              <a:t>SVM naivebayes knn</a:t>
            </a:r>
            <a:endParaRPr lang="en-US" altLang="zh-CN" dirty="0"/>
          </a:p>
          <a:p>
            <a:pPr lvl="0">
              <a:spcBef>
                <a:spcPct val="0"/>
              </a:spcBef>
            </a:pPr>
            <a:endParaRPr lang="en-US" altLang="zh-CN" dirty="0"/>
          </a:p>
          <a:p>
            <a:pPr lvl="0">
              <a:spcBef>
                <a:spcPct val="0"/>
              </a:spcBef>
            </a:pPr>
            <a:r>
              <a:rPr lang="zh-CN" altLang="en-US" dirty="0"/>
              <a:t>输入属性</a:t>
            </a:r>
            <a:endParaRPr lang="en-US" altLang="zh-CN" dirty="0"/>
          </a:p>
          <a:p>
            <a:pPr lvl="0">
              <a:spcBef>
                <a:spcPct val="0"/>
              </a:spcBef>
            </a:pPr>
            <a:endParaRPr lang="en-US" altLang="zh-CN" dirty="0"/>
          </a:p>
          <a:p>
            <a:pPr lvl="0">
              <a:spcBef>
                <a:spcPct val="0"/>
              </a:spcBef>
            </a:pPr>
            <a:r>
              <a:rPr lang="zh-CN" altLang="en-US" dirty="0"/>
              <a:t>输出表示   翻转法</a:t>
            </a:r>
            <a:r>
              <a:rPr lang="en-US" altLang="zh-CN" dirty="0"/>
              <a:t>;</a:t>
            </a:r>
            <a:r>
              <a:rPr lang="zh-CN" altLang="en-US" dirty="0"/>
              <a:t>有的</a:t>
            </a:r>
            <a:r>
              <a:rPr lang="en-US" altLang="zh-CN" dirty="0"/>
              <a:t>label</a:t>
            </a:r>
            <a:r>
              <a:rPr lang="zh-CN" altLang="en-US" dirty="0"/>
              <a:t>改变  输出调剂法   </a:t>
            </a:r>
            <a:r>
              <a:rPr lang="en-US" altLang="zh-CN" dirty="0"/>
              <a:t>EOOC</a:t>
            </a:r>
            <a:endParaRPr lang="en-US" altLang="zh-CN" dirty="0"/>
          </a:p>
          <a:p>
            <a:pPr lvl="0">
              <a:spcBef>
                <a:spcPct val="0"/>
              </a:spcBef>
            </a:pPr>
            <a:endParaRPr lang="en-US" altLang="zh-CN" dirty="0"/>
          </a:p>
          <a:p>
            <a:pPr lvl="0">
              <a:spcBef>
                <a:spcPct val="0"/>
              </a:spcBef>
            </a:pPr>
            <a:r>
              <a:rPr lang="zh-CN" altLang="en-US" dirty="0"/>
              <a:t>参数扰动</a:t>
            </a:r>
            <a:endParaRPr lang="zh-CN" altLang="en-US" dirty="0"/>
          </a:p>
          <a:p>
            <a:pPr lvl="0">
              <a:spcBef>
                <a:spcPct val="0"/>
              </a:spcBef>
            </a:pPr>
            <a:endParaRPr lang="zh-CN" altLang="en-US" dirty="0"/>
          </a:p>
        </p:txBody>
      </p:sp>
      <p:sp>
        <p:nvSpPr>
          <p:cNvPr id="9626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a:solidFill>
              <a:srgbClr val="000000"/>
            </a:solidFill>
            <a:miter/>
          </a:ln>
        </p:spPr>
      </p:sp>
      <p:sp>
        <p:nvSpPr>
          <p:cNvPr id="97283" name="备注占位符 2"/>
          <p:cNvSpPr>
            <a:spLocks noGrp="1"/>
          </p:cNvSpPr>
          <p:nvPr>
            <p:ph type="body" idx="1"/>
          </p:nvPr>
        </p:nvSpPr>
        <p:spPr>
          <a:noFill/>
          <a:ln>
            <a:noFill/>
          </a:ln>
        </p:spPr>
        <p:txBody>
          <a:bodyPr wrap="square" lIns="91440" tIns="45720" rIns="91440" bIns="45720" anchor="t" anchorCtr="0"/>
          <a:p>
            <a:pPr lvl="0">
              <a:spcBef>
                <a:spcPct val="0"/>
              </a:spcBef>
            </a:pPr>
            <a:r>
              <a:rPr lang="zh-CN" altLang="en-US" dirty="0"/>
              <a:t>数据样本  自助法采样 </a:t>
            </a:r>
            <a:endParaRPr lang="en-US" altLang="zh-CN" dirty="0"/>
          </a:p>
          <a:p>
            <a:pPr lvl="0">
              <a:spcBef>
                <a:spcPct val="0"/>
              </a:spcBef>
            </a:pPr>
            <a:r>
              <a:rPr lang="zh-CN" altLang="en-US" dirty="0"/>
              <a:t>按对数据采样的敏感程度 </a:t>
            </a:r>
            <a:endParaRPr lang="en-US" altLang="zh-CN" dirty="0"/>
          </a:p>
          <a:p>
            <a:pPr lvl="0">
              <a:spcBef>
                <a:spcPct val="0"/>
              </a:spcBef>
            </a:pPr>
            <a:r>
              <a:rPr lang="zh-CN" altLang="en-US" dirty="0"/>
              <a:t>不稳定基学习器   决策树  神经网络</a:t>
            </a:r>
            <a:endParaRPr lang="en-US" altLang="zh-CN" dirty="0"/>
          </a:p>
          <a:p>
            <a:pPr lvl="0">
              <a:spcBef>
                <a:spcPct val="0"/>
              </a:spcBef>
            </a:pPr>
            <a:r>
              <a:rPr lang="zh-CN" altLang="en-US" dirty="0"/>
              <a:t>稳定基学习器  线性分类器  </a:t>
            </a:r>
            <a:r>
              <a:rPr lang="en-US" altLang="zh-CN" dirty="0"/>
              <a:t>SVM naivebayes knn</a:t>
            </a:r>
            <a:endParaRPr lang="en-US" altLang="zh-CN" dirty="0"/>
          </a:p>
          <a:p>
            <a:pPr lvl="0">
              <a:spcBef>
                <a:spcPct val="0"/>
              </a:spcBef>
            </a:pPr>
            <a:endParaRPr lang="en-US" altLang="zh-CN" dirty="0"/>
          </a:p>
          <a:p>
            <a:pPr lvl="0">
              <a:spcBef>
                <a:spcPct val="0"/>
              </a:spcBef>
            </a:pPr>
            <a:r>
              <a:rPr lang="zh-CN" altLang="en-US" dirty="0"/>
              <a:t>输入属性</a:t>
            </a:r>
            <a:endParaRPr lang="en-US" altLang="zh-CN" dirty="0"/>
          </a:p>
          <a:p>
            <a:pPr lvl="0">
              <a:spcBef>
                <a:spcPct val="0"/>
              </a:spcBef>
            </a:pPr>
            <a:endParaRPr lang="en-US" altLang="zh-CN" dirty="0"/>
          </a:p>
          <a:p>
            <a:pPr lvl="0">
              <a:spcBef>
                <a:spcPct val="0"/>
              </a:spcBef>
            </a:pPr>
            <a:r>
              <a:rPr lang="zh-CN" altLang="en-US" dirty="0"/>
              <a:t>输出表示   翻转法</a:t>
            </a:r>
            <a:r>
              <a:rPr lang="en-US" altLang="zh-CN" dirty="0"/>
              <a:t>;</a:t>
            </a:r>
            <a:r>
              <a:rPr lang="zh-CN" altLang="en-US" dirty="0"/>
              <a:t>有的</a:t>
            </a:r>
            <a:r>
              <a:rPr lang="en-US" altLang="zh-CN" dirty="0"/>
              <a:t>label</a:t>
            </a:r>
            <a:r>
              <a:rPr lang="zh-CN" altLang="en-US" dirty="0"/>
              <a:t>改变  输出调剂法   </a:t>
            </a:r>
            <a:r>
              <a:rPr lang="en-US" altLang="zh-CN" dirty="0"/>
              <a:t>EOOC</a:t>
            </a:r>
            <a:endParaRPr lang="en-US" altLang="zh-CN" dirty="0"/>
          </a:p>
          <a:p>
            <a:pPr lvl="0">
              <a:spcBef>
                <a:spcPct val="0"/>
              </a:spcBef>
            </a:pPr>
            <a:endParaRPr lang="en-US" altLang="zh-CN" dirty="0"/>
          </a:p>
          <a:p>
            <a:pPr lvl="0">
              <a:spcBef>
                <a:spcPct val="0"/>
              </a:spcBef>
            </a:pPr>
            <a:r>
              <a:rPr lang="zh-CN" altLang="en-US" dirty="0"/>
              <a:t>参数扰动</a:t>
            </a:r>
            <a:endParaRPr lang="zh-CN" altLang="en-US" dirty="0"/>
          </a:p>
          <a:p>
            <a:pPr lvl="0">
              <a:spcBef>
                <a:spcPct val="0"/>
              </a:spcBef>
            </a:pPr>
            <a:endParaRPr lang="zh-CN" altLang="en-US" dirty="0"/>
          </a:p>
        </p:txBody>
      </p:sp>
      <p:sp>
        <p:nvSpPr>
          <p:cNvPr id="9728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a:buNone/>
            </a:pPr>
            <a:fld id="{9A0DB2DC-4C9A-4742-B13C-FB6460FD3503}" type="slidenum">
              <a:rPr lang="zh-CN" altLang="en-US" sz="1200" dirty="0">
                <a:latin typeface="Calibri" pitchFamily="34" charset="0"/>
                <a:ea typeface="宋体" pitchFamily="2" charset="-122"/>
              </a:rPr>
            </a:fld>
            <a:endParaRPr lang="zh-CN" altLang="en-US" sz="1200" dirty="0">
              <a:latin typeface="Calibri"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804030504040204" pitchFamily="34" charset="0"/>
                <a:ea typeface="幼圆" pitchFamily="49" charset="-122"/>
              </a:defRPr>
            </a:lvl1pPr>
          </a:lstStyle>
          <a:p>
            <a:r>
              <a:rPr lang="zh-CN" altLang="en-US" smtClean="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normAutofit/>
          </a:bodyPr>
          <a:lstStyle>
            <a:lvl1pPr>
              <a:defRPr sz="3600" baseline="0">
                <a:solidFill>
                  <a:schemeClr val="accent1"/>
                </a:solidFill>
                <a:latin typeface="Verdana" panose="020B0804030504040204" pitchFamily="34" charset="0"/>
                <a:ea typeface="幼圆" pitchFamily="49" charset="-122"/>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45" algn="l">
              <a:buClr>
                <a:schemeClr val="accent1"/>
              </a:buClr>
              <a:buSzPct val="100000"/>
              <a:buFont typeface="Wingdings" panose="05000000000000000000" pitchFamily="2" charset="2"/>
              <a:buChar char="p"/>
              <a:defRPr lang="zh-CN" altLang="en-US" dirty="0" smtClean="0"/>
            </a:lvl1pPr>
            <a:lvl2pPr marL="685800" indent="-360045">
              <a:buClr>
                <a:schemeClr val="accent1"/>
              </a:buClr>
              <a:buFont typeface="Wingdings" panose="05000000000000000000" pitchFamily="2" charset="2"/>
              <a:buChar char="l"/>
              <a:defRPr sz="2000" baseline="0">
                <a:latin typeface="Verdana" panose="020B0804030504040204" pitchFamily="34" charset="0"/>
                <a:ea typeface="幼圆" pitchFamily="49" charset="-122"/>
              </a:defRPr>
            </a:lvl2pPr>
            <a:lvl3pPr marL="1143000" indent="-360045">
              <a:buClr>
                <a:schemeClr val="accent1"/>
              </a:buClr>
              <a:buFont typeface="Wingdings" panose="05000000000000000000" pitchFamily="2" charset="2"/>
              <a:buChar char="l"/>
              <a:defRPr sz="1800" baseline="0">
                <a:latin typeface="Verdana" panose="020B0804030504040204" pitchFamily="34" charset="0"/>
                <a:ea typeface="幼圆" pitchFamily="49" charset="-122"/>
              </a:defRPr>
            </a:lvl3pPr>
            <a:lvl4pPr marL="1600200" indent="-360045">
              <a:buClr>
                <a:schemeClr val="accent1"/>
              </a:buClr>
              <a:buFont typeface="Wingdings" panose="05000000000000000000" pitchFamily="2" charset="2"/>
              <a:buChar char="l"/>
              <a:defRPr sz="1600" baseline="0">
                <a:latin typeface="Verdana" panose="020B0804030504040204" pitchFamily="34" charset="0"/>
                <a:ea typeface="幼圆" pitchFamily="49" charset="-122"/>
              </a:defRPr>
            </a:lvl4pPr>
            <a:lvl5pPr marL="2057400" indent="-360045">
              <a:buClr>
                <a:schemeClr val="accent1"/>
              </a:buClr>
              <a:buFont typeface="Wingdings" panose="05000000000000000000" pitchFamily="2" charset="2"/>
              <a:buChar char="l"/>
              <a:defRPr sz="1600" baseline="0">
                <a:latin typeface="Verdana" panose="020B0804030504040204" pitchFamily="34" charset="0"/>
                <a:ea typeface="幼圆" pitchFamily="49" charset="-122"/>
              </a:defRPr>
            </a:lvl5pPr>
            <a:lvl6pPr marL="2286000" indent="0">
              <a:buClr>
                <a:schemeClr val="tx2"/>
              </a:buClr>
              <a:buFont typeface="Arial" panose="020B0604020202090204" pitchFamily="34" charset="0"/>
              <a:buNone/>
              <a:defRPr/>
            </a:lvl6pPr>
            <a:lvl7pPr marL="2743200" indent="0">
              <a:buNone/>
              <a:defRPr/>
            </a:lvl7pPr>
            <a:lvl8pPr marL="3200400" indent="0">
              <a:buNone/>
              <a:defRPr/>
            </a:lvl8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ltLang="zh-CN" dirty="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smtClean="0"/>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90204" pitchFamily="34" charset="0"/>
              <a:buNone/>
              <a:defRPr sz="3000" baseline="0">
                <a:solidFill>
                  <a:schemeClr val="tx2"/>
                </a:solidFill>
                <a:latin typeface="Verdana" panose="020B0804030504040204" pitchFamily="34" charset="0"/>
                <a:ea typeface="微软雅黑" panose="020B0503020204020204" pitchFamily="34" charset="-122"/>
              </a:defRPr>
            </a:lvl1pPr>
            <a:lvl2pPr marL="457200" indent="0">
              <a:buNone/>
              <a:defRPr/>
            </a:lvl2pPr>
          </a:lstStyle>
          <a:p>
            <a:pPr lvl="0"/>
            <a:r>
              <a:rPr lang="zh-CN" altLang="en-US" smtClean="0"/>
              <a:t>单击此处编辑母版文本样式</a:t>
            </a:r>
            <a:endParaRPr lang="zh-CN" altLang="en-US" smtClean="0"/>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45">
              <a:buClr>
                <a:schemeClr val="accent1"/>
              </a:buClr>
              <a:buFont typeface="Wingdings" panose="05000000000000000000" pitchFamily="2" charset="2"/>
              <a:buChar char="p"/>
              <a:defRPr sz="2200">
                <a:latin typeface="幼圆" pitchFamily="49" charset="-122"/>
                <a:ea typeface="幼圆" pitchFamily="49" charset="-122"/>
              </a:defRPr>
            </a:lvl1pPr>
            <a:lvl2pPr marL="685800" indent="-360045">
              <a:buClr>
                <a:schemeClr val="accent1"/>
              </a:buClr>
              <a:buFont typeface="Wingdings" panose="05000000000000000000" pitchFamily="2" charset="2"/>
              <a:buChar char="l"/>
              <a:defRPr sz="2000">
                <a:latin typeface="幼圆" pitchFamily="49" charset="-122"/>
                <a:ea typeface="幼圆" pitchFamily="49" charset="-122"/>
              </a:defRPr>
            </a:lvl2pPr>
            <a:lvl3pPr marL="1143000" indent="-360045">
              <a:buClr>
                <a:schemeClr val="accent1"/>
              </a:buClr>
              <a:buFont typeface="Wingdings" panose="05000000000000000000" pitchFamily="2" charset="2"/>
              <a:buChar char="l"/>
              <a:defRPr>
                <a:latin typeface="幼圆" pitchFamily="49" charset="-122"/>
                <a:ea typeface="幼圆" pitchFamily="49" charset="-122"/>
              </a:defRPr>
            </a:lvl3pPr>
            <a:lvl4pPr marL="1600200" indent="-360045">
              <a:buClr>
                <a:schemeClr val="accent1"/>
              </a:buClr>
              <a:buFont typeface="Wingdings" panose="05000000000000000000" pitchFamily="2" charset="2"/>
              <a:buChar char="l"/>
              <a:defRPr>
                <a:latin typeface="幼圆" pitchFamily="49" charset="-122"/>
                <a:ea typeface="幼圆" pitchFamily="49" charset="-122"/>
              </a:defRPr>
            </a:lvl4pPr>
            <a:lvl5pPr marL="2057400" indent="-360045">
              <a:buClr>
                <a:schemeClr val="accent1"/>
              </a:buClr>
              <a:buFont typeface="Wingdings" panose="05000000000000000000" pitchFamily="2" charset="2"/>
              <a:buChar char="l"/>
              <a:defRPr>
                <a:latin typeface="幼圆" pitchFamily="49" charset="-122"/>
                <a:ea typeface="幼圆" pitchFamily="49"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45">
              <a:buClr>
                <a:schemeClr val="accent1"/>
              </a:buClr>
              <a:buFont typeface="Wingdings" panose="05000000000000000000" pitchFamily="2" charset="2"/>
              <a:buChar char="p"/>
              <a:defRPr sz="2200">
                <a:latin typeface="幼圆" pitchFamily="49" charset="-122"/>
                <a:ea typeface="幼圆" pitchFamily="49" charset="-122"/>
              </a:defRPr>
            </a:lvl1pPr>
            <a:lvl2pPr marL="685800" indent="-360045">
              <a:buClr>
                <a:schemeClr val="accent1"/>
              </a:buClr>
              <a:buFont typeface="Wingdings" panose="05000000000000000000" pitchFamily="2" charset="2"/>
              <a:buChar char="l"/>
              <a:defRPr sz="2000">
                <a:latin typeface="幼圆" pitchFamily="49" charset="-122"/>
                <a:ea typeface="幼圆" pitchFamily="49" charset="-122"/>
              </a:defRPr>
            </a:lvl2pPr>
            <a:lvl3pPr marL="1143000" indent="-360045">
              <a:buClr>
                <a:schemeClr val="accent1"/>
              </a:buClr>
              <a:buFont typeface="Wingdings" panose="05000000000000000000" pitchFamily="2" charset="2"/>
              <a:buChar char="l"/>
              <a:defRPr>
                <a:latin typeface="幼圆" pitchFamily="49" charset="-122"/>
                <a:ea typeface="幼圆" pitchFamily="49" charset="-122"/>
              </a:defRPr>
            </a:lvl3pPr>
            <a:lvl4pPr marL="1600200" indent="-360045">
              <a:buClr>
                <a:schemeClr val="accent1"/>
              </a:buClr>
              <a:buFont typeface="Wingdings" panose="05000000000000000000" pitchFamily="2" charset="2"/>
              <a:buChar char="l"/>
              <a:defRPr>
                <a:latin typeface="幼圆" pitchFamily="49" charset="-122"/>
                <a:ea typeface="幼圆" pitchFamily="49" charset="-122"/>
              </a:defRPr>
            </a:lvl4pPr>
            <a:lvl5pPr marL="2057400" indent="-360045">
              <a:buClr>
                <a:schemeClr val="accent1"/>
              </a:buClr>
              <a:buFont typeface="Wingdings" panose="05000000000000000000" pitchFamily="2" charset="2"/>
              <a:buChar char="l"/>
              <a:defRPr>
                <a:latin typeface="幼圆" pitchFamily="49" charset="-122"/>
                <a:ea typeface="幼圆" pitchFamily="49"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accent1"/>
                </a:solidFill>
                <a:latin typeface="Verdana" panose="020B0804030504040204" pitchFamily="34" charset="0"/>
                <a:ea typeface="幼圆" pitchFamily="49" charset="-122"/>
              </a:defRPr>
            </a:lvl1pPr>
          </a:lstStyle>
          <a:p>
            <a:r>
              <a:rPr lang="zh-CN" altLang="en-US" smtClean="0"/>
              <a:t>单击此处编辑母版标题样式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8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260350" y="1724773"/>
            <a:ext cx="4006850" cy="4308473"/>
          </a:xfrm>
        </p:spPr>
        <p:txBody>
          <a:bodyPr/>
          <a:lstStyle>
            <a:lvl1pPr marL="228600" indent="-360045">
              <a:buClr>
                <a:schemeClr val="accent1"/>
              </a:buClr>
              <a:buFont typeface="Wingdings" panose="05000000000000000000" pitchFamily="2" charset="2"/>
              <a:buChar char="p"/>
              <a:defRPr baseline="0">
                <a:latin typeface="Verdana" panose="020B0804030504040204" pitchFamily="34" charset="0"/>
                <a:ea typeface="幼圆" pitchFamily="49" charset="-122"/>
              </a:defRPr>
            </a:lvl1pPr>
            <a:lvl2pPr marL="6858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2pPr>
            <a:lvl3pPr marL="11430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3pPr>
            <a:lvl4pPr marL="16002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4pPr>
            <a:lvl5pPr marL="20574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8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572000" y="1724773"/>
            <a:ext cx="4305300" cy="4308473"/>
          </a:xfrm>
        </p:spPr>
        <p:txBody>
          <a:bodyPr/>
          <a:lstStyle>
            <a:lvl1pPr marL="228600" indent="-360045">
              <a:buClr>
                <a:schemeClr val="accent1"/>
              </a:buClr>
              <a:buFont typeface="Wingdings" panose="05000000000000000000" pitchFamily="2" charset="2"/>
              <a:buChar char="p"/>
              <a:defRPr baseline="0">
                <a:latin typeface="Verdana" panose="020B0804030504040204" pitchFamily="34" charset="0"/>
                <a:ea typeface="幼圆" pitchFamily="49" charset="-122"/>
              </a:defRPr>
            </a:lvl1pPr>
            <a:lvl2pPr marL="6858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2pPr>
            <a:lvl3pPr marL="11430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3pPr>
            <a:lvl4pPr marL="16002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4pPr>
            <a:lvl5pPr marL="2057400" indent="-360045">
              <a:buClr>
                <a:schemeClr val="accent1"/>
              </a:buClr>
              <a:buFont typeface="Wingdings" panose="05000000000000000000" pitchFamily="2" charset="2"/>
              <a:buChar char="l"/>
              <a:defRPr baseline="0">
                <a:latin typeface="Verdana" panose="020B0804030504040204" pitchFamily="34" charset="0"/>
                <a:ea typeface="幼圆" pitchFamily="49"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accent1"/>
                </a:solidFill>
                <a:latin typeface="Verdana" panose="020B0804030504040204" pitchFamily="34" charset="0"/>
                <a:ea typeface="幼圆" pitchFamily="49" charset="-122"/>
              </a:defRPr>
            </a:lvl1pPr>
          </a:lstStyle>
          <a:p>
            <a:r>
              <a:rPr lang="zh-CN" altLang="en-US" smtClean="0"/>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1" baseline="0">
                <a:solidFill>
                  <a:schemeClr val="accent1"/>
                </a:solidFill>
                <a:effectLst>
                  <a:outerShdw blurRad="38100" dist="38100" dir="2700000" algn="tl">
                    <a:srgbClr val="000000">
                      <a:alpha val="43137"/>
                    </a:srgbClr>
                  </a:outerShdw>
                </a:effectLst>
                <a:latin typeface="Verdana" panose="020B0804030504040204" pitchFamily="34" charset="0"/>
                <a:ea typeface="幼圆" pitchFamily="49" charset="-122"/>
              </a:defRPr>
            </a:lvl1pPr>
          </a:lstStyle>
          <a:p>
            <a:r>
              <a:rPr lang="zh-CN" altLang="en-US" smtClean="0"/>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3.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9"/>
          <a:stretch>
            <a:fillRect/>
          </a:stretch>
        </a:blipFill>
        <a:effectLst/>
      </p:bgPr>
    </p:bg>
    <p:spTree>
      <p:nvGrpSpPr>
        <p:cNvPr id="1" name=""/>
        <p:cNvGrpSpPr/>
        <p:nvPr/>
      </p:nvGrpSpPr>
      <p:grpSpPr/>
      <p:sp>
        <p:nvSpPr>
          <p:cNvPr id="2050" name="Text Placeholder 2"/>
          <p:cNvSpPr>
            <a:spLocks noGrp="1"/>
          </p:cNvSpPr>
          <p:nvPr>
            <p:ph type="body" idx="1"/>
          </p:nvPr>
        </p:nvSpPr>
        <p:spPr>
          <a:xfrm>
            <a:off x="260350" y="1050925"/>
            <a:ext cx="8629650" cy="50704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x-none" dirty="0"/>
          </a:p>
        </p:txBody>
      </p:sp>
      <p:sp>
        <p:nvSpPr>
          <p:cNvPr id="8" name="标题占位符 7"/>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804030504040204" pitchFamily="34" charset="0"/>
          <a:ea typeface="幼圆" pitchFamily="49" charset="-122"/>
          <a:cs typeface="+mj-cs"/>
        </a:defRPr>
      </a:lvl1pPr>
    </p:titleStyle>
    <p:body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804030504040204" pitchFamily="34" charset="0"/>
          <a:ea typeface="幼圆"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804030504040204" pitchFamily="34" charset="0"/>
          <a:ea typeface="幼圆"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804030504040204" pitchFamily="34" charset="0"/>
          <a:ea typeface="幼圆"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6" Type="http://schemas.openxmlformats.org/officeDocument/2006/relationships/comments" Target="../comments/comment1.xml"/><Relationship Id="rId5" Type="http://schemas.openxmlformats.org/officeDocument/2006/relationships/notesSlide" Target="../notesSlides/notesSlide7.xml"/><Relationship Id="rId4" Type="http://schemas.openxmlformats.org/officeDocument/2006/relationships/slideLayout" Target="../slideLayouts/slideLayout3.xml"/><Relationship Id="rId3" Type="http://schemas.openxmlformats.org/officeDocument/2006/relationships/image" Target="../media/image14.png"/><Relationship Id="rId2" Type="http://schemas.openxmlformats.org/officeDocument/2006/relationships/tags" Target="../tags/tag1.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22.png"/><Relationship Id="rId7" Type="http://schemas.openxmlformats.org/officeDocument/2006/relationships/tags" Target="../tags/tag5.xml"/><Relationship Id="rId6" Type="http://schemas.openxmlformats.org/officeDocument/2006/relationships/image" Target="../media/image21.png"/><Relationship Id="rId5" Type="http://schemas.openxmlformats.org/officeDocument/2006/relationships/tags" Target="../tags/tag4.xml"/><Relationship Id="rId4" Type="http://schemas.openxmlformats.org/officeDocument/2006/relationships/image" Target="../media/image20.png"/><Relationship Id="rId3" Type="http://schemas.openxmlformats.org/officeDocument/2006/relationships/tags" Target="../tags/tag3.xml"/><Relationship Id="rId2" Type="http://schemas.openxmlformats.org/officeDocument/2006/relationships/image" Target="../media/image19.png"/><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18.png"/><Relationship Id="rId2" Type="http://schemas.openxmlformats.org/officeDocument/2006/relationships/image" Target="../media/image23.png"/><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3.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3.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3.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42.png"/><Relationship Id="rId1" Type="http://schemas.openxmlformats.org/officeDocument/2006/relationships/image" Target="../media/image4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3.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2.wmf"/><Relationship Id="rId7" Type="http://schemas.openxmlformats.org/officeDocument/2006/relationships/oleObject" Target="../embeddings/oleObject4.bin"/><Relationship Id="rId6" Type="http://schemas.openxmlformats.org/officeDocument/2006/relationships/image" Target="../media/image51.wmf"/><Relationship Id="rId5" Type="http://schemas.openxmlformats.org/officeDocument/2006/relationships/oleObject" Target="../embeddings/oleObject3.bin"/><Relationship Id="rId4" Type="http://schemas.openxmlformats.org/officeDocument/2006/relationships/image" Target="../media/image50.wmf"/><Relationship Id="rId3" Type="http://schemas.openxmlformats.org/officeDocument/2006/relationships/oleObject" Target="../embeddings/oleObject2.bin"/><Relationship Id="rId22" Type="http://schemas.openxmlformats.org/officeDocument/2006/relationships/notesSlide" Target="../notesSlides/notesSlide26.xml"/><Relationship Id="rId21" Type="http://schemas.openxmlformats.org/officeDocument/2006/relationships/vmlDrawing" Target="../drawings/vmlDrawing1.vml"/><Relationship Id="rId20" Type="http://schemas.openxmlformats.org/officeDocument/2006/relationships/slideLayout" Target="../slideLayouts/slideLayout3.xml"/><Relationship Id="rId2" Type="http://schemas.openxmlformats.org/officeDocument/2006/relationships/image" Target="../media/image49.wmf"/><Relationship Id="rId19" Type="http://schemas.openxmlformats.org/officeDocument/2006/relationships/image" Target="../media/image55.wmf"/><Relationship Id="rId18" Type="http://schemas.openxmlformats.org/officeDocument/2006/relationships/oleObject" Target="../embeddings/oleObject12.bin"/><Relationship Id="rId17" Type="http://schemas.openxmlformats.org/officeDocument/2006/relationships/image" Target="../media/image54.wmf"/><Relationship Id="rId16" Type="http://schemas.openxmlformats.org/officeDocument/2006/relationships/oleObject" Target="../embeddings/oleObject11.bin"/><Relationship Id="rId15" Type="http://schemas.openxmlformats.org/officeDocument/2006/relationships/oleObject" Target="../embeddings/oleObject10.bin"/><Relationship Id="rId14" Type="http://schemas.openxmlformats.org/officeDocument/2006/relationships/image" Target="../media/image53.wmf"/><Relationship Id="rId13" Type="http://schemas.openxmlformats.org/officeDocument/2006/relationships/oleObject" Target="../embeddings/oleObject9.bin"/><Relationship Id="rId12" Type="http://schemas.openxmlformats.org/officeDocument/2006/relationships/oleObject" Target="../embeddings/oleObject8.bin"/><Relationship Id="rId11" Type="http://schemas.openxmlformats.org/officeDocument/2006/relationships/oleObject" Target="../embeddings/oleObject7.bin"/><Relationship Id="rId10" Type="http://schemas.openxmlformats.org/officeDocument/2006/relationships/oleObject" Target="../embeddings/oleObject6.bin"/><Relationship Id="rId1"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6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3.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63.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3.xml"/><Relationship Id="rId2" Type="http://schemas.openxmlformats.org/officeDocument/2006/relationships/image" Target="../media/image67.png"/><Relationship Id="rId1" Type="http://schemas.openxmlformats.org/officeDocument/2006/relationships/image" Target="../media/image66.png"/></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3.xml"/><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43.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3.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image" Target="../media/image78.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3.xml"/><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3.xml"/><Relationship Id="rId2" Type="http://schemas.openxmlformats.org/officeDocument/2006/relationships/image" Target="../media/image83.png"/><Relationship Id="rId1" Type="http://schemas.openxmlformats.org/officeDocument/2006/relationships/image" Target="../media/image82.png"/></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3.xml"/><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3.xml"/><Relationship Id="rId2" Type="http://schemas.openxmlformats.org/officeDocument/2006/relationships/image" Target="../media/image89.png"/><Relationship Id="rId1" Type="http://schemas.openxmlformats.org/officeDocument/2006/relationships/image" Target="../media/image8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image" Target="../media/image9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1" lang="zh-CN" altLang="en-US" sz="6000" b="1" i="0" u="none" strike="noStrike" kern="1200" cap="none" spc="0" normalizeH="0" baseline="0" noProof="0" dirty="0" smtClean="0">
                <a:ln>
                  <a:noFill/>
                </a:ln>
                <a:solidFill>
                  <a:schemeClr val="tx2"/>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Verdana" panose="020B0804030504040204" pitchFamily="34" charset="0"/>
              </a:rPr>
              <a:t>第八章</a:t>
            </a:r>
            <a:r>
              <a:rPr kumimoji="1" lang="zh-CN" altLang="en-US" sz="6000" b="1" i="0" u="none" strike="noStrike" kern="1200" cap="none" spc="0" normalizeH="0" baseline="0" noProof="0" smtClean="0">
                <a:ln>
                  <a:noFill/>
                </a:ln>
                <a:solidFill>
                  <a:schemeClr val="tx2"/>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Verdana" panose="020B0804030504040204" pitchFamily="34" charset="0"/>
              </a:rPr>
              <a:t>：集成</a:t>
            </a:r>
            <a:r>
              <a:rPr kumimoji="1" lang="zh-CN" altLang="en-US" sz="6000" b="1" i="0" u="none" strike="noStrike" kern="1200" cap="none" spc="0" normalizeH="0" baseline="0" noProof="0" dirty="0" smtClean="0">
                <a:ln>
                  <a:noFill/>
                </a:ln>
                <a:solidFill>
                  <a:schemeClr val="tx2"/>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Verdana" panose="020B0804030504040204" pitchFamily="34" charset="0"/>
              </a:rPr>
              <a:t>学习</a:t>
            </a:r>
            <a:endParaRPr kumimoji="0" lang="zh-CN" altLang="en-US" sz="6000" b="1" i="0" u="none" strike="noStrike" kern="1200" cap="none" spc="0" normalizeH="0" baseline="0" noProof="0" dirty="0">
              <a:ln>
                <a:noFill/>
              </a:ln>
              <a:solidFill>
                <a:schemeClr val="tx2"/>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集成学习</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6" name="内容占位符 2"/>
          <p:cNvSpPr>
            <a:spLocks noGrp="1"/>
          </p:cNvSpPr>
          <p:nvPr>
            <p:ph idx="1"/>
          </p:nvPr>
        </p:nvSpPr>
        <p:spPr>
          <a:xfrm>
            <a:off x="377825" y="893763"/>
            <a:ext cx="8616950" cy="5175250"/>
          </a:xfrm>
        </p:spPr>
        <p:txBody>
          <a:bodyPr vert="horz" lIns="91440" tIns="46800" rIns="91440" bIns="45720" rtlCol="0">
            <a:normAutofit fontScale="92500" lnSpcReduction="10000"/>
          </a:bodyPr>
          <a:lstStyle/>
          <a:p>
            <a:pPr marL="0" marR="0" lvl="0" indent="0"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None/>
              <a:defRPr/>
            </a:pP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 </a:t>
            </a:r>
            <a:r>
              <a:rPr kumimoji="0" lang="zh-CN" altLang="en-US" sz="2800" b="0" i="0" u="none" strike="noStrike" kern="1200" cap="none" spc="0" normalizeH="0" baseline="0" noProof="0" dirty="0">
                <a:ln>
                  <a:noFill/>
                </a:ln>
                <a:solidFill>
                  <a:schemeClr val="tx1"/>
                </a:solidFill>
                <a:effectLst/>
                <a:uLnTx/>
                <a:uFillTx/>
                <a:latin typeface="+mn-ea"/>
                <a:ea typeface="+mn-ea"/>
                <a:cs typeface="+mn-cs"/>
              </a:rPr>
              <a:t>个体</a:t>
            </a: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与集成</a:t>
            </a:r>
            <a:endPar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Boosting</a:t>
            </a:r>
            <a:endParaRPr kumimoji="0" lang="en-US" altLang="zh-CN" sz="2800" b="0" i="0" u="none" strike="noStrike" kern="1200" cap="none" spc="0" normalizeH="0" baseline="0" noProof="0" dirty="0" smtClean="0">
              <a:ln>
                <a:noFill/>
              </a:ln>
              <a:solidFill>
                <a:schemeClr val="tx1"/>
              </a:solidFill>
              <a:effectLst/>
              <a:uLnTx/>
              <a:uFillTx/>
              <a:latin typeface="+mn-lt"/>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en-US" altLang="zh-CN" sz="2000" b="0" i="0" u="none" strike="noStrike" kern="1200" cap="none" spc="0" normalizeH="0" baseline="0" noProof="0" dirty="0" err="1" smtClean="0">
                <a:ln>
                  <a:noFill/>
                </a:ln>
                <a:solidFill>
                  <a:schemeClr val="tx1"/>
                </a:solidFill>
                <a:effectLst/>
                <a:uLnTx/>
                <a:uFillTx/>
                <a:latin typeface="Verdana" panose="020B0804030504040204" pitchFamily="34" charset="0"/>
                <a:ea typeface="幼圆" pitchFamily="49" charset="-122"/>
                <a:cs typeface="+mn-cs"/>
              </a:rPr>
              <a:t>Adaboost</a:t>
            </a:r>
            <a:r>
              <a:rPr kumimoji="0" lang="zh-CN" altLang="en-US"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Bagging</a:t>
            </a: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与随机森林</a:t>
            </a:r>
            <a:endPar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 结合策略</a:t>
            </a: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平均法</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tx1"/>
                </a:solidFill>
                <a:effectLst/>
                <a:uLnTx/>
                <a:uFillTx/>
                <a:latin typeface="+mn-ea"/>
                <a:ea typeface="+mn-ea"/>
                <a:cs typeface="+mn-cs"/>
              </a:rPr>
              <a:t>投票</a:t>
            </a: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tx1"/>
                </a:solidFill>
                <a:effectLst/>
                <a:uLnTx/>
                <a:uFillTx/>
                <a:latin typeface="+mn-ea"/>
                <a:ea typeface="+mn-ea"/>
                <a:cs typeface="+mn-cs"/>
              </a:rPr>
              <a:t>学习</a:t>
            </a: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多样性</a:t>
            </a: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误差</a:t>
            </a:r>
            <a:r>
              <a:rPr kumimoji="0" lang="en-US" altLang="zh-CN" sz="2600" b="0" i="0" u="none" strike="noStrike" kern="1200" cap="none" spc="0" normalizeH="0" baseline="0" noProof="0" dirty="0" smtClean="0">
                <a:ln>
                  <a:noFill/>
                </a:ln>
                <a:solidFill>
                  <a:schemeClr val="tx1"/>
                </a:solidFill>
                <a:effectLst/>
                <a:uLnTx/>
                <a:uFillTx/>
                <a:latin typeface="+mn-ea"/>
                <a:ea typeface="+mn-ea"/>
                <a:cs typeface="+mn-cs"/>
              </a:rPr>
              <a:t>-</a:t>
            </a: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分歧分解</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多样性度量</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tx1"/>
                </a:solidFill>
                <a:effectLst/>
                <a:uLnTx/>
                <a:uFillTx/>
                <a:latin typeface="+mn-ea"/>
                <a:ea typeface="+mn-ea"/>
                <a:cs typeface="+mn-cs"/>
              </a:rPr>
              <a:t>多样性扰动</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endParaRPr kumimoji="0" lang="zh-CN" altLang="en-US" sz="2800" b="0" i="0" u="none" strike="noStrike" kern="1200" cap="none" spc="0" normalizeH="0" baseline="0" noProof="0" dirty="0">
              <a:ln>
                <a:noFill/>
              </a:ln>
              <a:solidFill>
                <a:schemeClr val="tx1"/>
              </a:solidFill>
              <a:effectLst/>
              <a:uLnTx/>
              <a:uFillTx/>
              <a:latin typeface="+mn-ea"/>
              <a:ea typeface="+mn-ea"/>
              <a:cs typeface="+mn-cs"/>
            </a:endParaRPr>
          </a:p>
          <a:p>
            <a:pPr marL="1697355" marR="0" lvl="4" indent="0"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None/>
              <a:defRPr/>
            </a:pPr>
            <a:endParaRPr kumimoji="0" lang="en-US" altLang="zh-CN" sz="16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6">
                                            <p:txEl>
                                              <p:charRg st="8" end="18"/>
                                            </p:txEl>
                                          </p:spTgt>
                                        </p:tgtEl>
                                        <p:attrNameLst>
                                          <p:attrName>style.opacity</p:attrName>
                                        </p:attrNameLst>
                                      </p:cBhvr>
                                      <p:to>
                                        <p:strVal val="0.5"/>
                                      </p:to>
                                    </p:set>
                                    <p:animEffect filter="image" prLst="opacity: 0.5">
                                      <p:cBhvr rctx="IE">
                                        <p:cTn id="7" dur="indefinite"/>
                                        <p:tgtEl>
                                          <p:spTgt spid="6">
                                            <p:txEl>
                                              <p:charRg st="8" end="18"/>
                                            </p:txEl>
                                          </p:spTgt>
                                        </p:tgtEl>
                                      </p:cBhvr>
                                    </p:animEffect>
                                  </p:childTnLst>
                                </p:cTn>
                              </p:par>
                              <p:par>
                                <p:cTn id="8" presetID="9" presetClass="emph" presetSubtype="0" nodeType="withEffect">
                                  <p:stCondLst>
                                    <p:cond delay="0"/>
                                  </p:stCondLst>
                                  <p:childTnLst>
                                    <p:set>
                                      <p:cBhvr rctx="PPT">
                                        <p:cTn id="9" dur="indefinite"/>
                                        <p:tgtEl>
                                          <p:spTgt spid="6">
                                            <p:txEl>
                                              <p:charRg st="18" end="29"/>
                                            </p:txEl>
                                          </p:spTgt>
                                        </p:tgtEl>
                                        <p:attrNameLst>
                                          <p:attrName>style.opacity</p:attrName>
                                        </p:attrNameLst>
                                      </p:cBhvr>
                                      <p:to>
                                        <p:strVal val="0.5"/>
                                      </p:to>
                                    </p:set>
                                    <p:animEffect filter="image" prLst="opacity: 0.5">
                                      <p:cBhvr rctx="IE">
                                        <p:cTn id="10" dur="indefinite"/>
                                        <p:tgtEl>
                                          <p:spTgt spid="6">
                                            <p:txEl>
                                              <p:charRg st="18" end="29"/>
                                            </p:txEl>
                                          </p:spTgt>
                                        </p:tgtEl>
                                      </p:cBhvr>
                                    </p:animEffect>
                                  </p:childTnLst>
                                </p:cTn>
                              </p:par>
                              <p:par>
                                <p:cTn id="11" presetID="9" presetClass="emph" presetSubtype="0" nodeType="withEffect">
                                  <p:stCondLst>
                                    <p:cond delay="0"/>
                                  </p:stCondLst>
                                  <p:childTnLst>
                                    <p:set>
                                      <p:cBhvr rctx="PPT">
                                        <p:cTn id="12" dur="indefinite"/>
                                        <p:tgtEl>
                                          <p:spTgt spid="6">
                                            <p:txEl>
                                              <p:charRg st="29" end="43"/>
                                            </p:txEl>
                                          </p:spTgt>
                                        </p:tgtEl>
                                        <p:attrNameLst>
                                          <p:attrName>style.opacity</p:attrName>
                                        </p:attrNameLst>
                                      </p:cBhvr>
                                      <p:to>
                                        <p:strVal val="0.5"/>
                                      </p:to>
                                    </p:set>
                                    <p:animEffect filter="image" prLst="opacity: 0.5">
                                      <p:cBhvr rctx="IE">
                                        <p:cTn id="13" dur="indefinite"/>
                                        <p:tgtEl>
                                          <p:spTgt spid="6">
                                            <p:txEl>
                                              <p:charRg st="29" end="43"/>
                                            </p:txEl>
                                          </p:spTgt>
                                        </p:tgtEl>
                                      </p:cBhvr>
                                    </p:animEffect>
                                  </p:childTnLst>
                                </p:cTn>
                              </p:par>
                              <p:par>
                                <p:cTn id="14" presetID="9" presetClass="emph" presetSubtype="0" nodeType="withEffect">
                                  <p:stCondLst>
                                    <p:cond delay="0"/>
                                  </p:stCondLst>
                                  <p:childTnLst>
                                    <p:set>
                                      <p:cBhvr rctx="PPT">
                                        <p:cTn id="15" dur="indefinite"/>
                                        <p:tgtEl>
                                          <p:spTgt spid="6">
                                            <p:txEl>
                                              <p:charRg st="43" end="49"/>
                                            </p:txEl>
                                          </p:spTgt>
                                        </p:tgtEl>
                                        <p:attrNameLst>
                                          <p:attrName>style.opacity</p:attrName>
                                        </p:attrNameLst>
                                      </p:cBhvr>
                                      <p:to>
                                        <p:strVal val="0.5"/>
                                      </p:to>
                                    </p:set>
                                    <p:animEffect filter="image" prLst="opacity: 0.5">
                                      <p:cBhvr rctx="IE">
                                        <p:cTn id="16" dur="indefinite"/>
                                        <p:tgtEl>
                                          <p:spTgt spid="6">
                                            <p:txEl>
                                              <p:charRg st="43" end="49"/>
                                            </p:txEl>
                                          </p:spTgt>
                                        </p:tgtEl>
                                      </p:cBhvr>
                                    </p:animEffect>
                                  </p:childTnLst>
                                </p:cTn>
                              </p:par>
                              <p:par>
                                <p:cTn id="17" presetID="9" presetClass="emph" presetSubtype="0" nodeType="withEffect">
                                  <p:stCondLst>
                                    <p:cond delay="0"/>
                                  </p:stCondLst>
                                  <p:childTnLst>
                                    <p:set>
                                      <p:cBhvr rctx="PPT">
                                        <p:cTn id="18" dur="indefinite"/>
                                        <p:tgtEl>
                                          <p:spTgt spid="6">
                                            <p:txEl>
                                              <p:charRg st="49" end="53"/>
                                            </p:txEl>
                                          </p:spTgt>
                                        </p:tgtEl>
                                        <p:attrNameLst>
                                          <p:attrName>style.opacity</p:attrName>
                                        </p:attrNameLst>
                                      </p:cBhvr>
                                      <p:to>
                                        <p:strVal val="0.5"/>
                                      </p:to>
                                    </p:set>
                                    <p:animEffect filter="image" prLst="opacity: 0.5">
                                      <p:cBhvr rctx="IE">
                                        <p:cTn id="19" dur="indefinite"/>
                                        <p:tgtEl>
                                          <p:spTgt spid="6">
                                            <p:txEl>
                                              <p:charRg st="49" end="53"/>
                                            </p:txEl>
                                          </p:spTgt>
                                        </p:tgtEl>
                                      </p:cBhvr>
                                    </p:animEffect>
                                  </p:childTnLst>
                                </p:cTn>
                              </p:par>
                              <p:par>
                                <p:cTn id="20" presetID="9" presetClass="emph" presetSubtype="0" nodeType="withEffect">
                                  <p:stCondLst>
                                    <p:cond delay="0"/>
                                  </p:stCondLst>
                                  <p:childTnLst>
                                    <p:set>
                                      <p:cBhvr rctx="PPT">
                                        <p:cTn id="21" dur="indefinite"/>
                                        <p:tgtEl>
                                          <p:spTgt spid="6">
                                            <p:txEl>
                                              <p:charRg st="53" end="57"/>
                                            </p:txEl>
                                          </p:spTgt>
                                        </p:tgtEl>
                                        <p:attrNameLst>
                                          <p:attrName>style.opacity</p:attrName>
                                        </p:attrNameLst>
                                      </p:cBhvr>
                                      <p:to>
                                        <p:strVal val="0.5"/>
                                      </p:to>
                                    </p:set>
                                    <p:animEffect filter="image" prLst="opacity: 0.5">
                                      <p:cBhvr rctx="IE">
                                        <p:cTn id="22" dur="indefinite"/>
                                        <p:tgtEl>
                                          <p:spTgt spid="6">
                                            <p:txEl>
                                              <p:charRg st="53" end="57"/>
                                            </p:txEl>
                                          </p:spTgt>
                                        </p:tgtEl>
                                      </p:cBhvr>
                                    </p:animEffect>
                                  </p:childTnLst>
                                </p:cTn>
                              </p:par>
                              <p:par>
                                <p:cTn id="23" presetID="9" presetClass="emph" presetSubtype="0" nodeType="withEffect">
                                  <p:stCondLst>
                                    <p:cond delay="0"/>
                                  </p:stCondLst>
                                  <p:childTnLst>
                                    <p:set>
                                      <p:cBhvr rctx="PPT">
                                        <p:cTn id="24" dur="indefinite"/>
                                        <p:tgtEl>
                                          <p:spTgt spid="6">
                                            <p:txEl>
                                              <p:charRg st="57" end="61"/>
                                            </p:txEl>
                                          </p:spTgt>
                                        </p:tgtEl>
                                        <p:attrNameLst>
                                          <p:attrName>style.opacity</p:attrName>
                                        </p:attrNameLst>
                                      </p:cBhvr>
                                      <p:to>
                                        <p:strVal val="0.5"/>
                                      </p:to>
                                    </p:set>
                                    <p:animEffect filter="image" prLst="opacity: 0.5">
                                      <p:cBhvr rctx="IE">
                                        <p:cTn id="25" dur="indefinite"/>
                                        <p:tgtEl>
                                          <p:spTgt spid="6">
                                            <p:txEl>
                                              <p:charRg st="57" end="61"/>
                                            </p:txEl>
                                          </p:spTgt>
                                        </p:tgtEl>
                                      </p:cBhvr>
                                    </p:animEffect>
                                  </p:childTnLst>
                                </p:cTn>
                              </p:par>
                              <p:par>
                                <p:cTn id="26" presetID="9" presetClass="emph" presetSubtype="0" nodeType="withEffect">
                                  <p:stCondLst>
                                    <p:cond delay="0"/>
                                  </p:stCondLst>
                                  <p:childTnLst>
                                    <p:set>
                                      <p:cBhvr rctx="PPT">
                                        <p:cTn id="27" dur="indefinite"/>
                                        <p:tgtEl>
                                          <p:spTgt spid="6">
                                            <p:txEl>
                                              <p:charRg st="61" end="65"/>
                                            </p:txEl>
                                          </p:spTgt>
                                        </p:tgtEl>
                                        <p:attrNameLst>
                                          <p:attrName>style.opacity</p:attrName>
                                        </p:attrNameLst>
                                      </p:cBhvr>
                                      <p:to>
                                        <p:strVal val="0.5"/>
                                      </p:to>
                                    </p:set>
                                    <p:animEffect filter="image" prLst="opacity: 0.5">
                                      <p:cBhvr rctx="IE">
                                        <p:cTn id="28" dur="indefinite"/>
                                        <p:tgtEl>
                                          <p:spTgt spid="6">
                                            <p:txEl>
                                              <p:charRg st="61" end="65"/>
                                            </p:txEl>
                                          </p:spTgt>
                                        </p:tgtEl>
                                      </p:cBhvr>
                                    </p:animEffect>
                                  </p:childTnLst>
                                </p:cTn>
                              </p:par>
                              <p:par>
                                <p:cTn id="29" presetID="9" presetClass="emph" presetSubtype="0" nodeType="withEffect">
                                  <p:stCondLst>
                                    <p:cond delay="0"/>
                                  </p:stCondLst>
                                  <p:childTnLst>
                                    <p:set>
                                      <p:cBhvr rctx="PPT">
                                        <p:cTn id="30" dur="indefinite"/>
                                        <p:tgtEl>
                                          <p:spTgt spid="6">
                                            <p:txEl>
                                              <p:charRg st="65" end="73"/>
                                            </p:txEl>
                                          </p:spTgt>
                                        </p:tgtEl>
                                        <p:attrNameLst>
                                          <p:attrName>style.opacity</p:attrName>
                                        </p:attrNameLst>
                                      </p:cBhvr>
                                      <p:to>
                                        <p:strVal val="0.5"/>
                                      </p:to>
                                    </p:set>
                                    <p:animEffect filter="image" prLst="opacity: 0.5">
                                      <p:cBhvr rctx="IE">
                                        <p:cTn id="31" dur="indefinite"/>
                                        <p:tgtEl>
                                          <p:spTgt spid="6">
                                            <p:txEl>
                                              <p:charRg st="65" end="73"/>
                                            </p:txEl>
                                          </p:spTgt>
                                        </p:tgtEl>
                                      </p:cBhvr>
                                    </p:animEffect>
                                  </p:childTnLst>
                                </p:cTn>
                              </p:par>
                              <p:par>
                                <p:cTn id="32" presetID="9" presetClass="emph" presetSubtype="0" nodeType="withEffect">
                                  <p:stCondLst>
                                    <p:cond delay="0"/>
                                  </p:stCondLst>
                                  <p:childTnLst>
                                    <p:set>
                                      <p:cBhvr rctx="PPT">
                                        <p:cTn id="33" dur="indefinite"/>
                                        <p:tgtEl>
                                          <p:spTgt spid="6">
                                            <p:txEl>
                                              <p:charRg st="73" end="79"/>
                                            </p:txEl>
                                          </p:spTgt>
                                        </p:tgtEl>
                                        <p:attrNameLst>
                                          <p:attrName>style.opacity</p:attrName>
                                        </p:attrNameLst>
                                      </p:cBhvr>
                                      <p:to>
                                        <p:strVal val="0.5"/>
                                      </p:to>
                                    </p:set>
                                    <p:animEffect filter="image" prLst="opacity: 0.5">
                                      <p:cBhvr rctx="IE">
                                        <p:cTn id="34" dur="indefinite"/>
                                        <p:tgtEl>
                                          <p:spTgt spid="6">
                                            <p:txEl>
                                              <p:charRg st="73" end="79"/>
                                            </p:txEl>
                                          </p:spTgt>
                                        </p:tgtEl>
                                      </p:cBhvr>
                                    </p:animEffect>
                                  </p:childTnLst>
                                </p:cTn>
                              </p:par>
                              <p:par>
                                <p:cTn id="35" presetID="9" presetClass="emph" presetSubtype="0" nodeType="withEffect">
                                  <p:stCondLst>
                                    <p:cond delay="0"/>
                                  </p:stCondLst>
                                  <p:childTnLst>
                                    <p:set>
                                      <p:cBhvr rctx="PPT">
                                        <p:cTn id="36" dur="indefinite"/>
                                        <p:tgtEl>
                                          <p:spTgt spid="6">
                                            <p:txEl>
                                              <p:charRg st="79" end="85"/>
                                            </p:txEl>
                                          </p:spTgt>
                                        </p:tgtEl>
                                        <p:attrNameLst>
                                          <p:attrName>style.opacity</p:attrName>
                                        </p:attrNameLst>
                                      </p:cBhvr>
                                      <p:to>
                                        <p:strVal val="0.5"/>
                                      </p:to>
                                    </p:set>
                                    <p:animEffect filter="image" prLst="opacity: 0.5">
                                      <p:cBhvr rctx="IE">
                                        <p:cTn id="37" dur="indefinite"/>
                                        <p:tgtEl>
                                          <p:spTgt spid="6">
                                            <p:txEl>
                                              <p:charRg st="79" end="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个体与集成</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8195" name="内容占位符 3"/>
          <p:cNvSpPr>
            <a:spLocks noGrp="1"/>
          </p:cNvSpPr>
          <p:nvPr>
            <p:ph idx="1"/>
          </p:nvPr>
        </p:nvSpPr>
        <p:spPr>
          <a:xfrm>
            <a:off x="201613" y="1338263"/>
            <a:ext cx="8616950" cy="16160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集成学习</a:t>
            </a:r>
            <a:r>
              <a:rPr lang="en-US" altLang="zh-CN" kern="1200" baseline="0" dirty="0">
                <a:latin typeface="Verdana" panose="020B0804030504040204" pitchFamily="34" charset="0"/>
                <a:ea typeface="幼圆" pitchFamily="49" charset="-122"/>
                <a:cs typeface="+mn-cs"/>
              </a:rPr>
              <a:t>(ensemble</a:t>
            </a:r>
            <a:r>
              <a:rPr lang="zh-CN" altLang="en-US" kern="1200" baseline="0" dirty="0">
                <a:latin typeface="Verdana" panose="020B0804030504040204" pitchFamily="34" charset="0"/>
                <a:ea typeface="幼圆" pitchFamily="49" charset="-122"/>
                <a:cs typeface="+mn-cs"/>
              </a:rPr>
              <a:t> </a:t>
            </a:r>
            <a:r>
              <a:rPr lang="en-US" altLang="zh-CN" kern="1200" baseline="0" dirty="0">
                <a:latin typeface="Verdana" panose="020B0804030504040204" pitchFamily="34" charset="0"/>
                <a:ea typeface="幼圆" pitchFamily="49" charset="-122"/>
                <a:cs typeface="+mn-cs"/>
              </a:rPr>
              <a:t>learning)</a:t>
            </a:r>
            <a:r>
              <a:rPr lang="zh-CN" altLang="en-US" kern="1200" baseline="0" dirty="0">
                <a:latin typeface="Verdana" panose="020B0804030504040204" pitchFamily="34" charset="0"/>
                <a:ea typeface="幼圆" pitchFamily="49" charset="-122"/>
                <a:cs typeface="+mn-cs"/>
              </a:rPr>
              <a:t>通过构建并结合多个学习器来提升性能</a:t>
            </a:r>
            <a:endParaRPr lang="zh-CN" altLang="en-US" kern="1200" baseline="0" dirty="0">
              <a:latin typeface="Verdana" panose="020B0804030504040204" pitchFamily="34" charset="0"/>
              <a:ea typeface="幼圆" pitchFamily="49" charset="-122"/>
              <a:cs typeface="+mn-cs"/>
            </a:endParaRPr>
          </a:p>
        </p:txBody>
      </p:sp>
      <p:pic>
        <p:nvPicPr>
          <p:cNvPr id="8196" name="图片 1"/>
          <p:cNvPicPr>
            <a:picLocks noChangeAspect="1"/>
          </p:cNvPicPr>
          <p:nvPr/>
        </p:nvPicPr>
        <p:blipFill>
          <a:blip r:embed="rId1"/>
          <a:stretch>
            <a:fillRect/>
          </a:stretch>
        </p:blipFill>
        <p:spPr>
          <a:xfrm>
            <a:off x="2493963" y="2732088"/>
            <a:ext cx="4200525" cy="17907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个体与集成</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9219" name="内容占位符 3"/>
          <p:cNvSpPr>
            <a:spLocks noGrp="1"/>
          </p:cNvSpPr>
          <p:nvPr>
            <p:ph idx="1"/>
          </p:nvPr>
        </p:nvSpPr>
        <p:spPr>
          <a:xfrm>
            <a:off x="201613" y="1338263"/>
            <a:ext cx="8616950" cy="16160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考虑一个简单的例子，在二分类问题中，假定</a:t>
            </a:r>
            <a:r>
              <a:rPr lang="en-US" altLang="zh-CN" kern="1200" baseline="0" dirty="0">
                <a:latin typeface="Verdana" panose="020B0804030504040204" pitchFamily="34" charset="0"/>
                <a:ea typeface="幼圆" pitchFamily="49" charset="-122"/>
                <a:cs typeface="+mn-cs"/>
              </a:rPr>
              <a:t>3</a:t>
            </a:r>
            <a:r>
              <a:rPr lang="zh-CN" altLang="en-US" kern="1200" baseline="0" dirty="0">
                <a:latin typeface="Verdana" panose="020B0804030504040204" pitchFamily="34" charset="0"/>
                <a:ea typeface="幼圆" pitchFamily="49" charset="-122"/>
                <a:cs typeface="+mn-cs"/>
              </a:rPr>
              <a:t>个分类器在三个样本中的表现如下图所示，其中</a:t>
            </a:r>
            <a:r>
              <a:rPr lang="en-US" altLang="zh-CN" kern="1200" baseline="0" dirty="0">
                <a:latin typeface="Verdana" panose="020B0804030504040204" pitchFamily="34" charset="0"/>
                <a:ea typeface="幼圆" pitchFamily="49" charset="-122"/>
                <a:cs typeface="+mn-cs"/>
              </a:rPr>
              <a:t>√</a:t>
            </a:r>
            <a:r>
              <a:rPr lang="zh-CN" altLang="zh-CN" kern="1200" baseline="0" dirty="0">
                <a:latin typeface="Verdana" panose="020B0804030504040204" pitchFamily="34" charset="0"/>
                <a:ea typeface="幼圆" pitchFamily="49" charset="-122"/>
                <a:cs typeface="+mn-cs"/>
              </a:rPr>
              <a:t> </a:t>
            </a:r>
            <a:r>
              <a:rPr lang="zh-CN" altLang="en-US" kern="1200" baseline="0" dirty="0">
                <a:latin typeface="Verdana" panose="020B0804030504040204" pitchFamily="34" charset="0"/>
                <a:ea typeface="幼圆" pitchFamily="49" charset="-122"/>
                <a:cs typeface="+mn-cs"/>
              </a:rPr>
              <a:t>表示分类正确，</a:t>
            </a:r>
            <a:r>
              <a:rPr lang="en-US" altLang="zh-CN" kern="1200" baseline="0" dirty="0">
                <a:latin typeface="Verdana" panose="020B0804030504040204" pitchFamily="34" charset="0"/>
                <a:ea typeface="幼圆" pitchFamily="49" charset="-122"/>
                <a:cs typeface="+mn-cs"/>
              </a:rPr>
              <a:t>X</a:t>
            </a:r>
            <a:r>
              <a:rPr lang="zh-CN" altLang="zh-CN" kern="1200" baseline="0" dirty="0">
                <a:latin typeface="Verdana" panose="020B0804030504040204" pitchFamily="34" charset="0"/>
                <a:ea typeface="幼圆" pitchFamily="49" charset="-122"/>
                <a:cs typeface="+mn-cs"/>
              </a:rPr>
              <a:t> </a:t>
            </a:r>
            <a:r>
              <a:rPr lang="zh-CN" altLang="en-US" kern="1200" baseline="0" dirty="0">
                <a:latin typeface="Verdana" panose="020B0804030504040204" pitchFamily="34" charset="0"/>
                <a:ea typeface="幼圆" pitchFamily="49" charset="-122"/>
                <a:cs typeface="+mn-cs"/>
              </a:rPr>
              <a:t>号表示分类错误，集成的结果通过投票产生。</a:t>
            </a:r>
            <a:endParaRPr lang="zh-CN" altLang="en-US" kern="1200" baseline="0" dirty="0">
              <a:latin typeface="Verdana" panose="020B0804030504040204" pitchFamily="34" charset="0"/>
              <a:ea typeface="幼圆" pitchFamily="49" charset="-122"/>
              <a:cs typeface="+mn-cs"/>
            </a:endParaRPr>
          </a:p>
        </p:txBody>
      </p:sp>
      <p:sp>
        <p:nvSpPr>
          <p:cNvPr id="9220" name="内容占位符 3"/>
          <p:cNvSpPr txBox="1"/>
          <p:nvPr/>
        </p:nvSpPr>
        <p:spPr>
          <a:xfrm>
            <a:off x="201613" y="5381625"/>
            <a:ext cx="8616950" cy="654050"/>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集成个体应：好而不同</a:t>
            </a:r>
            <a:endParaRPr lang="en-US" altLang="zh-CN" sz="2200" dirty="0">
              <a:latin typeface="Verdana" panose="020B0804030504040204" pitchFamily="34" charset="0"/>
              <a:ea typeface="幼圆" pitchFamily="49" charset="-122"/>
            </a:endParaRPr>
          </a:p>
        </p:txBody>
      </p:sp>
      <p:pic>
        <p:nvPicPr>
          <p:cNvPr id="9221" name="图片 4"/>
          <p:cNvPicPr>
            <a:picLocks noChangeAspect="1"/>
          </p:cNvPicPr>
          <p:nvPr/>
        </p:nvPicPr>
        <p:blipFill>
          <a:blip r:embed="rId1"/>
          <a:stretch>
            <a:fillRect/>
          </a:stretch>
        </p:blipFill>
        <p:spPr>
          <a:xfrm>
            <a:off x="1184275" y="2686050"/>
            <a:ext cx="6975475" cy="166052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个体与</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集成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简单分析</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0243" name="内容占位符 4"/>
          <p:cNvSpPr>
            <a:spLocks noGrp="1"/>
          </p:cNvSpPr>
          <p:nvPr>
            <p:ph idx="1"/>
          </p:nvPr>
        </p:nvSpPr>
        <p:spPr>
          <a:xfrm>
            <a:off x="260350" y="1266825"/>
            <a:ext cx="8616950" cy="5746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考虑二分类问题，假设基分类器的错误率为：</a:t>
            </a:r>
            <a:endParaRPr lang="zh-CN" altLang="en-US" kern="1200" baseline="0" dirty="0">
              <a:latin typeface="Verdana" panose="020B0804030504040204" pitchFamily="34" charset="0"/>
              <a:ea typeface="幼圆" pitchFamily="49" charset="-122"/>
              <a:cs typeface="+mn-cs"/>
            </a:endParaRPr>
          </a:p>
        </p:txBody>
      </p:sp>
      <p:sp>
        <p:nvSpPr>
          <p:cNvPr id="14" name="内容占位符 4"/>
          <p:cNvSpPr txBox="1">
            <a:spLocks noRot="1" noChangeAspect="1" noMove="1" noResize="1" noEditPoints="1" noAdjustHandles="1" noChangeArrowheads="1" noChangeShapeType="1" noTextEdit="1"/>
          </p:cNvSpPr>
          <p:nvPr/>
        </p:nvSpPr>
        <p:spPr>
          <a:xfrm>
            <a:off x="260350" y="3117221"/>
            <a:ext cx="8616950" cy="793256"/>
          </a:xfrm>
          <a:prstGeom prst="rect">
            <a:avLst/>
          </a:prstGeom>
          <a:blipFill rotWithShape="0">
            <a:blip r:embed="rId1"/>
            <a:stretch>
              <a:fillRect l="-778" t="-10769" r="-212" b="-2308"/>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pic>
        <p:nvPicPr>
          <p:cNvPr id="10245" name="图片 1"/>
          <p:cNvPicPr>
            <a:picLocks noChangeAspect="1"/>
          </p:cNvPicPr>
          <p:nvPr/>
        </p:nvPicPr>
        <p:blipFill>
          <a:blip r:embed="rId2"/>
          <a:stretch>
            <a:fillRect/>
          </a:stretch>
        </p:blipFill>
        <p:spPr>
          <a:xfrm>
            <a:off x="3349625" y="1690688"/>
            <a:ext cx="2682875" cy="468312"/>
          </a:xfrm>
          <a:prstGeom prst="rect">
            <a:avLst/>
          </a:prstGeom>
          <a:noFill/>
          <a:ln w="9525">
            <a:noFill/>
          </a:ln>
        </p:spPr>
      </p:pic>
      <p:pic>
        <p:nvPicPr>
          <p:cNvPr id="10246" name="图片 2"/>
          <p:cNvPicPr>
            <a:picLocks noChangeAspect="1"/>
          </p:cNvPicPr>
          <p:nvPr/>
        </p:nvPicPr>
        <p:blipFill>
          <a:blip r:embed="rId3"/>
          <a:stretch>
            <a:fillRect/>
          </a:stretch>
        </p:blipFill>
        <p:spPr>
          <a:xfrm>
            <a:off x="2846388" y="4356100"/>
            <a:ext cx="3067050" cy="102552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个体与</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集成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简单分析</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1267" name="内容占位符 4"/>
          <p:cNvSpPr txBox="1"/>
          <p:nvPr/>
        </p:nvSpPr>
        <p:spPr>
          <a:xfrm>
            <a:off x="404813" y="1698625"/>
            <a:ext cx="8616950" cy="865188"/>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假设基分类器的错误率相互独立，则由</a:t>
            </a:r>
            <a:r>
              <a:rPr lang="en-US" altLang="zh-CN" sz="2200" dirty="0">
                <a:latin typeface="Verdana" panose="020B0804030504040204" pitchFamily="34" charset="0"/>
                <a:ea typeface="幼圆" pitchFamily="49" charset="-122"/>
              </a:rPr>
              <a:t>Hoeffding</a:t>
            </a:r>
            <a:r>
              <a:rPr lang="zh-CN" altLang="en-US" sz="2200" dirty="0">
                <a:latin typeface="Verdana" panose="020B0804030504040204" pitchFamily="34" charset="0"/>
                <a:ea typeface="幼圆" pitchFamily="49" charset="-122"/>
              </a:rPr>
              <a:t>不等式可得集成的错误率为：</a:t>
            </a:r>
            <a:endParaRPr lang="en-US" altLang="en-US" sz="2200" dirty="0">
              <a:latin typeface="Verdana" panose="020B0804030504040204" pitchFamily="34" charset="0"/>
              <a:ea typeface="幼圆" pitchFamily="49" charset="-122"/>
            </a:endParaRPr>
          </a:p>
        </p:txBody>
      </p:sp>
      <p:sp>
        <p:nvSpPr>
          <p:cNvPr id="18" name="内容占位符 4"/>
          <p:cNvSpPr txBox="1">
            <a:spLocks noRot="1" noChangeAspect="1" noMove="1" noResize="1" noEditPoints="1" noAdjustHandles="1" noChangeArrowheads="1" noChangeShapeType="1" noTextEdit="1"/>
          </p:cNvSpPr>
          <p:nvPr/>
        </p:nvSpPr>
        <p:spPr>
          <a:xfrm>
            <a:off x="405225" y="4656496"/>
            <a:ext cx="7630012" cy="1108966"/>
          </a:xfrm>
          <a:prstGeom prst="rect">
            <a:avLst/>
          </a:prstGeom>
          <a:blipFill rotWithShape="0">
            <a:blip r:embed="rId1"/>
            <a:stretch>
              <a:fillRect l="-719" b="-4945"/>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pic>
        <p:nvPicPr>
          <p:cNvPr id="11269" name="图片 6"/>
          <p:cNvPicPr>
            <a:picLocks noChangeAspect="1"/>
          </p:cNvPicPr>
          <p:nvPr/>
        </p:nvPicPr>
        <p:blipFill>
          <a:blip r:embed="rId2"/>
          <a:stretch>
            <a:fillRect/>
          </a:stretch>
        </p:blipFill>
        <p:spPr>
          <a:xfrm>
            <a:off x="1812925" y="2563813"/>
            <a:ext cx="4648200" cy="1878012"/>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个体与集成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简单分析</a:t>
            </a:r>
            <a:endParaRPr kumimoji="1"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2291" name="内容占位符 2"/>
          <p:cNvSpPr>
            <a:spLocks noGrp="1"/>
          </p:cNvSpPr>
          <p:nvPr>
            <p:ph idx="1"/>
          </p:nvPr>
        </p:nvSpPr>
        <p:spPr>
          <a:xfrm>
            <a:off x="260350" y="1158875"/>
            <a:ext cx="8616950" cy="49307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上面的分析有一个关键假设：基学习器的误差相互独立</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现实任务中，个体学习器是为解决同一个问题训练出来的，显然不可能互相独立</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事实上，个体学习器的“准确性”和“多样性”本身就存在冲突</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如何产生“好而不同”的个体学习器是集成学习研究的核心</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集成学习大致可分为两大类</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集成学习</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6" name="内容占位符 2"/>
          <p:cNvSpPr>
            <a:spLocks noGrp="1"/>
          </p:cNvSpPr>
          <p:nvPr>
            <p:ph idx="1"/>
          </p:nvPr>
        </p:nvSpPr>
        <p:spPr>
          <a:xfrm>
            <a:off x="377825" y="893763"/>
            <a:ext cx="8616950" cy="5175250"/>
          </a:xfrm>
        </p:spPr>
        <p:txBody>
          <a:bodyPr vert="horz" lIns="91440" tIns="46800" rIns="91440" bIns="45720" rtlCol="0">
            <a:normAutofit fontScale="92500" lnSpcReduction="10000"/>
          </a:bodyPr>
          <a:lstStyle/>
          <a:p>
            <a:pPr marL="0" marR="0" lvl="0" indent="0"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None/>
              <a:defRPr/>
            </a:pP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zh-CN" altLang="en-US" sz="2800" b="0" i="0" u="none" strike="noStrike" kern="1200" cap="none" spc="0" normalizeH="0" baseline="0" noProof="0" dirty="0">
                <a:ln>
                  <a:noFill/>
                </a:ln>
                <a:solidFill>
                  <a:schemeClr val="bg1">
                    <a:lumMod val="75000"/>
                  </a:schemeClr>
                </a:solidFill>
                <a:effectLst/>
                <a:uLnTx/>
                <a:uFillTx/>
                <a:latin typeface="+mn-ea"/>
                <a:ea typeface="+mn-ea"/>
                <a:cs typeface="+mn-cs"/>
              </a:rPr>
              <a:t>个体</a:t>
            </a: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与集成</a:t>
            </a:r>
            <a:endParaRPr kumimoji="0" lang="en-US" altLang="zh-CN" sz="22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tx1"/>
                </a:solidFill>
                <a:effectLst/>
                <a:uLnTx/>
                <a:uFillTx/>
                <a:latin typeface="+mn-ea"/>
                <a:ea typeface="+mn-ea"/>
                <a:cs typeface="+mn-cs"/>
              </a:rPr>
              <a:t>Boosting</a:t>
            </a: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en-US" altLang="zh-CN" sz="2000" b="0" i="0" u="none" strike="noStrike" kern="1200" cap="none" spc="0" normalizeH="0" baseline="0" noProof="0" dirty="0" err="1" smtClean="0">
                <a:ln>
                  <a:noFill/>
                </a:ln>
                <a:solidFill>
                  <a:schemeClr val="tx1"/>
                </a:solidFill>
                <a:effectLst/>
                <a:uLnTx/>
                <a:uFillTx/>
                <a:latin typeface="Verdana" panose="020B0804030504040204" pitchFamily="34" charset="0"/>
                <a:ea typeface="幼圆" pitchFamily="49" charset="-122"/>
                <a:cs typeface="+mn-cs"/>
              </a:rPr>
              <a:t>Adaboost</a:t>
            </a:r>
            <a:r>
              <a:rPr kumimoji="0" lang="zh-CN" altLang="en-US"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endParaRPr kumimoji="0" lang="en-US" altLang="zh-CN"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bg1">
                    <a:lumMod val="75000"/>
                  </a:schemeClr>
                </a:solidFill>
                <a:effectLst/>
                <a:uLnTx/>
                <a:uFillTx/>
                <a:latin typeface="+mn-ea"/>
                <a:ea typeface="+mn-ea"/>
                <a:cs typeface="+mn-cs"/>
              </a:rPr>
              <a:t>Bagging</a:t>
            </a: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与随机森林</a:t>
            </a:r>
            <a:endParaRPr kumimoji="0" lang="en-US" altLang="zh-CN" sz="22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结合策略</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平均法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投票</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学习</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多样性</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误差</a:t>
            </a:r>
            <a:r>
              <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rPr>
              <a:t>-</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分歧分解</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多样性度量</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多样性扰动</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endParaRPr kumimoji="0" lang="zh-CN" altLang="en-US" sz="2800" b="0" i="0" u="none" strike="noStrike" kern="1200" cap="none" spc="0" normalizeH="0" baseline="0" noProof="0" dirty="0">
              <a:ln>
                <a:noFill/>
              </a:ln>
              <a:solidFill>
                <a:schemeClr val="tx1"/>
              </a:solidFill>
              <a:effectLst/>
              <a:uLnTx/>
              <a:uFillTx/>
              <a:latin typeface="+mn-ea"/>
              <a:ea typeface="+mn-ea"/>
              <a:cs typeface="+mn-cs"/>
            </a:endParaRPr>
          </a:p>
          <a:p>
            <a:pPr marL="1697355" marR="0" lvl="4" indent="0"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None/>
              <a:defRPr/>
            </a:pPr>
            <a:endParaRPr kumimoji="0" lang="en-US" altLang="zh-CN" sz="16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4339" name="内容占位符 4"/>
          <p:cNvSpPr>
            <a:spLocks noGrp="1"/>
          </p:cNvSpPr>
          <p:nvPr>
            <p:ph idx="1"/>
          </p:nvPr>
        </p:nvSpPr>
        <p:spPr>
          <a:xfrm>
            <a:off x="260350" y="1266825"/>
            <a:ext cx="8616950" cy="1625600"/>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个体学习器存在强依赖关系，</a:t>
            </a:r>
            <a:endParaRPr lang="en-US" altLang="zh-CN"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串行生成</a:t>
            </a:r>
            <a:endParaRPr lang="en-US" altLang="zh-CN"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每次调整训练数据的样本分布</a:t>
            </a:r>
            <a:endParaRPr lang="en-US" altLang="zh-CN" kern="1200" baseline="0" dirty="0">
              <a:latin typeface="Verdana" panose="020B0804030504040204" pitchFamily="34" charset="0"/>
              <a:ea typeface="幼圆" pitchFamily="49" charset="-122"/>
              <a:cs typeface="+mn-cs"/>
            </a:endParaRPr>
          </a:p>
        </p:txBody>
      </p:sp>
      <p:pic>
        <p:nvPicPr>
          <p:cNvPr id="14340" name="图片 6"/>
          <p:cNvPicPr>
            <a:picLocks noChangeAspect="1"/>
          </p:cNvPicPr>
          <p:nvPr/>
        </p:nvPicPr>
        <p:blipFill>
          <a:blip r:embed="rId1"/>
          <a:stretch>
            <a:fillRect/>
          </a:stretch>
        </p:blipFill>
        <p:spPr>
          <a:xfrm>
            <a:off x="3163888" y="3054350"/>
            <a:ext cx="3236912" cy="2341563"/>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算法</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5363" name="矩形 2"/>
          <p:cNvSpPr/>
          <p:nvPr/>
        </p:nvSpPr>
        <p:spPr>
          <a:xfrm>
            <a:off x="631825" y="5573713"/>
            <a:ext cx="5854700" cy="430212"/>
          </a:xfrm>
          <a:prstGeom prst="rect">
            <a:avLst/>
          </a:prstGeom>
          <a:noFill/>
          <a:ln w="9525">
            <a:noFill/>
          </a:ln>
        </p:spPr>
        <p:txBody>
          <a:bodyPr wrap="none">
            <a:spAutoFit/>
          </a:bodyPr>
          <a:p>
            <a:pPr marL="285750" indent="-285750">
              <a:buFont typeface="Wingdings" panose="05000000000000000000" pitchFamily="2" charset="2"/>
              <a:buChar char="p"/>
            </a:pPr>
            <a:r>
              <a:rPr lang="en-US" altLang="zh-CN" sz="2200" dirty="0">
                <a:latin typeface="Verdana" panose="020B0804030504040204" pitchFamily="34" charset="0"/>
                <a:ea typeface="幼圆" pitchFamily="49" charset="-122"/>
              </a:rPr>
              <a:t>Boosting</a:t>
            </a:r>
            <a:r>
              <a:rPr lang="zh-CN" altLang="en-US" sz="2200" dirty="0">
                <a:latin typeface="Verdana" panose="020B0804030504040204" pitchFamily="34" charset="0"/>
                <a:ea typeface="幼圆" pitchFamily="49" charset="-122"/>
              </a:rPr>
              <a:t>族算法最著名的代表是</a:t>
            </a:r>
            <a:r>
              <a:rPr lang="en-US" altLang="zh-CN" sz="2200" dirty="0">
                <a:latin typeface="Verdana" panose="020B0804030504040204" pitchFamily="34" charset="0"/>
                <a:ea typeface="幼圆" pitchFamily="49" charset="-122"/>
              </a:rPr>
              <a:t>AdaBoost</a:t>
            </a:r>
            <a:endParaRPr lang="zh-CN" altLang="en-US" sz="2200" dirty="0">
              <a:latin typeface="Verdana" panose="020B0804030504040204" pitchFamily="34" charset="0"/>
              <a:ea typeface="幼圆" pitchFamily="49" charset="-122"/>
            </a:endParaRPr>
          </a:p>
        </p:txBody>
      </p:sp>
      <p:pic>
        <p:nvPicPr>
          <p:cNvPr id="15364" name="图片 7"/>
          <p:cNvPicPr>
            <a:picLocks noChangeAspect="1"/>
          </p:cNvPicPr>
          <p:nvPr/>
        </p:nvPicPr>
        <p:blipFill>
          <a:blip r:embed="rId1"/>
          <a:stretch>
            <a:fillRect/>
          </a:stretch>
        </p:blipFill>
        <p:spPr>
          <a:xfrm>
            <a:off x="976313" y="1885950"/>
            <a:ext cx="6900862" cy="2947988"/>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算法</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pic>
        <p:nvPicPr>
          <p:cNvPr id="16387" name="图片 3"/>
          <p:cNvPicPr>
            <a:picLocks noChangeAspect="1"/>
          </p:cNvPicPr>
          <p:nvPr/>
        </p:nvPicPr>
        <p:blipFill>
          <a:blip r:embed="rId1"/>
          <a:stretch>
            <a:fillRect/>
          </a:stretch>
        </p:blipFill>
        <p:spPr>
          <a:xfrm>
            <a:off x="502920" y="821055"/>
            <a:ext cx="6494463" cy="4664075"/>
          </a:xfrm>
          <a:prstGeom prst="rect">
            <a:avLst/>
          </a:prstGeom>
          <a:noFill/>
          <a:ln w="9525">
            <a:noFill/>
          </a:ln>
        </p:spPr>
      </p:pic>
      <p:pic>
        <p:nvPicPr>
          <p:cNvPr id="3" name="Picture 2"/>
          <p:cNvPicPr>
            <a:picLocks noChangeAspect="1"/>
          </p:cNvPicPr>
          <p:nvPr>
            <p:custDataLst>
              <p:tags r:id="rId2"/>
            </p:custDataLst>
          </p:nvPr>
        </p:nvPicPr>
        <p:blipFill>
          <a:blip r:embed="rId3"/>
          <a:stretch>
            <a:fillRect/>
          </a:stretch>
        </p:blipFill>
        <p:spPr>
          <a:xfrm>
            <a:off x="775335" y="5485130"/>
            <a:ext cx="6715125" cy="12096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7411" name="内容占位符 4"/>
          <p:cNvSpPr>
            <a:spLocks noGrp="1"/>
          </p:cNvSpPr>
          <p:nvPr>
            <p:ph idx="1"/>
          </p:nvPr>
        </p:nvSpPr>
        <p:spPr>
          <a:xfrm>
            <a:off x="260350" y="1266825"/>
            <a:ext cx="8616950" cy="5746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基学习器的线性组合</a:t>
            </a:r>
            <a:endParaRPr lang="zh-CN" altLang="en-US" kern="1200" baseline="0" dirty="0">
              <a:latin typeface="Verdana" panose="020B0804030504040204" pitchFamily="34" charset="0"/>
              <a:ea typeface="幼圆" pitchFamily="49" charset="-122"/>
              <a:cs typeface="+mn-cs"/>
            </a:endParaRPr>
          </a:p>
        </p:txBody>
      </p:sp>
      <p:sp>
        <p:nvSpPr>
          <p:cNvPr id="17412" name="内容占位符 4"/>
          <p:cNvSpPr txBox="1"/>
          <p:nvPr/>
        </p:nvSpPr>
        <p:spPr>
          <a:xfrm>
            <a:off x="260350" y="3248025"/>
            <a:ext cx="8616950" cy="576263"/>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最小化指数损失函数</a:t>
            </a:r>
            <a:endParaRPr lang="zh-CN" altLang="en-US" sz="2200" dirty="0">
              <a:latin typeface="Verdana" panose="020B0804030504040204" pitchFamily="34" charset="0"/>
              <a:ea typeface="幼圆" pitchFamily="49" charset="-122"/>
            </a:endParaRPr>
          </a:p>
        </p:txBody>
      </p:sp>
      <p:pic>
        <p:nvPicPr>
          <p:cNvPr id="17413" name="图片 5"/>
          <p:cNvPicPr>
            <a:picLocks noChangeAspect="1"/>
          </p:cNvPicPr>
          <p:nvPr/>
        </p:nvPicPr>
        <p:blipFill>
          <a:blip r:embed="rId1"/>
          <a:stretch>
            <a:fillRect/>
          </a:stretch>
        </p:blipFill>
        <p:spPr>
          <a:xfrm>
            <a:off x="3509963" y="1871663"/>
            <a:ext cx="2117725" cy="833437"/>
          </a:xfrm>
          <a:prstGeom prst="rect">
            <a:avLst/>
          </a:prstGeom>
          <a:noFill/>
          <a:ln w="9525">
            <a:noFill/>
          </a:ln>
        </p:spPr>
      </p:pic>
      <p:pic>
        <p:nvPicPr>
          <p:cNvPr id="17414" name="图片 9"/>
          <p:cNvPicPr>
            <a:picLocks noChangeAspect="1"/>
          </p:cNvPicPr>
          <p:nvPr/>
        </p:nvPicPr>
        <p:blipFill>
          <a:blip r:embed="rId2"/>
          <a:stretch>
            <a:fillRect/>
          </a:stretch>
        </p:blipFill>
        <p:spPr>
          <a:xfrm>
            <a:off x="2566988" y="4270375"/>
            <a:ext cx="4003675" cy="62865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3" name="内容占位符 4"/>
          <p:cNvSpPr txBox="1">
            <a:spLocks noRot="1" noChangeAspect="1" noMove="1" noResize="1" noEditPoints="1" noAdjustHandles="1" noChangeArrowheads="1" noChangeShapeType="1" noTextEdit="1"/>
          </p:cNvSpPr>
          <p:nvPr/>
        </p:nvSpPr>
        <p:spPr>
          <a:xfrm>
            <a:off x="260350" y="1425287"/>
            <a:ext cx="8616950" cy="575423"/>
          </a:xfrm>
          <a:prstGeom prst="rect">
            <a:avLst/>
          </a:prstGeom>
          <a:blipFill rotWithShape="0">
            <a:blip r:embed="rId1"/>
            <a:stretch>
              <a:fillRect l="-637" t="-13830"/>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pic>
        <p:nvPicPr>
          <p:cNvPr id="18437" name="图片 10"/>
          <p:cNvPicPr>
            <a:picLocks noChangeAspect="1"/>
          </p:cNvPicPr>
          <p:nvPr/>
        </p:nvPicPr>
        <p:blipFill>
          <a:blip r:embed="rId2"/>
          <a:stretch>
            <a:fillRect/>
          </a:stretch>
        </p:blipFill>
        <p:spPr>
          <a:xfrm>
            <a:off x="835025" y="1874838"/>
            <a:ext cx="5843588" cy="709612"/>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noProof="0" dirty="0">
                <a:ln>
                  <a:noFill/>
                </a:ln>
                <a:uLnTx/>
                <a:uFillTx/>
                <a:sym typeface="+mn-ea"/>
              </a:rPr>
              <a:t>Boosting</a:t>
            </a:r>
            <a:r>
              <a:rPr lang="zh-CN" altLang="en-US" noProof="0" dirty="0">
                <a:ln>
                  <a:noFill/>
                </a:ln>
                <a:uLnTx/>
                <a:uFillTx/>
                <a:sym typeface="+mn-ea"/>
              </a:rPr>
              <a:t> </a:t>
            </a:r>
            <a:r>
              <a:rPr lang="en-US" altLang="zh-CN" noProof="0" dirty="0">
                <a:ln>
                  <a:noFill/>
                </a:ln>
                <a:uLnTx/>
                <a:uFillTx/>
                <a:sym typeface="+mn-ea"/>
              </a:rPr>
              <a:t>– </a:t>
            </a:r>
            <a:r>
              <a:rPr lang="en-US" altLang="zh-CN" noProof="0" dirty="0" err="1" smtClean="0">
                <a:ln>
                  <a:noFill/>
                </a:ln>
                <a:uLnTx/>
                <a:uFillTx/>
                <a:sym typeface="+mn-ea"/>
              </a:rPr>
              <a:t>AdaBoost</a:t>
            </a:r>
            <a:r>
              <a:rPr lang="zh-CN" altLang="en-US" noProof="0" dirty="0" smtClean="0">
                <a:ln>
                  <a:noFill/>
                </a:ln>
                <a:uLnTx/>
                <a:uFillTx/>
                <a:sym typeface="+mn-ea"/>
              </a:rPr>
              <a:t>推导</a:t>
            </a:r>
            <a:endParaRPr lang="en-US"/>
          </a:p>
        </p:txBody>
      </p:sp>
      <p:pic>
        <p:nvPicPr>
          <p:cNvPr id="4" name="Content Placeholder 3"/>
          <p:cNvPicPr>
            <a:picLocks noChangeAspect="1"/>
          </p:cNvPicPr>
          <p:nvPr>
            <p:ph idx="1"/>
            <p:custDataLst>
              <p:tags r:id="rId1"/>
            </p:custDataLst>
          </p:nvPr>
        </p:nvPicPr>
        <p:blipFill>
          <a:blip r:embed="rId2"/>
          <a:stretch>
            <a:fillRect/>
          </a:stretch>
        </p:blipFill>
        <p:spPr>
          <a:xfrm>
            <a:off x="1881505" y="1107440"/>
            <a:ext cx="4826000" cy="787400"/>
          </a:xfrm>
          <a:prstGeom prst="rect">
            <a:avLst/>
          </a:prstGeom>
        </p:spPr>
      </p:pic>
      <p:pic>
        <p:nvPicPr>
          <p:cNvPr id="5" name="Picture 4"/>
          <p:cNvPicPr>
            <a:picLocks noChangeAspect="1"/>
          </p:cNvPicPr>
          <p:nvPr>
            <p:custDataLst>
              <p:tags r:id="rId3"/>
            </p:custDataLst>
          </p:nvPr>
        </p:nvPicPr>
        <p:blipFill>
          <a:blip r:embed="rId4"/>
          <a:stretch>
            <a:fillRect/>
          </a:stretch>
        </p:blipFill>
        <p:spPr>
          <a:xfrm>
            <a:off x="336550" y="1850390"/>
            <a:ext cx="8241665" cy="2773045"/>
          </a:xfrm>
          <a:prstGeom prst="rect">
            <a:avLst/>
          </a:prstGeom>
        </p:spPr>
      </p:pic>
      <p:pic>
        <p:nvPicPr>
          <p:cNvPr id="6" name="Picture 5"/>
          <p:cNvPicPr>
            <a:picLocks noChangeAspect="1"/>
          </p:cNvPicPr>
          <p:nvPr>
            <p:custDataLst>
              <p:tags r:id="rId5"/>
            </p:custDataLst>
          </p:nvPr>
        </p:nvPicPr>
        <p:blipFill>
          <a:blip r:embed="rId6"/>
          <a:stretch>
            <a:fillRect/>
          </a:stretch>
        </p:blipFill>
        <p:spPr>
          <a:xfrm>
            <a:off x="1778000" y="4623435"/>
            <a:ext cx="5232400" cy="762000"/>
          </a:xfrm>
          <a:prstGeom prst="rect">
            <a:avLst/>
          </a:prstGeom>
        </p:spPr>
      </p:pic>
      <p:pic>
        <p:nvPicPr>
          <p:cNvPr id="7" name="Picture 6"/>
          <p:cNvPicPr>
            <a:picLocks noChangeAspect="1"/>
          </p:cNvPicPr>
          <p:nvPr>
            <p:custDataLst>
              <p:tags r:id="rId7"/>
            </p:custDataLst>
          </p:nvPr>
        </p:nvPicPr>
        <p:blipFill>
          <a:blip r:embed="rId8"/>
          <a:stretch>
            <a:fillRect/>
          </a:stretch>
        </p:blipFill>
        <p:spPr>
          <a:xfrm>
            <a:off x="546100" y="5385435"/>
            <a:ext cx="6673850" cy="1267460"/>
          </a:xfrm>
          <a:prstGeom prst="rect">
            <a:avLst/>
          </a:prstGeom>
        </p:spPr>
      </p:pic>
      <p:sp>
        <p:nvSpPr>
          <p:cNvPr id="8" name="Text Box 7"/>
          <p:cNvSpPr txBox="1"/>
          <p:nvPr/>
        </p:nvSpPr>
        <p:spPr>
          <a:xfrm>
            <a:off x="1597025" y="821055"/>
            <a:ext cx="4572000" cy="589280"/>
          </a:xfrm>
          <a:prstGeom prst="rect">
            <a:avLst/>
          </a:prstGeom>
          <a:noFill/>
        </p:spPr>
        <p:txBody>
          <a:bodyPr wrap="square" rtlCol="0" anchor="t">
            <a:spAutoFit/>
          </a:bodyPr>
          <a:p>
            <a:pPr marL="0" marR="0" lvl="0" indent="0" algn="l" defTabSz="914400" rtl="0" eaLnBrk="1" fontAlgn="auto" latinLnBrk="0" hangingPunct="1">
              <a:lnSpc>
                <a:spcPct val="90000"/>
              </a:lnSpc>
              <a:spcBef>
                <a:spcPct val="0"/>
              </a:spcBef>
              <a:spcAft>
                <a:spcPts val="0"/>
              </a:spcAft>
              <a:buClrTx/>
              <a:buSzTx/>
              <a:buFontTx/>
              <a:buNone/>
              <a:defRPr/>
            </a:pPr>
            <a:endParaRPr lang="zh-CN" altLang="en-US" sz="3600" b="1"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3" name="内容占位符 4"/>
          <p:cNvSpPr txBox="1">
            <a:spLocks noRot="1" noChangeAspect="1" noMove="1" noResize="1" noEditPoints="1" noAdjustHandles="1" noChangeArrowheads="1" noChangeShapeType="1" noTextEdit="1"/>
          </p:cNvSpPr>
          <p:nvPr/>
        </p:nvSpPr>
        <p:spPr>
          <a:xfrm>
            <a:off x="260350" y="1425287"/>
            <a:ext cx="8616950" cy="575423"/>
          </a:xfrm>
          <a:prstGeom prst="rect">
            <a:avLst/>
          </a:prstGeom>
          <a:blipFill rotWithShape="0">
            <a:blip r:embed="rId1"/>
            <a:stretch>
              <a:fillRect l="-637" t="-13830"/>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sp>
        <p:nvSpPr>
          <p:cNvPr id="18" name="内容占位符 4"/>
          <p:cNvSpPr txBox="1">
            <a:spLocks noRot="1" noChangeAspect="1" noMove="1" noResize="1" noEditPoints="1" noAdjustHandles="1" noChangeArrowheads="1" noChangeShapeType="1" noTextEdit="1"/>
          </p:cNvSpPr>
          <p:nvPr/>
        </p:nvSpPr>
        <p:spPr>
          <a:xfrm>
            <a:off x="5356860" y="5081905"/>
            <a:ext cx="3582035" cy="1365885"/>
          </a:xfrm>
          <a:prstGeom prst="rect">
            <a:avLst/>
          </a:prstGeom>
          <a:blipFill rotWithShape="0">
            <a:blip r:embed="rId2"/>
            <a:stretch>
              <a:fillRect l="-1484" r="-270"/>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pic>
        <p:nvPicPr>
          <p:cNvPr id="18437" name="图片 10"/>
          <p:cNvPicPr>
            <a:picLocks noChangeAspect="1"/>
          </p:cNvPicPr>
          <p:nvPr/>
        </p:nvPicPr>
        <p:blipFill>
          <a:blip r:embed="rId3"/>
          <a:stretch>
            <a:fillRect/>
          </a:stretch>
        </p:blipFill>
        <p:spPr>
          <a:xfrm>
            <a:off x="835025" y="1874838"/>
            <a:ext cx="5843588" cy="709612"/>
          </a:xfrm>
          <a:prstGeom prst="rect">
            <a:avLst/>
          </a:prstGeom>
          <a:noFill/>
          <a:ln w="9525">
            <a:noFill/>
          </a:ln>
        </p:spPr>
      </p:pic>
      <p:pic>
        <p:nvPicPr>
          <p:cNvPr id="18438" name="图片 11"/>
          <p:cNvPicPr>
            <a:picLocks noChangeAspect="1"/>
          </p:cNvPicPr>
          <p:nvPr/>
        </p:nvPicPr>
        <p:blipFill>
          <a:blip r:embed="rId4"/>
          <a:stretch>
            <a:fillRect/>
          </a:stretch>
        </p:blipFill>
        <p:spPr>
          <a:xfrm>
            <a:off x="6110288" y="2489200"/>
            <a:ext cx="2828925" cy="690563"/>
          </a:xfrm>
          <a:prstGeom prst="rect">
            <a:avLst/>
          </a:prstGeom>
          <a:noFill/>
          <a:ln w="9525">
            <a:noFill/>
          </a:ln>
        </p:spPr>
      </p:pic>
      <p:pic>
        <p:nvPicPr>
          <p:cNvPr id="18439" name="图片 14"/>
          <p:cNvPicPr>
            <a:picLocks noChangeAspect="1"/>
          </p:cNvPicPr>
          <p:nvPr/>
        </p:nvPicPr>
        <p:blipFill>
          <a:blip r:embed="rId5"/>
          <a:stretch>
            <a:fillRect/>
          </a:stretch>
        </p:blipFill>
        <p:spPr>
          <a:xfrm>
            <a:off x="700088" y="2770188"/>
            <a:ext cx="5210175" cy="2041525"/>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6" name="内容占位符 4"/>
          <p:cNvSpPr>
            <a:spLocks noGrp="1" noRot="1" noChangeAspect="1" noMove="1" noResize="1" noEditPoints="1" noAdjustHandles="1" noChangeArrowheads="1" noChangeShapeType="1" noTextEdit="1"/>
          </p:cNvSpPr>
          <p:nvPr>
            <p:ph idx="1"/>
          </p:nvPr>
        </p:nvSpPr>
        <p:spPr>
          <a:xfrm>
            <a:off x="260350" y="1266824"/>
            <a:ext cx="8616950" cy="575423"/>
          </a:xfrm>
          <a:blipFill rotWithShape="0">
            <a:blip r:embed="rId1"/>
            <a:stretch>
              <a:fillRect l="-778" t="-15957" b="-40426"/>
            </a:stretch>
          </a:blipFill>
          <a:effectLst/>
          <a:scene3d>
            <a:camera prst="orthographicFront"/>
            <a:lightRig rig="balanced" dir="t"/>
          </a:scene3d>
          <a:sp3d prstMaterial="plastic"/>
        </p:spPr>
        <p:txBody>
          <a:bodyPr vert="horz" lIns="91440" tIns="46800" rIns="91440" bIns="45720" rtlCol="0">
            <a:normAutofit/>
          </a:bodyPr>
          <a:lstStyle/>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rPr>
              <a:t> </a:t>
            </a:r>
            <a:endPar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endParaRPr>
          </a:p>
        </p:txBody>
      </p:sp>
      <p:sp>
        <p:nvSpPr>
          <p:cNvPr id="19460" name="内容占位符 4"/>
          <p:cNvSpPr txBox="1"/>
          <p:nvPr/>
        </p:nvSpPr>
        <p:spPr>
          <a:xfrm>
            <a:off x="260350" y="4246563"/>
            <a:ext cx="8616950" cy="936625"/>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令指数损失函数的导数为</a:t>
            </a:r>
            <a:r>
              <a:rPr lang="en-US" altLang="zh-CN" sz="2200" dirty="0">
                <a:latin typeface="Verdana" panose="020B0804030504040204" pitchFamily="34" charset="0"/>
                <a:ea typeface="幼圆" pitchFamily="49" charset="-122"/>
              </a:rPr>
              <a:t>0</a:t>
            </a:r>
            <a:r>
              <a:rPr lang="zh-CN" altLang="en-US" sz="2200" dirty="0">
                <a:latin typeface="Verdana" panose="020B0804030504040204" pitchFamily="34" charset="0"/>
                <a:ea typeface="幼圆" pitchFamily="49" charset="-122"/>
              </a:rPr>
              <a:t>，即</a:t>
            </a:r>
            <a:endParaRPr lang="zh-CN" altLang="en-US" sz="2200" dirty="0">
              <a:latin typeface="Verdana" panose="020B0804030504040204" pitchFamily="34" charset="0"/>
              <a:ea typeface="幼圆" pitchFamily="49" charset="-122"/>
            </a:endParaRPr>
          </a:p>
        </p:txBody>
      </p:sp>
      <p:pic>
        <p:nvPicPr>
          <p:cNvPr id="19461" name="图片 3"/>
          <p:cNvPicPr>
            <a:picLocks noChangeAspect="1"/>
          </p:cNvPicPr>
          <p:nvPr/>
        </p:nvPicPr>
        <p:blipFill>
          <a:blip r:embed="rId2"/>
          <a:stretch>
            <a:fillRect/>
          </a:stretch>
        </p:blipFill>
        <p:spPr>
          <a:xfrm>
            <a:off x="630555" y="2080260"/>
            <a:ext cx="7004685" cy="1821180"/>
          </a:xfrm>
          <a:prstGeom prst="rect">
            <a:avLst/>
          </a:prstGeom>
          <a:noFill/>
          <a:ln w="9525">
            <a:noFill/>
          </a:ln>
        </p:spPr>
      </p:pic>
      <p:pic>
        <p:nvPicPr>
          <p:cNvPr id="19462" name="图片 4"/>
          <p:cNvPicPr>
            <a:picLocks noChangeAspect="1"/>
          </p:cNvPicPr>
          <p:nvPr/>
        </p:nvPicPr>
        <p:blipFill>
          <a:blip r:embed="rId3"/>
          <a:stretch>
            <a:fillRect/>
          </a:stretch>
        </p:blipFill>
        <p:spPr>
          <a:xfrm>
            <a:off x="5305425" y="3538538"/>
            <a:ext cx="2841625" cy="427037"/>
          </a:xfrm>
          <a:prstGeom prst="rect">
            <a:avLst/>
          </a:prstGeom>
          <a:noFill/>
          <a:ln w="9525">
            <a:noFill/>
          </a:ln>
        </p:spPr>
      </p:pic>
      <p:pic>
        <p:nvPicPr>
          <p:cNvPr id="19463" name="图片 11"/>
          <p:cNvPicPr>
            <a:picLocks noChangeAspect="1"/>
          </p:cNvPicPr>
          <p:nvPr/>
        </p:nvPicPr>
        <p:blipFill>
          <a:blip r:embed="rId4"/>
          <a:stretch>
            <a:fillRect/>
          </a:stretch>
        </p:blipFill>
        <p:spPr>
          <a:xfrm>
            <a:off x="906463" y="4772025"/>
            <a:ext cx="4948237" cy="846138"/>
          </a:xfrm>
          <a:prstGeom prst="rect">
            <a:avLst/>
          </a:prstGeom>
          <a:noFill/>
          <a:ln w="9525">
            <a:noFill/>
          </a:ln>
        </p:spPr>
      </p:pic>
      <p:pic>
        <p:nvPicPr>
          <p:cNvPr id="19464" name="图片 12"/>
          <p:cNvPicPr>
            <a:picLocks noChangeAspect="1"/>
          </p:cNvPicPr>
          <p:nvPr/>
        </p:nvPicPr>
        <p:blipFill>
          <a:blip r:embed="rId5"/>
          <a:stretch>
            <a:fillRect/>
          </a:stretch>
        </p:blipFill>
        <p:spPr>
          <a:xfrm>
            <a:off x="6307138" y="5245100"/>
            <a:ext cx="2117725" cy="747713"/>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6" name="内容占位符 4"/>
          <p:cNvSpPr>
            <a:spLocks noGrp="1" noRot="1" noChangeAspect="1" noMove="1" noResize="1" noEditPoints="1" noAdjustHandles="1" noChangeArrowheads="1" noChangeShapeType="1" noTextEdit="1"/>
          </p:cNvSpPr>
          <p:nvPr>
            <p:ph idx="1"/>
          </p:nvPr>
        </p:nvSpPr>
        <p:spPr>
          <a:xfrm>
            <a:off x="260350" y="1266824"/>
            <a:ext cx="8616950" cy="575423"/>
          </a:xfrm>
          <a:blipFill rotWithShape="0">
            <a:blip r:embed="rId1"/>
            <a:stretch>
              <a:fillRect l="-778" t="-15957" b="-39362"/>
            </a:stretch>
          </a:blipFill>
          <a:effectLst/>
          <a:scene3d>
            <a:camera prst="orthographicFront"/>
            <a:lightRig rig="balanced" dir="t"/>
          </a:scene3d>
          <a:sp3d prstMaterial="plastic"/>
        </p:spPr>
        <p:txBody>
          <a:bodyPr vert="horz" lIns="91440" tIns="46800" rIns="91440" bIns="45720" rtlCol="0">
            <a:normAutofit/>
          </a:bodyPr>
          <a:lstStyle/>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rPr>
              <a:t> </a:t>
            </a:r>
            <a:endPar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endParaRPr>
          </a:p>
        </p:txBody>
      </p:sp>
      <p:sp>
        <p:nvSpPr>
          <p:cNvPr id="20484" name="内容占位符 4"/>
          <p:cNvSpPr txBox="1"/>
          <p:nvPr/>
        </p:nvSpPr>
        <p:spPr>
          <a:xfrm>
            <a:off x="260350" y="3482975"/>
            <a:ext cx="8616950" cy="935038"/>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泰勒展开近似为</a:t>
            </a:r>
            <a:endParaRPr lang="zh-CN" altLang="en-US" sz="2200" dirty="0">
              <a:latin typeface="Verdana" panose="020B0804030504040204" pitchFamily="34" charset="0"/>
              <a:ea typeface="幼圆" pitchFamily="49" charset="-122"/>
            </a:endParaRPr>
          </a:p>
        </p:txBody>
      </p:sp>
      <p:pic>
        <p:nvPicPr>
          <p:cNvPr id="20485" name="图片 6"/>
          <p:cNvPicPr>
            <a:picLocks noChangeAspect="1"/>
          </p:cNvPicPr>
          <p:nvPr/>
        </p:nvPicPr>
        <p:blipFill>
          <a:blip r:embed="rId2"/>
          <a:stretch>
            <a:fillRect/>
          </a:stretch>
        </p:blipFill>
        <p:spPr>
          <a:xfrm>
            <a:off x="1300163" y="1897063"/>
            <a:ext cx="6594475" cy="1276350"/>
          </a:xfrm>
          <a:prstGeom prst="rect">
            <a:avLst/>
          </a:prstGeom>
          <a:noFill/>
          <a:ln w="9525">
            <a:noFill/>
          </a:ln>
        </p:spPr>
      </p:pic>
      <p:pic>
        <p:nvPicPr>
          <p:cNvPr id="20486" name="图片 7"/>
          <p:cNvPicPr>
            <a:picLocks noChangeAspect="1"/>
          </p:cNvPicPr>
          <p:nvPr/>
        </p:nvPicPr>
        <p:blipFill>
          <a:blip r:embed="rId3"/>
          <a:stretch>
            <a:fillRect/>
          </a:stretch>
        </p:blipFill>
        <p:spPr>
          <a:xfrm>
            <a:off x="925513" y="4154488"/>
            <a:ext cx="7712075" cy="131762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1507" name="内容占位符 4"/>
          <p:cNvSpPr>
            <a:spLocks noGrp="1"/>
          </p:cNvSpPr>
          <p:nvPr>
            <p:ph idx="1"/>
          </p:nvPr>
        </p:nvSpPr>
        <p:spPr>
          <a:xfrm>
            <a:off x="260350" y="1266825"/>
            <a:ext cx="8616950" cy="5746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于是，理想的基学习器：</a:t>
            </a:r>
            <a:endParaRPr lang="zh-CN" altLang="en-US" kern="1200" baseline="0" dirty="0">
              <a:latin typeface="Verdana" panose="020B0804030504040204" pitchFamily="34" charset="0"/>
              <a:ea typeface="幼圆" pitchFamily="49" charset="-122"/>
              <a:cs typeface="+mn-cs"/>
            </a:endParaRPr>
          </a:p>
        </p:txBody>
      </p:sp>
      <p:sp>
        <p:nvSpPr>
          <p:cNvPr id="21508" name="内容占位符 4"/>
          <p:cNvSpPr txBox="1"/>
          <p:nvPr/>
        </p:nvSpPr>
        <p:spPr>
          <a:xfrm>
            <a:off x="390525" y="4778375"/>
            <a:ext cx="8616950" cy="936625"/>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注意到                             是一个常数，令</a:t>
            </a:r>
            <a:r>
              <a:rPr lang="en-US" altLang="zh-CN" sz="2200" dirty="0">
                <a:latin typeface="Verdana" panose="020B0804030504040204" pitchFamily="34" charset="0"/>
                <a:ea typeface="幼圆" pitchFamily="49" charset="-122"/>
              </a:rPr>
              <a:t>D</a:t>
            </a:r>
            <a:r>
              <a:rPr lang="en-US" altLang="zh-CN" sz="2200" baseline="-25000" dirty="0">
                <a:latin typeface="Verdana" panose="020B0804030504040204" pitchFamily="34" charset="0"/>
                <a:ea typeface="幼圆" pitchFamily="49" charset="-122"/>
              </a:rPr>
              <a:t>t</a:t>
            </a:r>
            <a:r>
              <a:rPr lang="zh-CN" altLang="en-US" sz="2200" dirty="0">
                <a:latin typeface="Verdana" panose="020B0804030504040204" pitchFamily="34" charset="0"/>
                <a:ea typeface="幼圆" pitchFamily="49" charset="-122"/>
              </a:rPr>
              <a:t> 表示一个分布</a:t>
            </a:r>
            <a:r>
              <a:rPr lang="en-US" altLang="zh-CN" sz="2200" dirty="0">
                <a:latin typeface="Verdana" panose="020B0804030504040204" pitchFamily="34" charset="0"/>
                <a:ea typeface="幼圆" pitchFamily="49" charset="-122"/>
              </a:rPr>
              <a:t>:</a:t>
            </a:r>
            <a:r>
              <a:rPr lang="zh-CN" altLang="en-US" sz="2200" baseline="-25000" dirty="0">
                <a:latin typeface="Verdana" panose="020B0804030504040204" pitchFamily="34" charset="0"/>
                <a:ea typeface="幼圆" pitchFamily="49" charset="-122"/>
              </a:rPr>
              <a:t> </a:t>
            </a:r>
            <a:endParaRPr lang="zh-CN" altLang="en-US" sz="2200" baseline="-25000" dirty="0">
              <a:latin typeface="Verdana" panose="020B0804030504040204" pitchFamily="34" charset="0"/>
              <a:ea typeface="幼圆" pitchFamily="49" charset="-122"/>
            </a:endParaRPr>
          </a:p>
        </p:txBody>
      </p:sp>
      <p:pic>
        <p:nvPicPr>
          <p:cNvPr id="21509" name="图片 2"/>
          <p:cNvPicPr>
            <a:picLocks noChangeAspect="1"/>
          </p:cNvPicPr>
          <p:nvPr/>
        </p:nvPicPr>
        <p:blipFill>
          <a:blip r:embed="rId1"/>
          <a:stretch>
            <a:fillRect/>
          </a:stretch>
        </p:blipFill>
        <p:spPr>
          <a:xfrm>
            <a:off x="2181225" y="1898650"/>
            <a:ext cx="4044950" cy="666750"/>
          </a:xfrm>
          <a:prstGeom prst="rect">
            <a:avLst/>
          </a:prstGeom>
          <a:noFill/>
          <a:ln w="9525">
            <a:noFill/>
          </a:ln>
        </p:spPr>
      </p:pic>
      <p:pic>
        <p:nvPicPr>
          <p:cNvPr id="21510" name="图片 3"/>
          <p:cNvPicPr>
            <a:picLocks noChangeAspect="1"/>
          </p:cNvPicPr>
          <p:nvPr/>
        </p:nvPicPr>
        <p:blipFill>
          <a:blip r:embed="rId2"/>
          <a:stretch>
            <a:fillRect/>
          </a:stretch>
        </p:blipFill>
        <p:spPr>
          <a:xfrm>
            <a:off x="2800350" y="2417763"/>
            <a:ext cx="5346700" cy="2143125"/>
          </a:xfrm>
          <a:prstGeom prst="rect">
            <a:avLst/>
          </a:prstGeom>
          <a:noFill/>
          <a:ln w="9525">
            <a:noFill/>
          </a:ln>
        </p:spPr>
      </p:pic>
      <p:pic>
        <p:nvPicPr>
          <p:cNvPr id="21511" name="图片 4"/>
          <p:cNvPicPr>
            <a:picLocks noChangeAspect="1"/>
          </p:cNvPicPr>
          <p:nvPr/>
        </p:nvPicPr>
        <p:blipFill>
          <a:blip r:embed="rId3"/>
          <a:stretch>
            <a:fillRect/>
          </a:stretch>
        </p:blipFill>
        <p:spPr>
          <a:xfrm>
            <a:off x="1703388" y="4702175"/>
            <a:ext cx="2865437" cy="585788"/>
          </a:xfrm>
          <a:prstGeom prst="rect">
            <a:avLst/>
          </a:prstGeom>
          <a:noFill/>
          <a:ln w="9525">
            <a:noFill/>
          </a:ln>
        </p:spPr>
      </p:pic>
      <p:pic>
        <p:nvPicPr>
          <p:cNvPr id="21512" name="图片 9"/>
          <p:cNvPicPr>
            <a:picLocks noChangeAspect="1"/>
          </p:cNvPicPr>
          <p:nvPr/>
        </p:nvPicPr>
        <p:blipFill>
          <a:blip r:embed="rId4"/>
          <a:stretch>
            <a:fillRect/>
          </a:stretch>
        </p:blipFill>
        <p:spPr>
          <a:xfrm>
            <a:off x="2601913" y="5216525"/>
            <a:ext cx="3933825" cy="884238"/>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2531" name="内容占位符 4"/>
          <p:cNvSpPr>
            <a:spLocks noGrp="1"/>
          </p:cNvSpPr>
          <p:nvPr>
            <p:ph idx="1"/>
          </p:nvPr>
        </p:nvSpPr>
        <p:spPr>
          <a:xfrm>
            <a:off x="260350" y="1266825"/>
            <a:ext cx="8616950" cy="5746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根据数学期望的定义，这等价于令</a:t>
            </a:r>
            <a:r>
              <a:rPr lang="en-US" altLang="zh-CN" kern="1200" baseline="0" dirty="0">
                <a:latin typeface="Verdana" panose="020B0804030504040204" pitchFamily="34" charset="0"/>
                <a:ea typeface="幼圆" pitchFamily="49" charset="-122"/>
                <a:cs typeface="+mn-cs"/>
              </a:rPr>
              <a:t>:</a:t>
            </a:r>
            <a:endParaRPr lang="zh-CN" altLang="en-US" kern="1200" baseline="0" dirty="0">
              <a:latin typeface="Verdana" panose="020B0804030504040204" pitchFamily="34" charset="0"/>
              <a:ea typeface="幼圆" pitchFamily="49" charset="-122"/>
              <a:cs typeface="+mn-cs"/>
            </a:endParaRPr>
          </a:p>
        </p:txBody>
      </p:sp>
      <p:pic>
        <p:nvPicPr>
          <p:cNvPr id="22532" name="图片 2"/>
          <p:cNvPicPr>
            <a:picLocks noChangeAspect="1"/>
          </p:cNvPicPr>
          <p:nvPr/>
        </p:nvPicPr>
        <p:blipFill>
          <a:blip r:embed="rId1"/>
          <a:stretch>
            <a:fillRect/>
          </a:stretch>
        </p:blipFill>
        <p:spPr>
          <a:xfrm>
            <a:off x="1476375" y="1841500"/>
            <a:ext cx="5695950" cy="1543050"/>
          </a:xfrm>
          <a:prstGeom prst="rect">
            <a:avLst/>
          </a:prstGeom>
          <a:noFill/>
          <a:ln w="9525">
            <a:noFill/>
          </a:ln>
        </p:spPr>
      </p:pic>
      <p:sp>
        <p:nvSpPr>
          <p:cNvPr id="8" name="内容占位符 4"/>
          <p:cNvSpPr txBox="1">
            <a:spLocks noRot="1" noChangeAspect="1" noMove="1" noResize="1" noEditPoints="1" noAdjustHandles="1" noChangeArrowheads="1" noChangeShapeType="1" noTextEdit="1"/>
          </p:cNvSpPr>
          <p:nvPr/>
        </p:nvSpPr>
        <p:spPr>
          <a:xfrm>
            <a:off x="260350" y="3580533"/>
            <a:ext cx="8616950" cy="575423"/>
          </a:xfrm>
          <a:prstGeom prst="rect">
            <a:avLst/>
          </a:prstGeom>
          <a:blipFill rotWithShape="0">
            <a:blip r:embed="rId2"/>
            <a:stretch>
              <a:fillRect l="-778" t="-14737"/>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pic>
        <p:nvPicPr>
          <p:cNvPr id="22534" name="图片 3"/>
          <p:cNvPicPr>
            <a:picLocks noChangeAspect="1"/>
          </p:cNvPicPr>
          <p:nvPr/>
        </p:nvPicPr>
        <p:blipFill>
          <a:blip r:embed="rId3"/>
          <a:stretch>
            <a:fillRect/>
          </a:stretch>
        </p:blipFill>
        <p:spPr>
          <a:xfrm>
            <a:off x="2295525" y="4070350"/>
            <a:ext cx="4546600" cy="563563"/>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推导</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3555" name="内容占位符 4"/>
          <p:cNvSpPr>
            <a:spLocks noGrp="1"/>
          </p:cNvSpPr>
          <p:nvPr>
            <p:ph idx="1"/>
          </p:nvPr>
        </p:nvSpPr>
        <p:spPr>
          <a:xfrm>
            <a:off x="527050" y="2878138"/>
            <a:ext cx="8616950" cy="57467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最终的样本分布更新公式</a:t>
            </a:r>
            <a:endParaRPr lang="zh-CN" altLang="en-US" kern="1200" baseline="0" dirty="0">
              <a:latin typeface="Verdana" panose="020B0804030504040204" pitchFamily="34" charset="0"/>
              <a:ea typeface="幼圆" pitchFamily="49" charset="-122"/>
              <a:cs typeface="+mn-cs"/>
            </a:endParaRPr>
          </a:p>
        </p:txBody>
      </p:sp>
      <p:sp>
        <p:nvSpPr>
          <p:cNvPr id="23556" name="内容占位符 4"/>
          <p:cNvSpPr txBox="1"/>
          <p:nvPr/>
        </p:nvSpPr>
        <p:spPr>
          <a:xfrm>
            <a:off x="527050" y="1025525"/>
            <a:ext cx="8616950" cy="576263"/>
          </a:xfrm>
          <a:prstGeom prst="rect">
            <a:avLst/>
          </a:prstGeom>
          <a:noFill/>
          <a:ln w="9525">
            <a:noFill/>
          </a:ln>
        </p:spPr>
        <p:txBody>
          <a:bodyPr tIns="46800"/>
          <a:p>
            <a:pPr marL="228600" indent="-358775">
              <a:lnSpc>
                <a:spcPct val="90000"/>
              </a:lnSpc>
              <a:spcBef>
                <a:spcPts val="1000"/>
              </a:spcBef>
              <a:buClr>
                <a:schemeClr val="accent1"/>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则理想的基学习器</a:t>
            </a:r>
            <a:endParaRPr lang="zh-CN" altLang="en-US" sz="2200" dirty="0">
              <a:latin typeface="Verdana" panose="020B0804030504040204" pitchFamily="34" charset="0"/>
              <a:ea typeface="幼圆" pitchFamily="49" charset="-122"/>
            </a:endParaRPr>
          </a:p>
        </p:txBody>
      </p:sp>
      <p:pic>
        <p:nvPicPr>
          <p:cNvPr id="23557" name="图片 3"/>
          <p:cNvPicPr>
            <a:picLocks noChangeAspect="1"/>
          </p:cNvPicPr>
          <p:nvPr/>
        </p:nvPicPr>
        <p:blipFill>
          <a:blip r:embed="rId1"/>
          <a:stretch>
            <a:fillRect/>
          </a:stretch>
        </p:blipFill>
        <p:spPr>
          <a:xfrm>
            <a:off x="1719263" y="1766888"/>
            <a:ext cx="5753100" cy="723900"/>
          </a:xfrm>
          <a:prstGeom prst="rect">
            <a:avLst/>
          </a:prstGeom>
          <a:noFill/>
          <a:ln w="9525">
            <a:noFill/>
          </a:ln>
        </p:spPr>
      </p:pic>
      <p:pic>
        <p:nvPicPr>
          <p:cNvPr id="23558" name="图片 7"/>
          <p:cNvPicPr>
            <a:picLocks noChangeAspect="1"/>
          </p:cNvPicPr>
          <p:nvPr/>
        </p:nvPicPr>
        <p:blipFill>
          <a:blip r:embed="rId2"/>
          <a:stretch>
            <a:fillRect/>
          </a:stretch>
        </p:blipFill>
        <p:spPr>
          <a:xfrm>
            <a:off x="1412875" y="3417888"/>
            <a:ext cx="6427788" cy="2767012"/>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注意事项</a:t>
            </a:r>
            <a:endParaRPr kumimoji="1"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4579" name="内容占位符 4"/>
          <p:cNvSpPr>
            <a:spLocks noGrp="1"/>
          </p:cNvSpPr>
          <p:nvPr>
            <p:ph idx="1"/>
          </p:nvPr>
        </p:nvSpPr>
        <p:spPr>
          <a:xfrm>
            <a:off x="379730" y="934720"/>
            <a:ext cx="8616950" cy="4389120"/>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数据分布的学习</a:t>
            </a:r>
            <a:endParaRPr lang="en-US" altLang="zh-CN"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重赋权法、重采样法</a:t>
            </a:r>
            <a:endParaRPr lang="zh-CN" altLang="en-US"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Boosting 算法要求基学习器能对特定的数据分布进行学习，这可通过“重赋权法”（re-weighting）实施，即在训练过程的每一轮中，根据样本分布为每个训练样本重新赋予一个权重。对无法接受带权样本的基学习算法，则可通过“重采样法”（re-sampling）来处理，即在每一轮学习中，根据样本分布对训练集重新进行采样，再用重采样而得的样本集对基学习器进行训练。</a:t>
            </a:r>
            <a:endParaRPr lang="zh-CN" altLang="en-US"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一般而言，这两种做法没有显著的优劣差别。需注意的是，Boosting 算法在训练的每一轮都要检查当前生成的基学习器是否满足基本条件（例如图 8.3 的第 5 行，检查当前基分类器是否比随机猜测好），一旦条件不满足，则当前基学习器即被抛弃，且学习过程停止。在此种情形下，初始设置的学习轮数 T 也许还远未达到，可能导致最终集成中只包含很少的基学习器而性能不佳。</a:t>
            </a:r>
            <a:endParaRPr lang="zh-CN" altLang="en-US" kern="1200" baseline="0" dirty="0">
              <a:latin typeface="Verdana" panose="020B0804030504040204" pitchFamily="34" charset="0"/>
              <a:ea typeface="幼圆" pitchFamily="49" charset="-122"/>
              <a:cs typeface="+mn-cs"/>
            </a:endParaRPr>
          </a:p>
          <a:p>
            <a:pPr lvl="1" defTabSz="914400"/>
            <a:endParaRPr lang="en-US" altLang="zh-CN" kern="1200" baseline="0" dirty="0">
              <a:latin typeface="Verdana" panose="020B0804030504040204" pitchFamily="34" charset="0"/>
              <a:ea typeface="幼圆" pitchFamily="49"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注意事项</a:t>
            </a:r>
            <a:endParaRPr kumimoji="1"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4579" name="内容占位符 4"/>
          <p:cNvSpPr>
            <a:spLocks noGrp="1"/>
          </p:cNvSpPr>
          <p:nvPr>
            <p:ph idx="1"/>
          </p:nvPr>
        </p:nvSpPr>
        <p:spPr>
          <a:xfrm>
            <a:off x="379413" y="1800225"/>
            <a:ext cx="8616950" cy="2249488"/>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数据分布的学习</a:t>
            </a:r>
            <a:endParaRPr lang="en-US" altLang="zh-CN"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重赋权法</a:t>
            </a:r>
            <a:endParaRPr lang="zh-CN" altLang="en-US"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重采样法</a:t>
            </a:r>
            <a:endParaRPr lang="en-US" altLang="zh-CN"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若采用“重采样法”，则可获得“重启”机会以避免训练过程过早停止[Kohavi and Wolpert, 1996]。即在抛弃不满足条件的当前基学习器之后，可根据当前分布重新对训练样本进行采样，再基于新的采样结果重新训练出基学习器，从而使得学习过程可以持续到预设的 T 轮完成。</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箭头连接符 3"/>
          <p:cNvCxnSpPr/>
          <p:nvPr/>
        </p:nvCxnSpPr>
        <p:spPr>
          <a:xfrm flipH="1" flipV="1">
            <a:off x="735013" y="1535113"/>
            <a:ext cx="0" cy="1889125"/>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 name="直接箭头连接符 4"/>
          <p:cNvCxnSpPr/>
          <p:nvPr/>
        </p:nvCxnSpPr>
        <p:spPr>
          <a:xfrm>
            <a:off x="728663" y="3424238"/>
            <a:ext cx="22955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 name="文本框 5"/>
          <p:cNvSpPr txBox="1"/>
          <p:nvPr/>
        </p:nvSpPr>
        <p:spPr>
          <a:xfrm>
            <a:off x="592138" y="3363913"/>
            <a:ext cx="25241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a:t>
            </a:r>
            <a:endParaRPr kumimoji="0" lang="zh-CN" altLang="en-US" sz="1050" kern="1200" cap="none" spc="0" normalizeH="0" baseline="0" noProof="0" dirty="0">
              <a:latin typeface="Times"/>
              <a:ea typeface="+mn-ea"/>
              <a:cs typeface="+mn-cs"/>
            </a:endParaRPr>
          </a:p>
        </p:txBody>
      </p:sp>
      <p:cxnSp>
        <p:nvCxnSpPr>
          <p:cNvPr id="7" name="直接连接符 6"/>
          <p:cNvCxnSpPr/>
          <p:nvPr/>
        </p:nvCxnSpPr>
        <p:spPr>
          <a:xfrm>
            <a:off x="1208088"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 name="直接连接符 7"/>
          <p:cNvCxnSpPr/>
          <p:nvPr/>
        </p:nvCxnSpPr>
        <p:spPr>
          <a:xfrm>
            <a:off x="1674813"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2139950"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2606675" y="3370263"/>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1036638" y="3392488"/>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2" name="文本框 11"/>
          <p:cNvSpPr txBox="1"/>
          <p:nvPr/>
        </p:nvSpPr>
        <p:spPr>
          <a:xfrm>
            <a:off x="1503363" y="3392488"/>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13" name="文本框 12"/>
          <p:cNvSpPr txBox="1"/>
          <p:nvPr/>
        </p:nvSpPr>
        <p:spPr>
          <a:xfrm>
            <a:off x="1970088" y="3392488"/>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sp>
        <p:nvSpPr>
          <p:cNvPr id="14" name="文本框 13"/>
          <p:cNvSpPr txBox="1"/>
          <p:nvPr/>
        </p:nvSpPr>
        <p:spPr>
          <a:xfrm>
            <a:off x="2436813" y="3392488"/>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0.8</a:t>
            </a:r>
            <a:endParaRPr kumimoji="0" lang="zh-CN" altLang="en-US" sz="1050" kern="1200" cap="none" spc="0" normalizeH="0" baseline="0" noProof="0" dirty="0">
              <a:latin typeface="Times"/>
              <a:ea typeface="+mn-ea"/>
              <a:cs typeface="+mn-cs"/>
            </a:endParaRPr>
          </a:p>
        </p:txBody>
      </p:sp>
      <p:cxnSp>
        <p:nvCxnSpPr>
          <p:cNvPr id="15" name="直接连接符 14"/>
          <p:cNvCxnSpPr/>
          <p:nvPr/>
        </p:nvCxnSpPr>
        <p:spPr>
          <a:xfrm rot="5400000">
            <a:off x="762000" y="1993900"/>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rot="5400000">
            <a:off x="762000" y="246221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rot="5400000">
            <a:off x="762000" y="2928938"/>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8" name="文本框 17"/>
          <p:cNvSpPr txBox="1"/>
          <p:nvPr/>
        </p:nvSpPr>
        <p:spPr>
          <a:xfrm>
            <a:off x="419100" y="2841625"/>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9" name="文本框 18"/>
          <p:cNvSpPr txBox="1"/>
          <p:nvPr/>
        </p:nvSpPr>
        <p:spPr>
          <a:xfrm>
            <a:off x="419100" y="2373313"/>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20" name="文本框 19"/>
          <p:cNvSpPr txBox="1"/>
          <p:nvPr/>
        </p:nvSpPr>
        <p:spPr>
          <a:xfrm>
            <a:off x="419100" y="190658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grpSp>
        <p:nvGrpSpPr>
          <p:cNvPr id="25619" name="组合 20"/>
          <p:cNvGrpSpPr/>
          <p:nvPr/>
        </p:nvGrpSpPr>
        <p:grpSpPr>
          <a:xfrm>
            <a:off x="811213" y="1711325"/>
            <a:ext cx="760412" cy="471488"/>
            <a:chOff x="2902949" y="2313167"/>
            <a:chExt cx="1014878" cy="627960"/>
          </a:xfrm>
        </p:grpSpPr>
        <p:grpSp>
          <p:nvGrpSpPr>
            <p:cNvPr id="25806" name="组合 21"/>
            <p:cNvGrpSpPr/>
            <p:nvPr/>
          </p:nvGrpSpPr>
          <p:grpSpPr>
            <a:xfrm>
              <a:off x="2902949" y="2313167"/>
              <a:ext cx="1014878" cy="627960"/>
              <a:chOff x="5860991" y="1513622"/>
              <a:chExt cx="1014878" cy="627960"/>
            </a:xfrm>
          </p:grpSpPr>
          <p:sp>
            <p:nvSpPr>
              <p:cNvPr id="26" name="矩形 25"/>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schemeClr val="lt1"/>
                  </a:solidFill>
                  <a:effectLst/>
                  <a:uLnTx/>
                  <a:uFillTx/>
                  <a:latin typeface="+mn-lt"/>
                  <a:ea typeface="+mn-ea"/>
                  <a:cs typeface="+mn-cs"/>
                </a:endParaRPr>
              </a:p>
            </p:txBody>
          </p:sp>
          <p:sp>
            <p:nvSpPr>
              <p:cNvPr id="25811" name="文本框 26"/>
              <p:cNvSpPr txBox="1"/>
              <p:nvPr/>
            </p:nvSpPr>
            <p:spPr>
              <a:xfrm>
                <a:off x="6219278" y="1513622"/>
                <a:ext cx="656591"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好瓜</a:t>
                </a:r>
                <a:endParaRPr lang="zh-CN" altLang="en-US" sz="1200" dirty="0">
                  <a:latin typeface="楷体" pitchFamily="49" charset="-122"/>
                  <a:ea typeface="楷体" pitchFamily="49" charset="-122"/>
                </a:endParaRPr>
              </a:p>
            </p:txBody>
          </p:sp>
          <p:sp>
            <p:nvSpPr>
              <p:cNvPr id="25812" name="文本框 27"/>
              <p:cNvSpPr txBox="1"/>
              <p:nvPr/>
            </p:nvSpPr>
            <p:spPr>
              <a:xfrm>
                <a:off x="6219277" y="1772250"/>
                <a:ext cx="656590"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坏瓜</a:t>
                </a:r>
                <a:endParaRPr lang="zh-CN" altLang="en-US" sz="1200" dirty="0">
                  <a:latin typeface="楷体" pitchFamily="49" charset="-122"/>
                  <a:ea typeface="楷体" pitchFamily="49" charset="-122"/>
                </a:endParaRPr>
              </a:p>
            </p:txBody>
          </p:sp>
          <p:cxnSp>
            <p:nvCxnSpPr>
              <p:cNvPr id="29" name="直接连接符 28"/>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807" name="组合 22"/>
            <p:cNvGrpSpPr/>
            <p:nvPr/>
          </p:nvGrpSpPr>
          <p:grpSpPr>
            <a:xfrm>
              <a:off x="3043927" y="2444745"/>
              <a:ext cx="108000" cy="108000"/>
              <a:chOff x="5476803" y="2392530"/>
              <a:chExt cx="108000" cy="108000"/>
            </a:xfrm>
          </p:grpSpPr>
          <p:cxnSp>
            <p:nvCxnSpPr>
              <p:cNvPr id="24" name="直接连接符 2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直接连接符 2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25620" name="组合 29"/>
          <p:cNvGrpSpPr/>
          <p:nvPr/>
        </p:nvGrpSpPr>
        <p:grpSpPr>
          <a:xfrm>
            <a:off x="2346325" y="2293938"/>
            <a:ext cx="80963" cy="80962"/>
            <a:chOff x="5476803" y="2392530"/>
            <a:chExt cx="108000" cy="108000"/>
          </a:xfrm>
        </p:grpSpPr>
        <p:cxnSp>
          <p:nvCxnSpPr>
            <p:cNvPr id="31" name="直接连接符 3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21" name="组合 32"/>
          <p:cNvGrpSpPr/>
          <p:nvPr/>
        </p:nvGrpSpPr>
        <p:grpSpPr>
          <a:xfrm>
            <a:off x="2489200" y="2565400"/>
            <a:ext cx="80963" cy="80963"/>
            <a:chOff x="5476803" y="2392530"/>
            <a:chExt cx="108000" cy="108000"/>
          </a:xfrm>
        </p:grpSpPr>
        <p:cxnSp>
          <p:nvCxnSpPr>
            <p:cNvPr id="34" name="直接连接符 3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22" name="组合 35"/>
          <p:cNvGrpSpPr/>
          <p:nvPr/>
        </p:nvGrpSpPr>
        <p:grpSpPr>
          <a:xfrm>
            <a:off x="2251075" y="2781300"/>
            <a:ext cx="80963" cy="80963"/>
            <a:chOff x="5476803" y="2392530"/>
            <a:chExt cx="108000" cy="108000"/>
          </a:xfrm>
        </p:grpSpPr>
        <p:cxnSp>
          <p:nvCxnSpPr>
            <p:cNvPr id="37" name="直接连接符 3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23" name="组合 38"/>
          <p:cNvGrpSpPr/>
          <p:nvPr/>
        </p:nvGrpSpPr>
        <p:grpSpPr>
          <a:xfrm>
            <a:off x="2120900" y="2662238"/>
            <a:ext cx="80963" cy="80962"/>
            <a:chOff x="5476803" y="2392530"/>
            <a:chExt cx="108000" cy="108000"/>
          </a:xfrm>
        </p:grpSpPr>
        <p:cxnSp>
          <p:nvCxnSpPr>
            <p:cNvPr id="40" name="直接连接符 3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24" name="组合 41"/>
          <p:cNvGrpSpPr/>
          <p:nvPr/>
        </p:nvGrpSpPr>
        <p:grpSpPr>
          <a:xfrm>
            <a:off x="1849438" y="2832100"/>
            <a:ext cx="80962" cy="80963"/>
            <a:chOff x="5476803" y="2392530"/>
            <a:chExt cx="108000" cy="108000"/>
          </a:xfrm>
        </p:grpSpPr>
        <p:cxnSp>
          <p:nvCxnSpPr>
            <p:cNvPr id="43" name="直接连接符 4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25" name="组合 44"/>
          <p:cNvGrpSpPr/>
          <p:nvPr/>
        </p:nvGrpSpPr>
        <p:grpSpPr>
          <a:xfrm>
            <a:off x="1639888" y="2782888"/>
            <a:ext cx="80962" cy="80962"/>
            <a:chOff x="5476803" y="2392530"/>
            <a:chExt cx="108000" cy="108000"/>
          </a:xfrm>
        </p:grpSpPr>
        <p:cxnSp>
          <p:nvCxnSpPr>
            <p:cNvPr id="46" name="直接连接符 4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26" name="组合 47"/>
          <p:cNvGrpSpPr/>
          <p:nvPr/>
        </p:nvGrpSpPr>
        <p:grpSpPr>
          <a:xfrm>
            <a:off x="1827213" y="3044825"/>
            <a:ext cx="80962" cy="80963"/>
            <a:chOff x="5476803" y="2392530"/>
            <a:chExt cx="108000" cy="108000"/>
          </a:xfrm>
        </p:grpSpPr>
        <p:cxnSp>
          <p:nvCxnSpPr>
            <p:cNvPr id="49" name="直接连接符 4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27" name="组合 50"/>
          <p:cNvGrpSpPr/>
          <p:nvPr/>
        </p:nvGrpSpPr>
        <p:grpSpPr>
          <a:xfrm>
            <a:off x="1720850" y="2840038"/>
            <a:ext cx="80963" cy="82550"/>
            <a:chOff x="5476803" y="2392530"/>
            <a:chExt cx="108000" cy="108000"/>
          </a:xfrm>
        </p:grpSpPr>
        <p:cxnSp>
          <p:nvCxnSpPr>
            <p:cNvPr id="52" name="直接连接符 5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3" name="直接连接符 5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54" name="直接连接符 53"/>
          <p:cNvCxnSpPr/>
          <p:nvPr/>
        </p:nvCxnSpPr>
        <p:spPr>
          <a:xfrm>
            <a:off x="2292350" y="32051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5" name="直接连接符 54"/>
          <p:cNvCxnSpPr/>
          <p:nvPr/>
        </p:nvCxnSpPr>
        <p:spPr>
          <a:xfrm>
            <a:off x="1336675" y="28067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6" name="直接连接符 55"/>
          <p:cNvCxnSpPr/>
          <p:nvPr/>
        </p:nvCxnSpPr>
        <p:spPr>
          <a:xfrm>
            <a:off x="1355725" y="330041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7" name="直接连接符 56"/>
          <p:cNvCxnSpPr/>
          <p:nvPr/>
        </p:nvCxnSpPr>
        <p:spPr>
          <a:xfrm>
            <a:off x="1484313" y="31781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a:off x="2228850" y="30638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9" name="直接连接符 58"/>
          <p:cNvCxnSpPr/>
          <p:nvPr/>
        </p:nvCxnSpPr>
        <p:spPr>
          <a:xfrm>
            <a:off x="2263775" y="29654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0" name="直接连接符 59"/>
          <p:cNvCxnSpPr/>
          <p:nvPr/>
        </p:nvCxnSpPr>
        <p:spPr>
          <a:xfrm>
            <a:off x="1481138" y="266858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直接连接符 60"/>
          <p:cNvCxnSpPr/>
          <p:nvPr/>
        </p:nvCxnSpPr>
        <p:spPr>
          <a:xfrm>
            <a:off x="2093913" y="333533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2" name="直接连接符 61"/>
          <p:cNvCxnSpPr/>
          <p:nvPr/>
        </p:nvCxnSpPr>
        <p:spPr>
          <a:xfrm>
            <a:off x="2354263" y="3171825"/>
            <a:ext cx="80963" cy="0"/>
          </a:xfrm>
          <a:prstGeom prst="line">
            <a:avLst/>
          </a:prstGeom>
          <a:ln w="19050"/>
        </p:spPr>
        <p:style>
          <a:lnRef idx="1">
            <a:schemeClr val="dk1"/>
          </a:lnRef>
          <a:fillRef idx="0">
            <a:schemeClr val="dk1"/>
          </a:fillRef>
          <a:effectRef idx="0">
            <a:schemeClr val="dk1"/>
          </a:effectRef>
          <a:fontRef idx="minor">
            <a:schemeClr val="tx1"/>
          </a:fontRef>
        </p:style>
      </p:cxnSp>
      <p:sp>
        <p:nvSpPr>
          <p:cNvPr id="25637" name="文本框 62"/>
          <p:cNvSpPr txBox="1"/>
          <p:nvPr/>
        </p:nvSpPr>
        <p:spPr>
          <a:xfrm>
            <a:off x="1657350" y="3538538"/>
            <a:ext cx="492125" cy="276225"/>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密度</a:t>
            </a:r>
            <a:endParaRPr lang="zh-CN" altLang="en-US" sz="1200" dirty="0">
              <a:latin typeface="楷体" pitchFamily="49" charset="-122"/>
              <a:ea typeface="楷体" pitchFamily="49" charset="-122"/>
            </a:endParaRPr>
          </a:p>
        </p:txBody>
      </p:sp>
      <p:sp>
        <p:nvSpPr>
          <p:cNvPr id="25638" name="文本框 63"/>
          <p:cNvSpPr txBox="1"/>
          <p:nvPr/>
        </p:nvSpPr>
        <p:spPr>
          <a:xfrm>
            <a:off x="180975" y="2047875"/>
            <a:ext cx="369888" cy="554038"/>
          </a:xfrm>
          <a:prstGeom prst="rect">
            <a:avLst/>
          </a:prstGeom>
          <a:noFill/>
          <a:ln w="9525">
            <a:noFill/>
          </a:ln>
        </p:spPr>
        <p:txBody>
          <a:bodyPr vert="eaVert" wrap="none">
            <a:spAutoFit/>
          </a:bodyPr>
          <a:p>
            <a:pPr>
              <a:buNone/>
            </a:pPr>
            <a:r>
              <a:rPr lang="zh-CN" altLang="en-US" sz="1200" dirty="0">
                <a:latin typeface="楷体" pitchFamily="49" charset="-122"/>
                <a:ea typeface="楷体" pitchFamily="49" charset="-122"/>
              </a:rPr>
              <a:t>含糖率</a:t>
            </a:r>
            <a:endParaRPr lang="zh-CN" altLang="en-US" sz="1200" dirty="0">
              <a:latin typeface="楷体" pitchFamily="49" charset="-122"/>
              <a:ea typeface="楷体" pitchFamily="49" charset="-122"/>
            </a:endParaRPr>
          </a:p>
        </p:txBody>
      </p:sp>
      <p:cxnSp>
        <p:nvCxnSpPr>
          <p:cNvPr id="71" name="直接箭头连接符 70"/>
          <p:cNvCxnSpPr/>
          <p:nvPr/>
        </p:nvCxnSpPr>
        <p:spPr>
          <a:xfrm flipH="1" flipV="1">
            <a:off x="3409950" y="1533525"/>
            <a:ext cx="0" cy="1890713"/>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2" name="直接箭头连接符 71"/>
          <p:cNvCxnSpPr/>
          <p:nvPr/>
        </p:nvCxnSpPr>
        <p:spPr>
          <a:xfrm>
            <a:off x="3405188" y="3424238"/>
            <a:ext cx="2293938"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73" name="文本框 72"/>
          <p:cNvSpPr txBox="1"/>
          <p:nvPr/>
        </p:nvSpPr>
        <p:spPr>
          <a:xfrm>
            <a:off x="3268663" y="3362325"/>
            <a:ext cx="250825"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a:t>
            </a:r>
            <a:endParaRPr kumimoji="0" lang="zh-CN" altLang="en-US" sz="1050" kern="1200" cap="none" spc="0" normalizeH="0" baseline="0" noProof="0" dirty="0">
              <a:latin typeface="Times"/>
              <a:ea typeface="+mn-ea"/>
              <a:cs typeface="+mn-cs"/>
            </a:endParaRPr>
          </a:p>
        </p:txBody>
      </p:sp>
      <p:cxnSp>
        <p:nvCxnSpPr>
          <p:cNvPr id="74" name="直接连接符 73"/>
          <p:cNvCxnSpPr/>
          <p:nvPr/>
        </p:nvCxnSpPr>
        <p:spPr>
          <a:xfrm>
            <a:off x="3883025"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a:off x="4349750"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6" name="直接连接符 75"/>
          <p:cNvCxnSpPr/>
          <p:nvPr/>
        </p:nvCxnSpPr>
        <p:spPr>
          <a:xfrm>
            <a:off x="4816475" y="33702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接连接符 76"/>
          <p:cNvCxnSpPr/>
          <p:nvPr/>
        </p:nvCxnSpPr>
        <p:spPr>
          <a:xfrm>
            <a:off x="5283200" y="3370263"/>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78" name="文本框 77"/>
          <p:cNvSpPr txBox="1"/>
          <p:nvPr/>
        </p:nvSpPr>
        <p:spPr>
          <a:xfrm>
            <a:off x="3711575" y="339248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79" name="文本框 78"/>
          <p:cNvSpPr txBox="1"/>
          <p:nvPr/>
        </p:nvSpPr>
        <p:spPr>
          <a:xfrm>
            <a:off x="4178300" y="339248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80" name="文本框 79"/>
          <p:cNvSpPr txBox="1"/>
          <p:nvPr/>
        </p:nvSpPr>
        <p:spPr>
          <a:xfrm>
            <a:off x="4645025" y="339248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sp>
        <p:nvSpPr>
          <p:cNvPr id="81" name="文本框 80"/>
          <p:cNvSpPr txBox="1"/>
          <p:nvPr/>
        </p:nvSpPr>
        <p:spPr>
          <a:xfrm>
            <a:off x="5111750" y="339248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0.8</a:t>
            </a:r>
            <a:endParaRPr kumimoji="0" lang="zh-CN" altLang="en-US" sz="1050" kern="1200" cap="none" spc="0" normalizeH="0" baseline="0" noProof="0" dirty="0">
              <a:latin typeface="Times"/>
              <a:ea typeface="+mn-ea"/>
              <a:cs typeface="+mn-cs"/>
            </a:endParaRPr>
          </a:p>
        </p:txBody>
      </p:sp>
      <p:cxnSp>
        <p:nvCxnSpPr>
          <p:cNvPr id="82" name="直接连接符 81"/>
          <p:cNvCxnSpPr/>
          <p:nvPr/>
        </p:nvCxnSpPr>
        <p:spPr>
          <a:xfrm rot="5400000">
            <a:off x="3438525" y="1993900"/>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rot="5400000">
            <a:off x="3438525" y="246221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4" name="直接连接符 83"/>
          <p:cNvCxnSpPr/>
          <p:nvPr/>
        </p:nvCxnSpPr>
        <p:spPr>
          <a:xfrm rot="5400000">
            <a:off x="3438525" y="2928938"/>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85" name="文本框 84"/>
          <p:cNvSpPr txBox="1"/>
          <p:nvPr/>
        </p:nvSpPr>
        <p:spPr>
          <a:xfrm>
            <a:off x="3095625" y="2841625"/>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86" name="文本框 85"/>
          <p:cNvSpPr txBox="1"/>
          <p:nvPr/>
        </p:nvSpPr>
        <p:spPr>
          <a:xfrm>
            <a:off x="3095625" y="2373313"/>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87" name="文本框 86"/>
          <p:cNvSpPr txBox="1"/>
          <p:nvPr/>
        </p:nvSpPr>
        <p:spPr>
          <a:xfrm>
            <a:off x="3095625" y="1905000"/>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grpSp>
        <p:nvGrpSpPr>
          <p:cNvPr id="25656" name="组合 87"/>
          <p:cNvGrpSpPr/>
          <p:nvPr/>
        </p:nvGrpSpPr>
        <p:grpSpPr>
          <a:xfrm>
            <a:off x="3486150" y="1711325"/>
            <a:ext cx="762000" cy="471488"/>
            <a:chOff x="2902949" y="2313167"/>
            <a:chExt cx="1014878" cy="627960"/>
          </a:xfrm>
        </p:grpSpPr>
        <p:grpSp>
          <p:nvGrpSpPr>
            <p:cNvPr id="25782" name="组合 123"/>
            <p:cNvGrpSpPr/>
            <p:nvPr/>
          </p:nvGrpSpPr>
          <p:grpSpPr>
            <a:xfrm>
              <a:off x="2902949" y="2313167"/>
              <a:ext cx="1014878" cy="627960"/>
              <a:chOff x="5860991" y="1513622"/>
              <a:chExt cx="1014878" cy="627960"/>
            </a:xfrm>
          </p:grpSpPr>
          <p:sp>
            <p:nvSpPr>
              <p:cNvPr id="128" name="矩形 127"/>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schemeClr val="lt1"/>
                  </a:solidFill>
                  <a:effectLst/>
                  <a:uLnTx/>
                  <a:uFillTx/>
                  <a:latin typeface="+mn-lt"/>
                  <a:ea typeface="+mn-ea"/>
                  <a:cs typeface="+mn-cs"/>
                </a:endParaRPr>
              </a:p>
            </p:txBody>
          </p:sp>
          <p:sp>
            <p:nvSpPr>
              <p:cNvPr id="25787" name="文本框 128"/>
              <p:cNvSpPr txBox="1"/>
              <p:nvPr/>
            </p:nvSpPr>
            <p:spPr>
              <a:xfrm>
                <a:off x="6219278" y="1513622"/>
                <a:ext cx="656591"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好瓜</a:t>
                </a:r>
                <a:endParaRPr lang="zh-CN" altLang="en-US" sz="1200" dirty="0">
                  <a:latin typeface="楷体" pitchFamily="49" charset="-122"/>
                  <a:ea typeface="楷体" pitchFamily="49" charset="-122"/>
                </a:endParaRPr>
              </a:p>
            </p:txBody>
          </p:sp>
          <p:sp>
            <p:nvSpPr>
              <p:cNvPr id="25788" name="文本框 129"/>
              <p:cNvSpPr txBox="1"/>
              <p:nvPr/>
            </p:nvSpPr>
            <p:spPr>
              <a:xfrm>
                <a:off x="6219277" y="1772250"/>
                <a:ext cx="656590"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坏瓜</a:t>
                </a:r>
                <a:endParaRPr lang="zh-CN" altLang="en-US" sz="1200" dirty="0">
                  <a:latin typeface="楷体" pitchFamily="49" charset="-122"/>
                  <a:ea typeface="楷体" pitchFamily="49" charset="-122"/>
                </a:endParaRPr>
              </a:p>
            </p:txBody>
          </p:sp>
          <p:cxnSp>
            <p:nvCxnSpPr>
              <p:cNvPr id="131" name="直接连接符 130"/>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783" name="组合 124"/>
            <p:cNvGrpSpPr/>
            <p:nvPr/>
          </p:nvGrpSpPr>
          <p:grpSpPr>
            <a:xfrm>
              <a:off x="3043927" y="2444745"/>
              <a:ext cx="108000" cy="108000"/>
              <a:chOff x="5476803" y="2392530"/>
              <a:chExt cx="108000" cy="108000"/>
            </a:xfrm>
          </p:grpSpPr>
          <p:cxnSp>
            <p:nvCxnSpPr>
              <p:cNvPr id="126" name="直接连接符 12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7" name="直接连接符 12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25657" name="组合 88"/>
          <p:cNvGrpSpPr/>
          <p:nvPr/>
        </p:nvGrpSpPr>
        <p:grpSpPr>
          <a:xfrm>
            <a:off x="5022850" y="2293938"/>
            <a:ext cx="80963" cy="80962"/>
            <a:chOff x="5476803" y="2392530"/>
            <a:chExt cx="108000" cy="108000"/>
          </a:xfrm>
        </p:grpSpPr>
        <p:cxnSp>
          <p:nvCxnSpPr>
            <p:cNvPr id="122" name="直接连接符 12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3" name="直接连接符 12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58" name="组合 89"/>
          <p:cNvGrpSpPr/>
          <p:nvPr/>
        </p:nvGrpSpPr>
        <p:grpSpPr>
          <a:xfrm>
            <a:off x="5165725" y="2565400"/>
            <a:ext cx="80963" cy="80963"/>
            <a:chOff x="5476803" y="2392530"/>
            <a:chExt cx="108000" cy="108000"/>
          </a:xfrm>
        </p:grpSpPr>
        <p:cxnSp>
          <p:nvCxnSpPr>
            <p:cNvPr id="120" name="直接连接符 11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1" name="直接连接符 12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59" name="组合 90"/>
          <p:cNvGrpSpPr/>
          <p:nvPr/>
        </p:nvGrpSpPr>
        <p:grpSpPr>
          <a:xfrm>
            <a:off x="4927600" y="2781300"/>
            <a:ext cx="80963" cy="80963"/>
            <a:chOff x="5476803" y="2392530"/>
            <a:chExt cx="108000" cy="108000"/>
          </a:xfrm>
        </p:grpSpPr>
        <p:cxnSp>
          <p:nvCxnSpPr>
            <p:cNvPr id="118" name="直接连接符 11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9" name="直接连接符 11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60" name="组合 91"/>
          <p:cNvGrpSpPr/>
          <p:nvPr/>
        </p:nvGrpSpPr>
        <p:grpSpPr>
          <a:xfrm>
            <a:off x="4795838" y="2662238"/>
            <a:ext cx="80962" cy="80962"/>
            <a:chOff x="5476803" y="2392530"/>
            <a:chExt cx="108000" cy="108000"/>
          </a:xfrm>
        </p:grpSpPr>
        <p:cxnSp>
          <p:nvCxnSpPr>
            <p:cNvPr id="116" name="直接连接符 11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接连接符 11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61" name="组合 92"/>
          <p:cNvGrpSpPr/>
          <p:nvPr/>
        </p:nvGrpSpPr>
        <p:grpSpPr>
          <a:xfrm>
            <a:off x="4525963" y="2832100"/>
            <a:ext cx="80962" cy="80963"/>
            <a:chOff x="5476803" y="2392530"/>
            <a:chExt cx="108000" cy="108000"/>
          </a:xfrm>
        </p:grpSpPr>
        <p:cxnSp>
          <p:nvCxnSpPr>
            <p:cNvPr id="114" name="直接连接符 11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5" name="直接连接符 11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62" name="组合 93"/>
          <p:cNvGrpSpPr/>
          <p:nvPr/>
        </p:nvGrpSpPr>
        <p:grpSpPr>
          <a:xfrm>
            <a:off x="4314825" y="2782888"/>
            <a:ext cx="80963" cy="80962"/>
            <a:chOff x="5476803" y="2392530"/>
            <a:chExt cx="108000" cy="108000"/>
          </a:xfrm>
        </p:grpSpPr>
        <p:cxnSp>
          <p:nvCxnSpPr>
            <p:cNvPr id="112" name="直接连接符 11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3" name="直接连接符 11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63" name="组合 94"/>
          <p:cNvGrpSpPr/>
          <p:nvPr/>
        </p:nvGrpSpPr>
        <p:grpSpPr>
          <a:xfrm>
            <a:off x="4503738" y="3044825"/>
            <a:ext cx="80962" cy="80963"/>
            <a:chOff x="5476803" y="2392530"/>
            <a:chExt cx="108000" cy="108000"/>
          </a:xfrm>
        </p:grpSpPr>
        <p:cxnSp>
          <p:nvCxnSpPr>
            <p:cNvPr id="110" name="直接连接符 10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1" name="直接连接符 11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64" name="组合 95"/>
          <p:cNvGrpSpPr/>
          <p:nvPr/>
        </p:nvGrpSpPr>
        <p:grpSpPr>
          <a:xfrm>
            <a:off x="4395788" y="2840038"/>
            <a:ext cx="80962" cy="80962"/>
            <a:chOff x="5476803" y="2392530"/>
            <a:chExt cx="108000" cy="108000"/>
          </a:xfrm>
        </p:grpSpPr>
        <p:cxnSp>
          <p:nvCxnSpPr>
            <p:cNvPr id="108" name="直接连接符 10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9" name="直接连接符 10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97" name="直接连接符 96"/>
          <p:cNvCxnSpPr/>
          <p:nvPr/>
        </p:nvCxnSpPr>
        <p:spPr>
          <a:xfrm>
            <a:off x="4967288" y="32051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直接连接符 97"/>
          <p:cNvCxnSpPr/>
          <p:nvPr/>
        </p:nvCxnSpPr>
        <p:spPr>
          <a:xfrm>
            <a:off x="4011613" y="28067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9" name="直接连接符 98"/>
          <p:cNvCxnSpPr/>
          <p:nvPr/>
        </p:nvCxnSpPr>
        <p:spPr>
          <a:xfrm>
            <a:off x="4030663" y="330041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0" name="直接连接符 99"/>
          <p:cNvCxnSpPr/>
          <p:nvPr/>
        </p:nvCxnSpPr>
        <p:spPr>
          <a:xfrm>
            <a:off x="4159250" y="31781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1" name="直接连接符 100"/>
          <p:cNvCxnSpPr/>
          <p:nvPr/>
        </p:nvCxnSpPr>
        <p:spPr>
          <a:xfrm>
            <a:off x="4905375" y="30638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2" name="直接连接符 101"/>
          <p:cNvCxnSpPr/>
          <p:nvPr/>
        </p:nvCxnSpPr>
        <p:spPr>
          <a:xfrm>
            <a:off x="4938713" y="29654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3" name="直接连接符 102"/>
          <p:cNvCxnSpPr/>
          <p:nvPr/>
        </p:nvCxnSpPr>
        <p:spPr>
          <a:xfrm>
            <a:off x="4157663" y="266858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4" name="直接连接符 103"/>
          <p:cNvCxnSpPr/>
          <p:nvPr/>
        </p:nvCxnSpPr>
        <p:spPr>
          <a:xfrm>
            <a:off x="4768850" y="333533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a:off x="5029200" y="3171825"/>
            <a:ext cx="80963" cy="0"/>
          </a:xfrm>
          <a:prstGeom prst="line">
            <a:avLst/>
          </a:prstGeom>
          <a:ln w="19050"/>
        </p:spPr>
        <p:style>
          <a:lnRef idx="1">
            <a:schemeClr val="dk1"/>
          </a:lnRef>
          <a:fillRef idx="0">
            <a:schemeClr val="dk1"/>
          </a:fillRef>
          <a:effectRef idx="0">
            <a:schemeClr val="dk1"/>
          </a:effectRef>
          <a:fontRef idx="minor">
            <a:schemeClr val="tx1"/>
          </a:fontRef>
        </p:style>
      </p:cxnSp>
      <p:sp>
        <p:nvSpPr>
          <p:cNvPr id="25674" name="文本框 105"/>
          <p:cNvSpPr txBox="1"/>
          <p:nvPr/>
        </p:nvSpPr>
        <p:spPr>
          <a:xfrm>
            <a:off x="4332288" y="3538538"/>
            <a:ext cx="492125" cy="276225"/>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密度</a:t>
            </a:r>
            <a:endParaRPr lang="zh-CN" altLang="en-US" sz="1200" dirty="0">
              <a:latin typeface="楷体" pitchFamily="49" charset="-122"/>
              <a:ea typeface="楷体" pitchFamily="49" charset="-122"/>
            </a:endParaRPr>
          </a:p>
        </p:txBody>
      </p:sp>
      <p:sp>
        <p:nvSpPr>
          <p:cNvPr id="25675" name="文本框 106"/>
          <p:cNvSpPr txBox="1"/>
          <p:nvPr/>
        </p:nvSpPr>
        <p:spPr>
          <a:xfrm>
            <a:off x="2857500" y="2047875"/>
            <a:ext cx="368300" cy="554038"/>
          </a:xfrm>
          <a:prstGeom prst="rect">
            <a:avLst/>
          </a:prstGeom>
          <a:noFill/>
          <a:ln w="9525">
            <a:noFill/>
          </a:ln>
        </p:spPr>
        <p:txBody>
          <a:bodyPr vert="eaVert" wrap="none">
            <a:spAutoFit/>
          </a:bodyPr>
          <a:p>
            <a:pPr>
              <a:buNone/>
            </a:pPr>
            <a:r>
              <a:rPr lang="zh-CN" altLang="en-US" sz="1200" dirty="0">
                <a:latin typeface="楷体" pitchFamily="49" charset="-122"/>
                <a:ea typeface="楷体" pitchFamily="49" charset="-122"/>
              </a:rPr>
              <a:t>含糖率</a:t>
            </a:r>
            <a:endParaRPr lang="zh-CN" altLang="en-US" sz="1200" dirty="0">
              <a:latin typeface="楷体" pitchFamily="49" charset="-122"/>
              <a:ea typeface="楷体" pitchFamily="49" charset="-122"/>
            </a:endParaRPr>
          </a:p>
        </p:txBody>
      </p:sp>
      <p:cxnSp>
        <p:nvCxnSpPr>
          <p:cNvPr id="133" name="直接箭头连接符 132"/>
          <p:cNvCxnSpPr/>
          <p:nvPr/>
        </p:nvCxnSpPr>
        <p:spPr>
          <a:xfrm flipH="1" flipV="1">
            <a:off x="6086475" y="1574800"/>
            <a:ext cx="0" cy="1889125"/>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134" name="直接箭头连接符 133"/>
          <p:cNvCxnSpPr/>
          <p:nvPr/>
        </p:nvCxnSpPr>
        <p:spPr>
          <a:xfrm>
            <a:off x="6080125" y="3463925"/>
            <a:ext cx="22955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135" name="文本框 134"/>
          <p:cNvSpPr txBox="1"/>
          <p:nvPr/>
        </p:nvSpPr>
        <p:spPr>
          <a:xfrm>
            <a:off x="5943600" y="3403600"/>
            <a:ext cx="25241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a:t>
            </a:r>
            <a:endParaRPr kumimoji="0" lang="zh-CN" altLang="en-US" sz="1050" kern="1200" cap="none" spc="0" normalizeH="0" baseline="0" noProof="0" dirty="0">
              <a:latin typeface="Times"/>
              <a:ea typeface="+mn-ea"/>
              <a:cs typeface="+mn-cs"/>
            </a:endParaRPr>
          </a:p>
        </p:txBody>
      </p:sp>
      <p:cxnSp>
        <p:nvCxnSpPr>
          <p:cNvPr id="136" name="直接连接符 135"/>
          <p:cNvCxnSpPr/>
          <p:nvPr/>
        </p:nvCxnSpPr>
        <p:spPr>
          <a:xfrm>
            <a:off x="6557963" y="3411538"/>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7" name="直接连接符 136"/>
          <p:cNvCxnSpPr/>
          <p:nvPr/>
        </p:nvCxnSpPr>
        <p:spPr>
          <a:xfrm>
            <a:off x="7024688" y="3411538"/>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8" name="直接连接符 137"/>
          <p:cNvCxnSpPr/>
          <p:nvPr/>
        </p:nvCxnSpPr>
        <p:spPr>
          <a:xfrm>
            <a:off x="7491413" y="3411538"/>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9" name="直接连接符 138"/>
          <p:cNvCxnSpPr/>
          <p:nvPr/>
        </p:nvCxnSpPr>
        <p:spPr>
          <a:xfrm>
            <a:off x="7958138" y="3411538"/>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40" name="文本框 139"/>
          <p:cNvSpPr txBox="1"/>
          <p:nvPr/>
        </p:nvSpPr>
        <p:spPr>
          <a:xfrm>
            <a:off x="6386513" y="3432175"/>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41" name="文本框 140"/>
          <p:cNvSpPr txBox="1"/>
          <p:nvPr/>
        </p:nvSpPr>
        <p:spPr>
          <a:xfrm>
            <a:off x="6853238" y="3432175"/>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142" name="文本框 141"/>
          <p:cNvSpPr txBox="1"/>
          <p:nvPr/>
        </p:nvSpPr>
        <p:spPr>
          <a:xfrm>
            <a:off x="7319963" y="3432175"/>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sp>
        <p:nvSpPr>
          <p:cNvPr id="143" name="文本框 142"/>
          <p:cNvSpPr txBox="1"/>
          <p:nvPr/>
        </p:nvSpPr>
        <p:spPr>
          <a:xfrm>
            <a:off x="7788275" y="3432175"/>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0.8</a:t>
            </a:r>
            <a:endParaRPr kumimoji="0" lang="zh-CN" altLang="en-US" sz="1050" kern="1200" cap="none" spc="0" normalizeH="0" baseline="0" noProof="0" dirty="0">
              <a:latin typeface="Times"/>
              <a:ea typeface="+mn-ea"/>
              <a:cs typeface="+mn-cs"/>
            </a:endParaRPr>
          </a:p>
        </p:txBody>
      </p:sp>
      <p:cxnSp>
        <p:nvCxnSpPr>
          <p:cNvPr id="144" name="直接连接符 143"/>
          <p:cNvCxnSpPr/>
          <p:nvPr/>
        </p:nvCxnSpPr>
        <p:spPr>
          <a:xfrm rot="5400000">
            <a:off x="6113463" y="203517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45" name="直接连接符 144"/>
          <p:cNvCxnSpPr/>
          <p:nvPr/>
        </p:nvCxnSpPr>
        <p:spPr>
          <a:xfrm rot="5400000">
            <a:off x="6113463" y="2501900"/>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46" name="直接连接符 145"/>
          <p:cNvCxnSpPr/>
          <p:nvPr/>
        </p:nvCxnSpPr>
        <p:spPr>
          <a:xfrm rot="5400000">
            <a:off x="6113463" y="2970213"/>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47" name="文本框 146"/>
          <p:cNvSpPr txBox="1"/>
          <p:nvPr/>
        </p:nvSpPr>
        <p:spPr>
          <a:xfrm>
            <a:off x="5770563" y="2881313"/>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48" name="文本框 147"/>
          <p:cNvSpPr txBox="1"/>
          <p:nvPr/>
        </p:nvSpPr>
        <p:spPr>
          <a:xfrm>
            <a:off x="5770563" y="2414588"/>
            <a:ext cx="387350" cy="252413"/>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149" name="文本框 148"/>
          <p:cNvSpPr txBox="1"/>
          <p:nvPr/>
        </p:nvSpPr>
        <p:spPr>
          <a:xfrm>
            <a:off x="5770563" y="1946275"/>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grpSp>
        <p:nvGrpSpPr>
          <p:cNvPr id="25693" name="组合 149"/>
          <p:cNvGrpSpPr/>
          <p:nvPr/>
        </p:nvGrpSpPr>
        <p:grpSpPr>
          <a:xfrm>
            <a:off x="6162675" y="1752600"/>
            <a:ext cx="760413" cy="469900"/>
            <a:chOff x="2902949" y="2313167"/>
            <a:chExt cx="1014878" cy="627960"/>
          </a:xfrm>
        </p:grpSpPr>
        <p:grpSp>
          <p:nvGrpSpPr>
            <p:cNvPr id="25758" name="组合 185"/>
            <p:cNvGrpSpPr/>
            <p:nvPr/>
          </p:nvGrpSpPr>
          <p:grpSpPr>
            <a:xfrm>
              <a:off x="2902949" y="2313167"/>
              <a:ext cx="1014878" cy="627960"/>
              <a:chOff x="5860991" y="1513622"/>
              <a:chExt cx="1014878" cy="627960"/>
            </a:xfrm>
          </p:grpSpPr>
          <p:sp>
            <p:nvSpPr>
              <p:cNvPr id="190" name="矩形 189"/>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schemeClr val="lt1"/>
                  </a:solidFill>
                  <a:effectLst/>
                  <a:uLnTx/>
                  <a:uFillTx/>
                  <a:latin typeface="+mn-lt"/>
                  <a:ea typeface="+mn-ea"/>
                  <a:cs typeface="+mn-cs"/>
                </a:endParaRPr>
              </a:p>
            </p:txBody>
          </p:sp>
          <p:sp>
            <p:nvSpPr>
              <p:cNvPr id="25763" name="文本框 190"/>
              <p:cNvSpPr txBox="1"/>
              <p:nvPr/>
            </p:nvSpPr>
            <p:spPr>
              <a:xfrm>
                <a:off x="6219278" y="1513622"/>
                <a:ext cx="656591"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好瓜</a:t>
                </a:r>
                <a:endParaRPr lang="zh-CN" altLang="en-US" sz="1200" dirty="0">
                  <a:latin typeface="楷体" pitchFamily="49" charset="-122"/>
                  <a:ea typeface="楷体" pitchFamily="49" charset="-122"/>
                </a:endParaRPr>
              </a:p>
            </p:txBody>
          </p:sp>
          <p:sp>
            <p:nvSpPr>
              <p:cNvPr id="25764" name="文本框 191"/>
              <p:cNvSpPr txBox="1"/>
              <p:nvPr/>
            </p:nvSpPr>
            <p:spPr>
              <a:xfrm>
                <a:off x="6219277" y="1772250"/>
                <a:ext cx="656590"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坏瓜</a:t>
                </a:r>
                <a:endParaRPr lang="zh-CN" altLang="en-US" sz="1200" dirty="0">
                  <a:latin typeface="楷体" pitchFamily="49" charset="-122"/>
                  <a:ea typeface="楷体" pitchFamily="49" charset="-122"/>
                </a:endParaRPr>
              </a:p>
            </p:txBody>
          </p:sp>
          <p:cxnSp>
            <p:nvCxnSpPr>
              <p:cNvPr id="193" name="直接连接符 192"/>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759" name="组合 186"/>
            <p:cNvGrpSpPr/>
            <p:nvPr/>
          </p:nvGrpSpPr>
          <p:grpSpPr>
            <a:xfrm>
              <a:off x="3043927" y="2444745"/>
              <a:ext cx="108000" cy="108000"/>
              <a:chOff x="5476803" y="2392530"/>
              <a:chExt cx="108000" cy="108000"/>
            </a:xfrm>
          </p:grpSpPr>
          <p:cxnSp>
            <p:nvCxnSpPr>
              <p:cNvPr id="188" name="直接连接符 18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9" name="直接连接符 18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25694" name="组合 150"/>
          <p:cNvGrpSpPr/>
          <p:nvPr/>
        </p:nvGrpSpPr>
        <p:grpSpPr>
          <a:xfrm>
            <a:off x="7697788" y="2333625"/>
            <a:ext cx="80962" cy="80963"/>
            <a:chOff x="5476803" y="2392530"/>
            <a:chExt cx="108000" cy="108000"/>
          </a:xfrm>
        </p:grpSpPr>
        <p:cxnSp>
          <p:nvCxnSpPr>
            <p:cNvPr id="184" name="直接连接符 18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5" name="直接连接符 18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95" name="组合 151"/>
          <p:cNvGrpSpPr/>
          <p:nvPr/>
        </p:nvGrpSpPr>
        <p:grpSpPr>
          <a:xfrm>
            <a:off x="7840663" y="2605088"/>
            <a:ext cx="80962" cy="80962"/>
            <a:chOff x="5476803" y="2392530"/>
            <a:chExt cx="108000" cy="108000"/>
          </a:xfrm>
        </p:grpSpPr>
        <p:cxnSp>
          <p:nvCxnSpPr>
            <p:cNvPr id="182" name="直接连接符 18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3" name="直接连接符 18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96" name="组合 152"/>
          <p:cNvGrpSpPr/>
          <p:nvPr/>
        </p:nvGrpSpPr>
        <p:grpSpPr>
          <a:xfrm>
            <a:off x="7602538" y="2820988"/>
            <a:ext cx="80962" cy="80962"/>
            <a:chOff x="5476803" y="2392530"/>
            <a:chExt cx="108000" cy="108000"/>
          </a:xfrm>
        </p:grpSpPr>
        <p:cxnSp>
          <p:nvCxnSpPr>
            <p:cNvPr id="180" name="直接连接符 17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1" name="直接连接符 18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97" name="组合 153"/>
          <p:cNvGrpSpPr/>
          <p:nvPr/>
        </p:nvGrpSpPr>
        <p:grpSpPr>
          <a:xfrm>
            <a:off x="7472363" y="2703513"/>
            <a:ext cx="80962" cy="80962"/>
            <a:chOff x="5476803" y="2392530"/>
            <a:chExt cx="108000" cy="108000"/>
          </a:xfrm>
        </p:grpSpPr>
        <p:cxnSp>
          <p:nvCxnSpPr>
            <p:cNvPr id="178" name="直接连接符 17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9" name="直接连接符 17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98" name="组合 154"/>
          <p:cNvGrpSpPr/>
          <p:nvPr/>
        </p:nvGrpSpPr>
        <p:grpSpPr>
          <a:xfrm>
            <a:off x="7200900" y="2874963"/>
            <a:ext cx="80963" cy="80962"/>
            <a:chOff x="5476803" y="2392530"/>
            <a:chExt cx="108000" cy="108000"/>
          </a:xfrm>
        </p:grpSpPr>
        <p:cxnSp>
          <p:nvCxnSpPr>
            <p:cNvPr id="176" name="直接连接符 17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7" name="直接连接符 17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699" name="组合 155"/>
          <p:cNvGrpSpPr/>
          <p:nvPr/>
        </p:nvGrpSpPr>
        <p:grpSpPr>
          <a:xfrm>
            <a:off x="6991350" y="2822575"/>
            <a:ext cx="80963" cy="80963"/>
            <a:chOff x="5476803" y="2392530"/>
            <a:chExt cx="108000" cy="108000"/>
          </a:xfrm>
        </p:grpSpPr>
        <p:cxnSp>
          <p:nvCxnSpPr>
            <p:cNvPr id="174" name="直接连接符 17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5" name="直接连接符 17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700" name="组合 156"/>
          <p:cNvGrpSpPr/>
          <p:nvPr/>
        </p:nvGrpSpPr>
        <p:grpSpPr>
          <a:xfrm>
            <a:off x="7178675" y="3084513"/>
            <a:ext cx="80963" cy="80962"/>
            <a:chOff x="5476803" y="2392530"/>
            <a:chExt cx="108000" cy="108000"/>
          </a:xfrm>
        </p:grpSpPr>
        <p:cxnSp>
          <p:nvCxnSpPr>
            <p:cNvPr id="172" name="直接连接符 17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3" name="直接连接符 17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5701" name="组合 157"/>
          <p:cNvGrpSpPr/>
          <p:nvPr/>
        </p:nvGrpSpPr>
        <p:grpSpPr>
          <a:xfrm>
            <a:off x="7072313" y="2882900"/>
            <a:ext cx="80962" cy="80963"/>
            <a:chOff x="5476803" y="2392530"/>
            <a:chExt cx="108000" cy="108000"/>
          </a:xfrm>
        </p:grpSpPr>
        <p:cxnSp>
          <p:nvCxnSpPr>
            <p:cNvPr id="170" name="直接连接符 16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1" name="直接连接符 17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59" name="直接连接符 158"/>
          <p:cNvCxnSpPr/>
          <p:nvPr/>
        </p:nvCxnSpPr>
        <p:spPr>
          <a:xfrm>
            <a:off x="7643813" y="32448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0" name="直接连接符 159"/>
          <p:cNvCxnSpPr/>
          <p:nvPr/>
        </p:nvCxnSpPr>
        <p:spPr>
          <a:xfrm>
            <a:off x="6686550" y="28479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1" name="直接连接符 160"/>
          <p:cNvCxnSpPr/>
          <p:nvPr/>
        </p:nvCxnSpPr>
        <p:spPr>
          <a:xfrm>
            <a:off x="6705600" y="33401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2" name="直接连接符 161"/>
          <p:cNvCxnSpPr/>
          <p:nvPr/>
        </p:nvCxnSpPr>
        <p:spPr>
          <a:xfrm>
            <a:off x="6835775" y="32178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3" name="直接连接符 162"/>
          <p:cNvCxnSpPr/>
          <p:nvPr/>
        </p:nvCxnSpPr>
        <p:spPr>
          <a:xfrm>
            <a:off x="7580313" y="31035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a:off x="7615238" y="300672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5" name="直接连接符 164"/>
          <p:cNvCxnSpPr/>
          <p:nvPr/>
        </p:nvCxnSpPr>
        <p:spPr>
          <a:xfrm>
            <a:off x="6832600" y="27098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6" name="直接连接符 165"/>
          <p:cNvCxnSpPr/>
          <p:nvPr/>
        </p:nvCxnSpPr>
        <p:spPr>
          <a:xfrm>
            <a:off x="7443788" y="337661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7" name="直接连接符 166"/>
          <p:cNvCxnSpPr/>
          <p:nvPr/>
        </p:nvCxnSpPr>
        <p:spPr>
          <a:xfrm>
            <a:off x="7704138" y="3211513"/>
            <a:ext cx="82550" cy="0"/>
          </a:xfrm>
          <a:prstGeom prst="line">
            <a:avLst/>
          </a:prstGeom>
          <a:ln w="19050"/>
        </p:spPr>
        <p:style>
          <a:lnRef idx="1">
            <a:schemeClr val="dk1"/>
          </a:lnRef>
          <a:fillRef idx="0">
            <a:schemeClr val="dk1"/>
          </a:fillRef>
          <a:effectRef idx="0">
            <a:schemeClr val="dk1"/>
          </a:effectRef>
          <a:fontRef idx="minor">
            <a:schemeClr val="tx1"/>
          </a:fontRef>
        </p:style>
      </p:cxnSp>
      <p:sp>
        <p:nvSpPr>
          <p:cNvPr id="25711" name="文本框 167"/>
          <p:cNvSpPr txBox="1"/>
          <p:nvPr/>
        </p:nvSpPr>
        <p:spPr>
          <a:xfrm>
            <a:off x="7007225" y="3578225"/>
            <a:ext cx="493713" cy="276225"/>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密度</a:t>
            </a:r>
            <a:endParaRPr lang="zh-CN" altLang="en-US" sz="1200" dirty="0">
              <a:latin typeface="楷体" pitchFamily="49" charset="-122"/>
              <a:ea typeface="楷体" pitchFamily="49" charset="-122"/>
            </a:endParaRPr>
          </a:p>
        </p:txBody>
      </p:sp>
      <p:sp>
        <p:nvSpPr>
          <p:cNvPr id="25712" name="文本框 168"/>
          <p:cNvSpPr txBox="1"/>
          <p:nvPr/>
        </p:nvSpPr>
        <p:spPr>
          <a:xfrm>
            <a:off x="5532438" y="2089150"/>
            <a:ext cx="369887" cy="554038"/>
          </a:xfrm>
          <a:prstGeom prst="rect">
            <a:avLst/>
          </a:prstGeom>
          <a:noFill/>
          <a:ln w="9525">
            <a:noFill/>
          </a:ln>
        </p:spPr>
        <p:txBody>
          <a:bodyPr vert="eaVert" wrap="none">
            <a:spAutoFit/>
          </a:bodyPr>
          <a:p>
            <a:pPr>
              <a:buNone/>
            </a:pPr>
            <a:r>
              <a:rPr lang="zh-CN" altLang="en-US" sz="1200" dirty="0">
                <a:latin typeface="楷体" pitchFamily="49" charset="-122"/>
                <a:ea typeface="楷体" pitchFamily="49" charset="-122"/>
              </a:rPr>
              <a:t>含糖率</a:t>
            </a:r>
            <a:endParaRPr lang="zh-CN" altLang="en-US" sz="1200" dirty="0">
              <a:latin typeface="楷体" pitchFamily="49" charset="-122"/>
              <a:ea typeface="楷体" pitchFamily="49" charset="-122"/>
            </a:endParaRPr>
          </a:p>
        </p:txBody>
      </p:sp>
      <p:cxnSp>
        <p:nvCxnSpPr>
          <p:cNvPr id="197" name="直接连接符 196"/>
          <p:cNvCxnSpPr/>
          <p:nvPr/>
        </p:nvCxnSpPr>
        <p:spPr>
          <a:xfrm rot="16200000" flipV="1">
            <a:off x="1810544" y="2196306"/>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198" name="直接连接符 197"/>
          <p:cNvCxnSpPr/>
          <p:nvPr/>
        </p:nvCxnSpPr>
        <p:spPr>
          <a:xfrm rot="5400000">
            <a:off x="982663" y="2652713"/>
            <a:ext cx="1268413"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9" name="文本框 198"/>
          <p:cNvSpPr txBox="1"/>
          <p:nvPr/>
        </p:nvSpPr>
        <p:spPr>
          <a:xfrm>
            <a:off x="1095375" y="3759200"/>
            <a:ext cx="1416050"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(a)  3</a:t>
            </a:r>
            <a:r>
              <a:rPr kumimoji="0" lang="zh-CN" altLang="en-US" sz="1350" kern="1200" cap="none" spc="0" normalizeH="0" baseline="0" noProof="0" dirty="0">
                <a:latin typeface="Times" panose="02020603060405020304" pitchFamily="18" charset="0"/>
                <a:ea typeface="楷体" pitchFamily="49" charset="-122"/>
                <a:cs typeface="+mn-cs"/>
              </a:rPr>
              <a:t>个基学习器</a:t>
            </a:r>
            <a:endParaRPr kumimoji="0" lang="zh-CN" altLang="en-US" sz="1350" kern="1200" cap="none" spc="0" normalizeH="0" baseline="0" noProof="0" dirty="0">
              <a:latin typeface="Times" panose="02020603060405020304" pitchFamily="18" charset="0"/>
              <a:ea typeface="楷体" pitchFamily="49" charset="-122"/>
              <a:cs typeface="+mn-cs"/>
            </a:endParaRPr>
          </a:p>
        </p:txBody>
      </p:sp>
      <p:cxnSp>
        <p:nvCxnSpPr>
          <p:cNvPr id="202" name="直接连接符 201"/>
          <p:cNvCxnSpPr/>
          <p:nvPr/>
        </p:nvCxnSpPr>
        <p:spPr>
          <a:xfrm rot="16200000" flipV="1">
            <a:off x="4524375" y="2193925"/>
            <a:ext cx="0" cy="1889125"/>
          </a:xfrm>
          <a:prstGeom prst="line">
            <a:avLst/>
          </a:prstGeom>
        </p:spPr>
        <p:style>
          <a:lnRef idx="1">
            <a:schemeClr val="dk1"/>
          </a:lnRef>
          <a:fillRef idx="0">
            <a:schemeClr val="dk1"/>
          </a:fillRef>
          <a:effectRef idx="0">
            <a:schemeClr val="dk1"/>
          </a:effectRef>
          <a:fontRef idx="minor">
            <a:schemeClr val="tx1"/>
          </a:fontRef>
        </p:style>
      </p:cxnSp>
      <p:sp>
        <p:nvSpPr>
          <p:cNvPr id="207" name="文本框 206"/>
          <p:cNvSpPr txBox="1"/>
          <p:nvPr/>
        </p:nvSpPr>
        <p:spPr>
          <a:xfrm>
            <a:off x="3817938" y="3751263"/>
            <a:ext cx="1425575"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(b)  5</a:t>
            </a:r>
            <a:r>
              <a:rPr kumimoji="0" lang="zh-CN" altLang="en-US" sz="1350" kern="1200" cap="none" spc="0" normalizeH="0" baseline="0" noProof="0" dirty="0">
                <a:latin typeface="Times" panose="02020603060405020304" pitchFamily="18" charset="0"/>
                <a:ea typeface="楷体" pitchFamily="49" charset="-122"/>
                <a:cs typeface="+mn-cs"/>
              </a:rPr>
              <a:t>个基学习器</a:t>
            </a:r>
            <a:endParaRPr kumimoji="0" lang="zh-CN" altLang="en-US" sz="1350" kern="1200" cap="none" spc="0" normalizeH="0" baseline="0" noProof="0" dirty="0">
              <a:latin typeface="Times" panose="02020603060405020304" pitchFamily="18" charset="0"/>
              <a:ea typeface="楷体" pitchFamily="49" charset="-122"/>
              <a:cs typeface="+mn-cs"/>
            </a:endParaRPr>
          </a:p>
        </p:txBody>
      </p:sp>
      <p:cxnSp>
        <p:nvCxnSpPr>
          <p:cNvPr id="211" name="直接连接符 210"/>
          <p:cNvCxnSpPr/>
          <p:nvPr/>
        </p:nvCxnSpPr>
        <p:spPr>
          <a:xfrm rot="16200000" flipV="1">
            <a:off x="7206456" y="2024856"/>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12" name="直接连接符 211"/>
          <p:cNvCxnSpPr/>
          <p:nvPr/>
        </p:nvCxnSpPr>
        <p:spPr>
          <a:xfrm rot="16200000" flipV="1">
            <a:off x="7211219" y="2234406"/>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13" name="直接连接符 212"/>
          <p:cNvCxnSpPr/>
          <p:nvPr/>
        </p:nvCxnSpPr>
        <p:spPr>
          <a:xfrm rot="10800000" flipV="1">
            <a:off x="6962775" y="202882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15" name="直接连接符 214"/>
          <p:cNvCxnSpPr/>
          <p:nvPr/>
        </p:nvCxnSpPr>
        <p:spPr>
          <a:xfrm rot="10800000" flipV="1">
            <a:off x="6975475" y="2032000"/>
            <a:ext cx="0" cy="1350963"/>
          </a:xfrm>
          <a:prstGeom prst="line">
            <a:avLst/>
          </a:prstGeom>
        </p:spPr>
        <p:style>
          <a:lnRef idx="1">
            <a:schemeClr val="dk1"/>
          </a:lnRef>
          <a:fillRef idx="0">
            <a:schemeClr val="dk1"/>
          </a:fillRef>
          <a:effectRef idx="0">
            <a:schemeClr val="dk1"/>
          </a:effectRef>
          <a:fontRef idx="minor">
            <a:schemeClr val="tx1"/>
          </a:fontRef>
        </p:style>
      </p:cxnSp>
      <p:cxnSp>
        <p:nvCxnSpPr>
          <p:cNvPr id="218" name="直接连接符 217"/>
          <p:cNvCxnSpPr/>
          <p:nvPr/>
        </p:nvCxnSpPr>
        <p:spPr>
          <a:xfrm rot="10800000" flipV="1">
            <a:off x="6970713" y="2028825"/>
            <a:ext cx="0" cy="1349375"/>
          </a:xfrm>
          <a:prstGeom prst="line">
            <a:avLst/>
          </a:prstGeom>
        </p:spPr>
        <p:style>
          <a:lnRef idx="1">
            <a:schemeClr val="dk1"/>
          </a:lnRef>
          <a:fillRef idx="0">
            <a:schemeClr val="dk1"/>
          </a:fillRef>
          <a:effectRef idx="0">
            <a:schemeClr val="dk1"/>
          </a:effectRef>
          <a:fontRef idx="minor">
            <a:schemeClr val="tx1"/>
          </a:fontRef>
        </p:style>
      </p:cxnSp>
      <p:sp>
        <p:nvSpPr>
          <p:cNvPr id="223" name="文本框 222"/>
          <p:cNvSpPr txBox="1"/>
          <p:nvPr/>
        </p:nvSpPr>
        <p:spPr>
          <a:xfrm>
            <a:off x="6413500" y="3760788"/>
            <a:ext cx="1501775"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(c)  11</a:t>
            </a:r>
            <a:r>
              <a:rPr kumimoji="0" lang="zh-CN" altLang="en-US" sz="1350" kern="1200" cap="none" spc="0" normalizeH="0" baseline="0" noProof="0" dirty="0">
                <a:latin typeface="Times" panose="02020603060405020304" pitchFamily="18" charset="0"/>
                <a:ea typeface="楷体" pitchFamily="49" charset="-122"/>
                <a:cs typeface="+mn-cs"/>
              </a:rPr>
              <a:t>个基学习器</a:t>
            </a:r>
            <a:endParaRPr kumimoji="0" lang="zh-CN" altLang="en-US" sz="1350" kern="1200" cap="none" spc="0" normalizeH="0" baseline="0" noProof="0" dirty="0">
              <a:latin typeface="Times" panose="02020603060405020304" pitchFamily="18" charset="0"/>
              <a:ea typeface="楷体" pitchFamily="49" charset="-122"/>
              <a:cs typeface="+mn-cs"/>
            </a:endParaRPr>
          </a:p>
        </p:txBody>
      </p:sp>
      <p:cxnSp>
        <p:nvCxnSpPr>
          <p:cNvPr id="224" name="直接连接符 223"/>
          <p:cNvCxnSpPr/>
          <p:nvPr/>
        </p:nvCxnSpPr>
        <p:spPr>
          <a:xfrm rot="10800000" flipV="1">
            <a:off x="1611313" y="1974850"/>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25" name="直接连接符 224"/>
          <p:cNvCxnSpPr/>
          <p:nvPr/>
        </p:nvCxnSpPr>
        <p:spPr>
          <a:xfrm rot="10800000" flipV="1">
            <a:off x="1617663" y="1981200"/>
            <a:ext cx="0" cy="1350963"/>
          </a:xfrm>
          <a:prstGeom prst="line">
            <a:avLst/>
          </a:prstGeom>
        </p:spPr>
        <p:style>
          <a:lnRef idx="1">
            <a:schemeClr val="dk1"/>
          </a:lnRef>
          <a:fillRef idx="0">
            <a:schemeClr val="dk1"/>
          </a:fillRef>
          <a:effectRef idx="0">
            <a:schemeClr val="dk1"/>
          </a:effectRef>
          <a:fontRef idx="minor">
            <a:schemeClr val="tx1"/>
          </a:fontRef>
        </p:style>
      </p:cxnSp>
      <p:cxnSp>
        <p:nvCxnSpPr>
          <p:cNvPr id="226" name="直接连接符 225"/>
          <p:cNvCxnSpPr/>
          <p:nvPr/>
        </p:nvCxnSpPr>
        <p:spPr>
          <a:xfrm rot="10800000" flipV="1">
            <a:off x="4281488" y="1985963"/>
            <a:ext cx="0" cy="1350963"/>
          </a:xfrm>
          <a:prstGeom prst="line">
            <a:avLst/>
          </a:prstGeom>
        </p:spPr>
        <p:style>
          <a:lnRef idx="1">
            <a:schemeClr val="dk1"/>
          </a:lnRef>
          <a:fillRef idx="0">
            <a:schemeClr val="dk1"/>
          </a:fillRef>
          <a:effectRef idx="0">
            <a:schemeClr val="dk1"/>
          </a:effectRef>
          <a:fontRef idx="minor">
            <a:schemeClr val="tx1"/>
          </a:fontRef>
        </p:style>
      </p:cxnSp>
      <p:cxnSp>
        <p:nvCxnSpPr>
          <p:cNvPr id="227" name="直接连接符 226"/>
          <p:cNvCxnSpPr/>
          <p:nvPr/>
        </p:nvCxnSpPr>
        <p:spPr>
          <a:xfrm rot="10800000" flipV="1">
            <a:off x="4289425" y="1993900"/>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28" name="直接连接符 227"/>
          <p:cNvCxnSpPr/>
          <p:nvPr/>
        </p:nvCxnSpPr>
        <p:spPr>
          <a:xfrm rot="16200000" flipV="1">
            <a:off x="4521994" y="1980406"/>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29" name="直接连接符 228"/>
          <p:cNvCxnSpPr/>
          <p:nvPr/>
        </p:nvCxnSpPr>
        <p:spPr>
          <a:xfrm rot="10800000" flipV="1">
            <a:off x="4273550" y="200342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31" name="直接连接符 230"/>
          <p:cNvCxnSpPr/>
          <p:nvPr/>
        </p:nvCxnSpPr>
        <p:spPr>
          <a:xfrm>
            <a:off x="3609975" y="2927350"/>
            <a:ext cx="674688"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4292600" y="3133725"/>
            <a:ext cx="11080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rot="16200000" flipH="1">
            <a:off x="4186238" y="3033713"/>
            <a:ext cx="2159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rot="10800000" flipV="1">
            <a:off x="7419975" y="202882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35" name="直接连接符 234"/>
          <p:cNvCxnSpPr/>
          <p:nvPr/>
        </p:nvCxnSpPr>
        <p:spPr>
          <a:xfrm rot="16200000" flipV="1">
            <a:off x="7199313" y="1717675"/>
            <a:ext cx="0" cy="1889125"/>
          </a:xfrm>
          <a:prstGeom prst="line">
            <a:avLst/>
          </a:prstGeom>
        </p:spPr>
        <p:style>
          <a:lnRef idx="1">
            <a:schemeClr val="dk1"/>
          </a:lnRef>
          <a:fillRef idx="0">
            <a:schemeClr val="dk1"/>
          </a:fillRef>
          <a:effectRef idx="0">
            <a:schemeClr val="dk1"/>
          </a:effectRef>
          <a:fontRef idx="minor">
            <a:schemeClr val="tx1"/>
          </a:fontRef>
        </p:style>
      </p:cxnSp>
      <p:cxnSp>
        <p:nvCxnSpPr>
          <p:cNvPr id="236" name="直接连接符 235"/>
          <p:cNvCxnSpPr/>
          <p:nvPr/>
        </p:nvCxnSpPr>
        <p:spPr>
          <a:xfrm rot="10800000" flipV="1">
            <a:off x="7597775" y="203517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37" name="直接连接符 236"/>
          <p:cNvCxnSpPr/>
          <p:nvPr/>
        </p:nvCxnSpPr>
        <p:spPr>
          <a:xfrm rot="16200000" flipH="1">
            <a:off x="6424613" y="2647950"/>
            <a:ext cx="10795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7583488" y="2957513"/>
            <a:ext cx="51276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961188" y="3189288"/>
            <a:ext cx="6477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rot="16200000" flipH="1">
            <a:off x="7487444" y="3077369"/>
            <a:ext cx="215900"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4" name="标题 1"/>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Boosting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 </a:t>
            </a:r>
            <a:r>
              <a:rPr kumimoji="0" lang="en-US" altLang="zh-CN" sz="3600" b="1" i="0" u="none" strike="noStrike" kern="1200" cap="none" spc="0" normalizeH="0" baseline="0" noProof="0" dirty="0" err="1"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AdaBoost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实验</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16" name="内容占位符 4"/>
          <p:cNvSpPr>
            <a:spLocks noGrp="1"/>
          </p:cNvSpPr>
          <p:nvPr>
            <p:ph idx="1"/>
          </p:nvPr>
        </p:nvSpPr>
        <p:spPr>
          <a:xfrm>
            <a:off x="366713" y="4394200"/>
            <a:ext cx="8616950" cy="2251075"/>
          </a:xfrm>
        </p:spPr>
        <p:txBody>
          <a:bodyPr vert="horz" lIns="91440" tIns="46800" rIns="91440" bIns="45720" rtlCol="0">
            <a:normAutofit/>
          </a:bodyPr>
          <a:lstStyle/>
          <a:p>
            <a:pPr marL="0" marR="0" lvl="0" indent="0"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None/>
              <a:defRPr/>
            </a:pPr>
            <a:endPar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从偏差</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方差的角度：降低偏差，可对泛化性能相当弱的学习器构造出很强的集成</a:t>
            </a:r>
            <a:endPar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6">
                                            <p:txEl>
                                              <p:charRg st="1" end="3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集成学习</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6" name="内容占位符 2"/>
          <p:cNvSpPr>
            <a:spLocks noGrp="1"/>
          </p:cNvSpPr>
          <p:nvPr>
            <p:ph idx="1"/>
          </p:nvPr>
        </p:nvSpPr>
        <p:spPr>
          <a:xfrm>
            <a:off x="377825" y="893763"/>
            <a:ext cx="8616950" cy="5175250"/>
          </a:xfrm>
        </p:spPr>
        <p:txBody>
          <a:bodyPr vert="horz" lIns="91440" tIns="46800" rIns="91440" bIns="45720" rtlCol="0">
            <a:normAutofit fontScale="92500" lnSpcReduction="10000"/>
          </a:bodyPr>
          <a:lstStyle/>
          <a:p>
            <a:pPr marL="0" marR="0" lvl="0" indent="0"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None/>
              <a:defRPr/>
            </a:pP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zh-CN" altLang="en-US" sz="2800" b="0" i="0" u="none" strike="noStrike" kern="1200" cap="none" spc="0" normalizeH="0" baseline="0" noProof="0" dirty="0">
                <a:ln>
                  <a:noFill/>
                </a:ln>
                <a:solidFill>
                  <a:schemeClr val="bg1">
                    <a:lumMod val="75000"/>
                  </a:schemeClr>
                </a:solidFill>
                <a:effectLst/>
                <a:uLnTx/>
                <a:uFillTx/>
                <a:latin typeface="+mn-ea"/>
                <a:ea typeface="+mn-ea"/>
                <a:cs typeface="+mn-cs"/>
              </a:rPr>
              <a:t>个体</a:t>
            </a: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与集成</a:t>
            </a:r>
            <a:endParaRPr kumimoji="0" lang="en-US" altLang="zh-CN" sz="22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rPr>
              <a:t>Boosting</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en-US" altLang="zh-CN" sz="2000" b="0" i="0" u="none" strike="noStrike" kern="1200" cap="none" spc="0" normalizeH="0" baseline="0" noProof="0" dirty="0" err="1" smtClean="0">
                <a:ln>
                  <a:noFill/>
                </a:ln>
                <a:solidFill>
                  <a:schemeClr val="bg1">
                    <a:lumMod val="75000"/>
                  </a:schemeClr>
                </a:solidFill>
                <a:effectLst/>
                <a:uLnTx/>
                <a:uFillTx/>
                <a:latin typeface="Verdana" panose="020B0804030504040204" pitchFamily="34" charset="0"/>
                <a:ea typeface="幼圆" pitchFamily="49" charset="-122"/>
                <a:cs typeface="+mn-cs"/>
              </a:rPr>
              <a:t>Adaboost</a:t>
            </a:r>
            <a:r>
              <a:rPr kumimoji="0" lang="zh-CN" altLang="en-US"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rPr>
              <a:t> </a:t>
            </a:r>
            <a:r>
              <a:rPr kumimoji="0" lang="en-US" altLang="zh-CN"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rPr>
              <a:t> </a:t>
            </a:r>
            <a:endParaRPr kumimoji="0" lang="en-US" altLang="zh-CN"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Bagging</a:t>
            </a: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与随机森林</a:t>
            </a:r>
            <a:endPar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结合策略</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平均法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投票</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学习</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多样性</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误差</a:t>
            </a:r>
            <a:r>
              <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rPr>
              <a:t>-</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分歧分解</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多样性度量</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多样性扰动</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endParaRPr kumimoji="0" lang="zh-CN" altLang="en-US" sz="2800" b="0" i="0" u="none" strike="noStrike" kern="1200" cap="none" spc="0" normalizeH="0" baseline="0" noProof="0" dirty="0">
              <a:ln>
                <a:noFill/>
              </a:ln>
              <a:solidFill>
                <a:schemeClr val="tx1"/>
              </a:solidFill>
              <a:effectLst/>
              <a:uLnTx/>
              <a:uFillTx/>
              <a:latin typeface="+mn-ea"/>
              <a:ea typeface="+mn-ea"/>
              <a:cs typeface="+mn-cs"/>
            </a:endParaRPr>
          </a:p>
          <a:p>
            <a:pPr marL="1697355" marR="0" lvl="4" indent="0"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None/>
              <a:defRPr/>
            </a:pPr>
            <a:endParaRPr kumimoji="0" lang="en-US" altLang="zh-CN" sz="16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与随机森林</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7651" name="内容占位符 2"/>
          <p:cNvSpPr>
            <a:spLocks noGrp="1"/>
          </p:cNvSpPr>
          <p:nvPr>
            <p:ph idx="1"/>
          </p:nvPr>
        </p:nvSpPr>
        <p:spPr>
          <a:xfrm>
            <a:off x="302260" y="974725"/>
            <a:ext cx="8539480" cy="5670550"/>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个体学习器不存在强依赖关系</a:t>
            </a:r>
            <a:endParaRPr lang="zh-CN" altLang="en-US" kern="1200" baseline="0" dirty="0">
              <a:latin typeface="Verdana" panose="020B0804030504040204" pitchFamily="34" charset="0"/>
              <a:ea typeface="幼圆" pitchFamily="49" charset="-122"/>
              <a:cs typeface="+mn-cs"/>
            </a:endParaRPr>
          </a:p>
          <a:p>
            <a:pPr defTabSz="914400">
              <a:buSzPct val="100000"/>
            </a:pPr>
            <a:r>
              <a:rPr lang="en-US" altLang="zh-CN" kern="1200" baseline="0" dirty="0">
                <a:latin typeface="Verdana" panose="020B0804030504040204" pitchFamily="34" charset="0"/>
                <a:ea typeface="幼圆" pitchFamily="49" charset="-122"/>
                <a:cs typeface="+mn-cs"/>
              </a:rPr>
              <a:t>欲得到泛化性能强的集成，集成中的个体学习器应尽可能相互独立；虽然“独立”在现实任务中无法做到，但可以设法使基学习器尽可能具有较大的差异。</a:t>
            </a:r>
            <a:endParaRPr lang="en-US" altLang="zh-CN" kern="1200" baseline="0" dirty="0">
              <a:latin typeface="Verdana" panose="020B0804030504040204" pitchFamily="34" charset="0"/>
              <a:ea typeface="幼圆" pitchFamily="49" charset="-122"/>
              <a:cs typeface="+mn-cs"/>
            </a:endParaRPr>
          </a:p>
          <a:p>
            <a:pPr defTabSz="914400">
              <a:buSzPct val="100000"/>
            </a:pPr>
            <a:r>
              <a:rPr lang="en-US" altLang="zh-CN" kern="1200" baseline="0" dirty="0">
                <a:latin typeface="Verdana" panose="020B0804030504040204" pitchFamily="34" charset="0"/>
                <a:ea typeface="幼圆" pitchFamily="49" charset="-122"/>
                <a:cs typeface="+mn-cs"/>
              </a:rPr>
              <a:t>给定一个训练数据集，一种可能的做法是对训练样本进行采样，产生出若干个不同的子集，再从每个数据子集中训练出一个基学习器。这些样本由于训练数据不同，我们获得的基学习器可望具有比较大的差异。</a:t>
            </a: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r>
              <a:rPr lang="en-US" altLang="zh-CN" kern="1200" baseline="0" dirty="0">
                <a:latin typeface="Verdana" panose="020B0804030504040204" pitchFamily="34" charset="0"/>
                <a:ea typeface="幼圆" pitchFamily="49" charset="-122"/>
                <a:cs typeface="+mn-cs"/>
              </a:rPr>
              <a:t>然而，为获得好的集成，我们同时还希望个体学习器不能太差。如果采样出的每个子集都完全不同，则每个基学习器只用到了一个小部分训练数据，甚至不足以进行有效学习，这显然无法确保产生出比较好的基学习器。为解决这个问题，我们可考虑使用相互有交叠的采样子集。</a:t>
            </a:r>
            <a:endParaRPr lang="en-US" altLang="zh-CN"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与随机森林</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算法</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pic>
        <p:nvPicPr>
          <p:cNvPr id="28675" name="图片 5"/>
          <p:cNvPicPr>
            <a:picLocks noChangeAspect="1"/>
          </p:cNvPicPr>
          <p:nvPr/>
        </p:nvPicPr>
        <p:blipFill>
          <a:blip r:embed="rId1"/>
          <a:stretch>
            <a:fillRect/>
          </a:stretch>
        </p:blipFill>
        <p:spPr>
          <a:xfrm>
            <a:off x="379413" y="1457325"/>
            <a:ext cx="8475662" cy="3721100"/>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森林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算法特点</a:t>
            </a:r>
            <a:endParaRPr kumimoji="1"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29699" name="内容占位符 3"/>
          <p:cNvSpPr>
            <a:spLocks noGrp="1"/>
          </p:cNvSpPr>
          <p:nvPr>
            <p:ph idx="1"/>
          </p:nvPr>
        </p:nvSpPr>
        <p:spPr>
          <a:xfrm>
            <a:off x="260350" y="1814513"/>
            <a:ext cx="8616950" cy="2943225"/>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时间复杂度低</a:t>
            </a:r>
            <a:endParaRPr lang="zh-CN" altLang="en-US"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假定基学习器的计算复杂度为</a:t>
            </a:r>
            <a:r>
              <a:rPr lang="en-US" altLang="zh-CN" kern="1200" baseline="0" dirty="0">
                <a:latin typeface="Verdana" panose="020B0804030504040204" pitchFamily="34" charset="0"/>
                <a:ea typeface="幼圆" pitchFamily="49" charset="-122"/>
                <a:cs typeface="+mn-cs"/>
              </a:rPr>
              <a:t>O(m)</a:t>
            </a:r>
            <a:r>
              <a:rPr lang="zh-CN" altLang="en-US" kern="1200" baseline="0" dirty="0">
                <a:latin typeface="Verdana" panose="020B0804030504040204" pitchFamily="34" charset="0"/>
                <a:ea typeface="幼圆" pitchFamily="49" charset="-122"/>
                <a:cs typeface="+mn-cs"/>
              </a:rPr>
              <a:t>，采样与投票</a:t>
            </a:r>
            <a:r>
              <a:rPr lang="en-US" altLang="zh-CN" kern="1200" baseline="0" dirty="0">
                <a:latin typeface="Verdana" panose="020B0804030504040204" pitchFamily="34" charset="0"/>
                <a:ea typeface="幼圆" pitchFamily="49" charset="-122"/>
                <a:cs typeface="+mn-cs"/>
              </a:rPr>
              <a:t>/</a:t>
            </a:r>
            <a:r>
              <a:rPr lang="zh-CN" altLang="en-US" kern="1200" baseline="0" dirty="0">
                <a:latin typeface="Verdana" panose="020B0804030504040204" pitchFamily="34" charset="0"/>
                <a:ea typeface="幼圆" pitchFamily="49" charset="-122"/>
                <a:cs typeface="+mn-cs"/>
              </a:rPr>
              <a:t>平均过程的复杂度为</a:t>
            </a:r>
            <a:r>
              <a:rPr lang="en-US" altLang="zh-CN" kern="1200" baseline="0" dirty="0">
                <a:latin typeface="Verdana" panose="020B0804030504040204" pitchFamily="34" charset="0"/>
                <a:ea typeface="幼圆" pitchFamily="49" charset="-122"/>
                <a:cs typeface="+mn-cs"/>
              </a:rPr>
              <a:t>O(s)</a:t>
            </a:r>
            <a:r>
              <a:rPr lang="zh-CN" altLang="en-US" kern="1200" baseline="0" dirty="0">
                <a:latin typeface="Verdana" panose="020B0804030504040204" pitchFamily="34" charset="0"/>
                <a:ea typeface="幼圆" pitchFamily="49" charset="-122"/>
                <a:cs typeface="+mn-cs"/>
              </a:rPr>
              <a:t>，则</a:t>
            </a:r>
            <a:r>
              <a:rPr lang="en-US" altLang="zh-CN" kern="1200" baseline="0" dirty="0">
                <a:latin typeface="Verdana" panose="020B0804030504040204" pitchFamily="34" charset="0"/>
                <a:ea typeface="幼圆" pitchFamily="49" charset="-122"/>
                <a:cs typeface="+mn-cs"/>
              </a:rPr>
              <a:t>bagging</a:t>
            </a:r>
            <a:r>
              <a:rPr lang="zh-CN" altLang="en-US" kern="1200" baseline="0" dirty="0">
                <a:latin typeface="Verdana" panose="020B0804030504040204" pitchFamily="34" charset="0"/>
                <a:ea typeface="幼圆" pitchFamily="49" charset="-122"/>
                <a:cs typeface="+mn-cs"/>
              </a:rPr>
              <a:t>的复杂度大致为</a:t>
            </a:r>
            <a:r>
              <a:rPr lang="en-US" altLang="zh-CN" kern="1200" baseline="0" dirty="0">
                <a:latin typeface="Verdana" panose="020B0804030504040204" pitchFamily="34" charset="0"/>
                <a:ea typeface="幼圆" pitchFamily="49" charset="-122"/>
                <a:cs typeface="+mn-cs"/>
              </a:rPr>
              <a:t>T(O(m)+O(s))</a:t>
            </a:r>
            <a:endParaRPr lang="zh-CN" altLang="en-US"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由于</a:t>
            </a:r>
            <a:r>
              <a:rPr lang="en-US" altLang="zh-CN" kern="1200" baseline="0" dirty="0">
                <a:latin typeface="Verdana" panose="020B0804030504040204" pitchFamily="34" charset="0"/>
                <a:ea typeface="幼圆" pitchFamily="49" charset="-122"/>
                <a:cs typeface="+mn-cs"/>
              </a:rPr>
              <a:t>O(s)</a:t>
            </a:r>
            <a:r>
              <a:rPr lang="zh-CN" altLang="en-US" kern="1200" baseline="0" dirty="0">
                <a:latin typeface="Verdana" panose="020B0804030504040204" pitchFamily="34" charset="0"/>
                <a:ea typeface="幼圆" pitchFamily="49" charset="-122"/>
                <a:cs typeface="+mn-cs"/>
              </a:rPr>
              <a:t>很小且</a:t>
            </a:r>
            <a:r>
              <a:rPr lang="en-US" altLang="zh-CN" kern="1200" baseline="0" dirty="0">
                <a:latin typeface="Verdana" panose="020B0804030504040204" pitchFamily="34" charset="0"/>
                <a:ea typeface="幼圆" pitchFamily="49" charset="-122"/>
                <a:cs typeface="+mn-cs"/>
              </a:rPr>
              <a:t>T</a:t>
            </a:r>
            <a:r>
              <a:rPr lang="zh-CN" altLang="en-US" kern="1200" baseline="0" dirty="0">
                <a:latin typeface="Verdana" panose="020B0804030504040204" pitchFamily="34" charset="0"/>
                <a:ea typeface="幼圆" pitchFamily="49" charset="-122"/>
                <a:cs typeface="+mn-cs"/>
              </a:rPr>
              <a:t>是一个不大的常数</a:t>
            </a:r>
            <a:endParaRPr lang="zh-CN" altLang="en-US" kern="1200" baseline="0" dirty="0">
              <a:latin typeface="Verdana" panose="020B0804030504040204" pitchFamily="34" charset="0"/>
              <a:ea typeface="幼圆" pitchFamily="49" charset="-122"/>
              <a:cs typeface="+mn-cs"/>
            </a:endParaRPr>
          </a:p>
          <a:p>
            <a:pPr lvl="1" defTabSz="914400"/>
            <a:r>
              <a:rPr lang="zh-CN" altLang="en-US" kern="1200" baseline="0" dirty="0">
                <a:latin typeface="Verdana" panose="020B0804030504040204" pitchFamily="34" charset="0"/>
                <a:ea typeface="幼圆" pitchFamily="49" charset="-122"/>
                <a:cs typeface="+mn-cs"/>
              </a:rPr>
              <a:t>因此训练一个</a:t>
            </a:r>
            <a:r>
              <a:rPr lang="en-US" altLang="zh-CN" kern="1200" baseline="0" dirty="0">
                <a:latin typeface="Verdana" panose="020B0804030504040204" pitchFamily="34" charset="0"/>
                <a:ea typeface="幼圆" pitchFamily="49" charset="-122"/>
                <a:cs typeface="+mn-cs"/>
              </a:rPr>
              <a:t>bagging</a:t>
            </a:r>
            <a:r>
              <a:rPr lang="zh-CN" altLang="en-US" kern="1200" baseline="0" dirty="0">
                <a:latin typeface="Verdana" panose="020B0804030504040204" pitchFamily="34" charset="0"/>
                <a:ea typeface="幼圆" pitchFamily="49" charset="-122"/>
                <a:cs typeface="+mn-cs"/>
              </a:rPr>
              <a:t>集成与直接使用基学习器的复杂度同阶</a:t>
            </a:r>
            <a:endParaRPr lang="zh-CN" altLang="en-US" kern="1200" baseline="0" dirty="0">
              <a:latin typeface="Verdana" panose="020B0804030504040204" pitchFamily="34" charset="0"/>
              <a:ea typeface="幼圆" pitchFamily="49" charset="-122"/>
              <a:cs typeface="+mn-cs"/>
            </a:endParaRPr>
          </a:p>
          <a:p>
            <a:pPr lvl="1" defTabSz="914400"/>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可使用包外估计</a:t>
            </a:r>
            <a:endParaRPr lang="zh-CN" altLang="en-US" kern="1200" baseline="0" dirty="0">
              <a:latin typeface="Verdana" panose="020B0804030504040204" pitchFamily="34" charset="0"/>
              <a:ea typeface="幼圆" pitchFamily="49"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森林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包外估计</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 name="内容占位符 2"/>
          <p:cNvSpPr>
            <a:spLocks noGrp="1" noRot="1" noChangeAspect="1" noMove="1" noResize="1" noEditPoints="1" noAdjustHandles="1" noChangeArrowheads="1" noChangeShapeType="1" noTextEdit="1"/>
          </p:cNvSpPr>
          <p:nvPr>
            <p:ph idx="1"/>
          </p:nvPr>
        </p:nvSpPr>
        <p:spPr>
          <a:xfrm>
            <a:off x="260350" y="1266825"/>
            <a:ext cx="8616950" cy="1105886"/>
          </a:xfrm>
          <a:blipFill rotWithShape="0">
            <a:blip r:embed="rId1"/>
            <a:stretch>
              <a:fillRect l="-778" t="-8287"/>
            </a:stretch>
          </a:blipFill>
          <a:effectLst/>
          <a:scene3d>
            <a:camera prst="orthographicFront"/>
            <a:lightRig rig="balanced" dir="t"/>
          </a:scene3d>
          <a:sp3d prstMaterial="plastic"/>
        </p:spPr>
        <p:txBody>
          <a:bodyPr vert="horz" lIns="91440" tIns="46800" rIns="91440" bIns="45720" rtlCol="0">
            <a:normAutofit/>
          </a:bodyPr>
          <a:lstStyle/>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rPr>
              <a:t> </a:t>
            </a:r>
            <a:endPar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endParaRPr>
          </a:p>
        </p:txBody>
      </p:sp>
      <p:sp>
        <p:nvSpPr>
          <p:cNvPr id="30724" name="内容占位符 2"/>
          <p:cNvSpPr txBox="1"/>
          <p:nvPr/>
        </p:nvSpPr>
        <p:spPr>
          <a:xfrm>
            <a:off x="388938" y="3579813"/>
            <a:ext cx="8616950" cy="1104900"/>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en-US" altLang="zh-CN" sz="2200" dirty="0">
                <a:latin typeface="Verdana" panose="020B0804030504040204" pitchFamily="34" charset="0"/>
                <a:ea typeface="幼圆" pitchFamily="49" charset="-122"/>
              </a:rPr>
              <a:t>Bagging</a:t>
            </a:r>
            <a:r>
              <a:rPr lang="zh-CN" altLang="en-US" sz="2200" dirty="0">
                <a:latin typeface="Verdana" panose="020B0804030504040204" pitchFamily="34" charset="0"/>
                <a:ea typeface="幼圆" pitchFamily="49" charset="-122"/>
              </a:rPr>
              <a:t>泛化误差的包外估计为：</a:t>
            </a:r>
            <a:endParaRPr lang="zh-CN" altLang="en-US" sz="2200" dirty="0">
              <a:latin typeface="Verdana" panose="020B0804030504040204" pitchFamily="34" charset="0"/>
              <a:ea typeface="幼圆" pitchFamily="49" charset="-122"/>
            </a:endParaRPr>
          </a:p>
        </p:txBody>
      </p:sp>
      <p:pic>
        <p:nvPicPr>
          <p:cNvPr id="30725" name="图片 6"/>
          <p:cNvPicPr>
            <a:picLocks noChangeAspect="1"/>
          </p:cNvPicPr>
          <p:nvPr/>
        </p:nvPicPr>
        <p:blipFill>
          <a:blip r:embed="rId2"/>
          <a:stretch>
            <a:fillRect/>
          </a:stretch>
        </p:blipFill>
        <p:spPr>
          <a:xfrm>
            <a:off x="1249363" y="2143125"/>
            <a:ext cx="6373812" cy="1016000"/>
          </a:xfrm>
          <a:prstGeom prst="rect">
            <a:avLst/>
          </a:prstGeom>
          <a:noFill/>
          <a:ln w="9525">
            <a:noFill/>
          </a:ln>
        </p:spPr>
      </p:pic>
      <p:pic>
        <p:nvPicPr>
          <p:cNvPr id="30726" name="图片 8"/>
          <p:cNvPicPr>
            <a:picLocks noChangeAspect="1"/>
          </p:cNvPicPr>
          <p:nvPr/>
        </p:nvPicPr>
        <p:blipFill>
          <a:blip r:embed="rId3"/>
          <a:stretch>
            <a:fillRect/>
          </a:stretch>
        </p:blipFill>
        <p:spPr>
          <a:xfrm>
            <a:off x="2162175" y="4157663"/>
            <a:ext cx="4321175" cy="946150"/>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4" name="直接箭头连接符 3"/>
          <p:cNvCxnSpPr/>
          <p:nvPr/>
        </p:nvCxnSpPr>
        <p:spPr>
          <a:xfrm flipH="1" flipV="1">
            <a:off x="806450" y="1589088"/>
            <a:ext cx="0" cy="1890713"/>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 name="直接箭头连接符 4"/>
          <p:cNvCxnSpPr/>
          <p:nvPr/>
        </p:nvCxnSpPr>
        <p:spPr>
          <a:xfrm>
            <a:off x="800100" y="3479800"/>
            <a:ext cx="22955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 name="文本框 5"/>
          <p:cNvSpPr txBox="1"/>
          <p:nvPr/>
        </p:nvSpPr>
        <p:spPr>
          <a:xfrm>
            <a:off x="663575" y="3417888"/>
            <a:ext cx="25241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a:t>
            </a:r>
            <a:endParaRPr kumimoji="0" lang="zh-CN" altLang="en-US" sz="1050" kern="1200" cap="none" spc="0" normalizeH="0" baseline="0" noProof="0" dirty="0">
              <a:latin typeface="Times"/>
              <a:ea typeface="+mn-ea"/>
              <a:cs typeface="+mn-cs"/>
            </a:endParaRPr>
          </a:p>
        </p:txBody>
      </p:sp>
      <p:cxnSp>
        <p:nvCxnSpPr>
          <p:cNvPr id="7" name="直接连接符 6"/>
          <p:cNvCxnSpPr/>
          <p:nvPr/>
        </p:nvCxnSpPr>
        <p:spPr>
          <a:xfrm>
            <a:off x="1277938" y="342582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 name="直接连接符 7"/>
          <p:cNvCxnSpPr/>
          <p:nvPr/>
        </p:nvCxnSpPr>
        <p:spPr>
          <a:xfrm>
            <a:off x="1744663" y="342582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2211388" y="342582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2678113" y="3425825"/>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1106488" y="3448050"/>
            <a:ext cx="387350" cy="252413"/>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2" name="文本框 11"/>
          <p:cNvSpPr txBox="1"/>
          <p:nvPr/>
        </p:nvSpPr>
        <p:spPr>
          <a:xfrm>
            <a:off x="1573213" y="3448050"/>
            <a:ext cx="387350" cy="252413"/>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13" name="文本框 12"/>
          <p:cNvSpPr txBox="1"/>
          <p:nvPr/>
        </p:nvSpPr>
        <p:spPr>
          <a:xfrm>
            <a:off x="2039938" y="3448050"/>
            <a:ext cx="387350" cy="252413"/>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sp>
        <p:nvSpPr>
          <p:cNvPr id="14" name="文本框 13"/>
          <p:cNvSpPr txBox="1"/>
          <p:nvPr/>
        </p:nvSpPr>
        <p:spPr>
          <a:xfrm>
            <a:off x="2506663" y="3448050"/>
            <a:ext cx="387350" cy="252413"/>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0.8</a:t>
            </a:r>
            <a:endParaRPr kumimoji="0" lang="zh-CN" altLang="en-US" sz="1050" kern="1200" cap="none" spc="0" normalizeH="0" baseline="0" noProof="0" dirty="0">
              <a:latin typeface="Times"/>
              <a:ea typeface="+mn-ea"/>
              <a:cs typeface="+mn-cs"/>
            </a:endParaRPr>
          </a:p>
        </p:txBody>
      </p:sp>
      <p:cxnSp>
        <p:nvCxnSpPr>
          <p:cNvPr id="15" name="直接连接符 14"/>
          <p:cNvCxnSpPr/>
          <p:nvPr/>
        </p:nvCxnSpPr>
        <p:spPr>
          <a:xfrm rot="5400000">
            <a:off x="833438" y="20494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rot="5400000">
            <a:off x="833438" y="251777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rot="5400000">
            <a:off x="833438" y="2984500"/>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8" name="文本框 17"/>
          <p:cNvSpPr txBox="1"/>
          <p:nvPr/>
        </p:nvSpPr>
        <p:spPr>
          <a:xfrm>
            <a:off x="490538" y="2897188"/>
            <a:ext cx="387350" cy="252413"/>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9" name="文本框 18"/>
          <p:cNvSpPr txBox="1"/>
          <p:nvPr/>
        </p:nvSpPr>
        <p:spPr>
          <a:xfrm>
            <a:off x="490538" y="2428875"/>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20" name="文本框 19"/>
          <p:cNvSpPr txBox="1"/>
          <p:nvPr/>
        </p:nvSpPr>
        <p:spPr>
          <a:xfrm>
            <a:off x="490538" y="1960563"/>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grpSp>
        <p:nvGrpSpPr>
          <p:cNvPr id="31763" name="组合 20"/>
          <p:cNvGrpSpPr/>
          <p:nvPr/>
        </p:nvGrpSpPr>
        <p:grpSpPr>
          <a:xfrm>
            <a:off x="882650" y="1766888"/>
            <a:ext cx="760413" cy="471487"/>
            <a:chOff x="2902949" y="2313167"/>
            <a:chExt cx="1014878" cy="627960"/>
          </a:xfrm>
        </p:grpSpPr>
        <p:grpSp>
          <p:nvGrpSpPr>
            <p:cNvPr id="31951" name="组合 21"/>
            <p:cNvGrpSpPr/>
            <p:nvPr/>
          </p:nvGrpSpPr>
          <p:grpSpPr>
            <a:xfrm>
              <a:off x="2902949" y="2313167"/>
              <a:ext cx="1014878" cy="627960"/>
              <a:chOff x="5860991" y="1513622"/>
              <a:chExt cx="1014878" cy="627960"/>
            </a:xfrm>
          </p:grpSpPr>
          <p:sp>
            <p:nvSpPr>
              <p:cNvPr id="26" name="矩形 25"/>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schemeClr val="lt1"/>
                  </a:solidFill>
                  <a:effectLst/>
                  <a:uLnTx/>
                  <a:uFillTx/>
                  <a:latin typeface="+mn-lt"/>
                  <a:ea typeface="+mn-ea"/>
                  <a:cs typeface="+mn-cs"/>
                </a:endParaRPr>
              </a:p>
            </p:txBody>
          </p:sp>
          <p:sp>
            <p:nvSpPr>
              <p:cNvPr id="31956" name="文本框 26"/>
              <p:cNvSpPr txBox="1"/>
              <p:nvPr/>
            </p:nvSpPr>
            <p:spPr>
              <a:xfrm>
                <a:off x="6219278" y="1513622"/>
                <a:ext cx="656591"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好瓜</a:t>
                </a:r>
                <a:endParaRPr lang="zh-CN" altLang="en-US" sz="1200" dirty="0">
                  <a:latin typeface="楷体" pitchFamily="49" charset="-122"/>
                  <a:ea typeface="楷体" pitchFamily="49" charset="-122"/>
                </a:endParaRPr>
              </a:p>
            </p:txBody>
          </p:sp>
          <p:sp>
            <p:nvSpPr>
              <p:cNvPr id="31957" name="文本框 27"/>
              <p:cNvSpPr txBox="1"/>
              <p:nvPr/>
            </p:nvSpPr>
            <p:spPr>
              <a:xfrm>
                <a:off x="6219277" y="1772250"/>
                <a:ext cx="656590"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坏瓜</a:t>
                </a:r>
                <a:endParaRPr lang="zh-CN" altLang="en-US" sz="1200" dirty="0">
                  <a:latin typeface="楷体" pitchFamily="49" charset="-122"/>
                  <a:ea typeface="楷体" pitchFamily="49" charset="-122"/>
                </a:endParaRPr>
              </a:p>
            </p:txBody>
          </p:sp>
          <p:cxnSp>
            <p:nvCxnSpPr>
              <p:cNvPr id="29" name="直接连接符 28"/>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952" name="组合 22"/>
            <p:cNvGrpSpPr/>
            <p:nvPr/>
          </p:nvGrpSpPr>
          <p:grpSpPr>
            <a:xfrm>
              <a:off x="3043927" y="2444745"/>
              <a:ext cx="108000" cy="108000"/>
              <a:chOff x="5476803" y="2392530"/>
              <a:chExt cx="108000" cy="108000"/>
            </a:xfrm>
          </p:grpSpPr>
          <p:cxnSp>
            <p:nvCxnSpPr>
              <p:cNvPr id="24" name="直接连接符 2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直接连接符 2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31764" name="组合 29"/>
          <p:cNvGrpSpPr/>
          <p:nvPr/>
        </p:nvGrpSpPr>
        <p:grpSpPr>
          <a:xfrm>
            <a:off x="2417763" y="2349500"/>
            <a:ext cx="80962" cy="80963"/>
            <a:chOff x="5476803" y="2392530"/>
            <a:chExt cx="108000" cy="108000"/>
          </a:xfrm>
        </p:grpSpPr>
        <p:cxnSp>
          <p:nvCxnSpPr>
            <p:cNvPr id="31" name="直接连接符 3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765" name="组合 32"/>
          <p:cNvGrpSpPr/>
          <p:nvPr/>
        </p:nvGrpSpPr>
        <p:grpSpPr>
          <a:xfrm>
            <a:off x="2560638" y="2620963"/>
            <a:ext cx="80962" cy="80962"/>
            <a:chOff x="5476803" y="2392530"/>
            <a:chExt cx="108000" cy="108000"/>
          </a:xfrm>
        </p:grpSpPr>
        <p:cxnSp>
          <p:nvCxnSpPr>
            <p:cNvPr id="34" name="直接连接符 3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766" name="组合 35"/>
          <p:cNvGrpSpPr/>
          <p:nvPr/>
        </p:nvGrpSpPr>
        <p:grpSpPr>
          <a:xfrm>
            <a:off x="2322513" y="2836863"/>
            <a:ext cx="80962" cy="80962"/>
            <a:chOff x="5476803" y="2392530"/>
            <a:chExt cx="108000" cy="108000"/>
          </a:xfrm>
        </p:grpSpPr>
        <p:cxnSp>
          <p:nvCxnSpPr>
            <p:cNvPr id="37" name="直接连接符 3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767" name="组合 38"/>
          <p:cNvGrpSpPr/>
          <p:nvPr/>
        </p:nvGrpSpPr>
        <p:grpSpPr>
          <a:xfrm>
            <a:off x="2192338" y="2717800"/>
            <a:ext cx="80962" cy="80963"/>
            <a:chOff x="5476803" y="2392530"/>
            <a:chExt cx="108000" cy="108000"/>
          </a:xfrm>
        </p:grpSpPr>
        <p:cxnSp>
          <p:nvCxnSpPr>
            <p:cNvPr id="40" name="直接连接符 3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768" name="组合 41"/>
          <p:cNvGrpSpPr/>
          <p:nvPr/>
        </p:nvGrpSpPr>
        <p:grpSpPr>
          <a:xfrm>
            <a:off x="1920875" y="2887663"/>
            <a:ext cx="80963" cy="80962"/>
            <a:chOff x="5476803" y="2392530"/>
            <a:chExt cx="108000" cy="108000"/>
          </a:xfrm>
        </p:grpSpPr>
        <p:cxnSp>
          <p:nvCxnSpPr>
            <p:cNvPr id="43" name="直接连接符 4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769" name="组合 44"/>
          <p:cNvGrpSpPr/>
          <p:nvPr/>
        </p:nvGrpSpPr>
        <p:grpSpPr>
          <a:xfrm>
            <a:off x="1709738" y="2838450"/>
            <a:ext cx="80962" cy="80963"/>
            <a:chOff x="5476803" y="2392530"/>
            <a:chExt cx="108000" cy="108000"/>
          </a:xfrm>
        </p:grpSpPr>
        <p:cxnSp>
          <p:nvCxnSpPr>
            <p:cNvPr id="46" name="直接连接符 4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770" name="组合 47"/>
          <p:cNvGrpSpPr/>
          <p:nvPr/>
        </p:nvGrpSpPr>
        <p:grpSpPr>
          <a:xfrm>
            <a:off x="1898650" y="3098800"/>
            <a:ext cx="80963" cy="80963"/>
            <a:chOff x="5476803" y="2392530"/>
            <a:chExt cx="108000" cy="108000"/>
          </a:xfrm>
        </p:grpSpPr>
        <p:cxnSp>
          <p:nvCxnSpPr>
            <p:cNvPr id="49" name="直接连接符 4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0" name="直接连接符 4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771" name="组合 50"/>
          <p:cNvGrpSpPr/>
          <p:nvPr/>
        </p:nvGrpSpPr>
        <p:grpSpPr>
          <a:xfrm>
            <a:off x="1790700" y="2895600"/>
            <a:ext cx="80963" cy="80963"/>
            <a:chOff x="5476803" y="2392530"/>
            <a:chExt cx="108000" cy="108000"/>
          </a:xfrm>
        </p:grpSpPr>
        <p:cxnSp>
          <p:nvCxnSpPr>
            <p:cNvPr id="52" name="直接连接符 5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3" name="直接连接符 5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54" name="直接连接符 53"/>
          <p:cNvCxnSpPr/>
          <p:nvPr/>
        </p:nvCxnSpPr>
        <p:spPr>
          <a:xfrm>
            <a:off x="2363788" y="326072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5" name="直接连接符 54"/>
          <p:cNvCxnSpPr/>
          <p:nvPr/>
        </p:nvCxnSpPr>
        <p:spPr>
          <a:xfrm>
            <a:off x="1406525" y="28622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6" name="直接连接符 55"/>
          <p:cNvCxnSpPr/>
          <p:nvPr/>
        </p:nvCxnSpPr>
        <p:spPr>
          <a:xfrm>
            <a:off x="1425575" y="33559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7" name="直接连接符 56"/>
          <p:cNvCxnSpPr/>
          <p:nvPr/>
        </p:nvCxnSpPr>
        <p:spPr>
          <a:xfrm>
            <a:off x="1555750" y="32321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a:off x="2300288" y="311943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9" name="直接连接符 58"/>
          <p:cNvCxnSpPr/>
          <p:nvPr/>
        </p:nvCxnSpPr>
        <p:spPr>
          <a:xfrm>
            <a:off x="2333625" y="302101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0" name="直接连接符 59"/>
          <p:cNvCxnSpPr/>
          <p:nvPr/>
        </p:nvCxnSpPr>
        <p:spPr>
          <a:xfrm>
            <a:off x="1552575" y="27241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直接连接符 60"/>
          <p:cNvCxnSpPr/>
          <p:nvPr/>
        </p:nvCxnSpPr>
        <p:spPr>
          <a:xfrm>
            <a:off x="2163763" y="33909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2" name="直接连接符 61"/>
          <p:cNvCxnSpPr/>
          <p:nvPr/>
        </p:nvCxnSpPr>
        <p:spPr>
          <a:xfrm>
            <a:off x="2424113" y="3227388"/>
            <a:ext cx="80963" cy="0"/>
          </a:xfrm>
          <a:prstGeom prst="line">
            <a:avLst/>
          </a:prstGeom>
          <a:ln w="19050"/>
        </p:spPr>
        <p:style>
          <a:lnRef idx="1">
            <a:schemeClr val="dk1"/>
          </a:lnRef>
          <a:fillRef idx="0">
            <a:schemeClr val="dk1"/>
          </a:fillRef>
          <a:effectRef idx="0">
            <a:schemeClr val="dk1"/>
          </a:effectRef>
          <a:fontRef idx="minor">
            <a:schemeClr val="tx1"/>
          </a:fontRef>
        </p:style>
      </p:cxnSp>
      <p:sp>
        <p:nvSpPr>
          <p:cNvPr id="31781" name="文本框 62"/>
          <p:cNvSpPr txBox="1"/>
          <p:nvPr/>
        </p:nvSpPr>
        <p:spPr>
          <a:xfrm>
            <a:off x="1727200" y="3592513"/>
            <a:ext cx="493713" cy="27781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密度</a:t>
            </a:r>
            <a:endParaRPr lang="zh-CN" altLang="en-US" sz="1200" dirty="0">
              <a:latin typeface="楷体" pitchFamily="49" charset="-122"/>
              <a:ea typeface="楷体" pitchFamily="49" charset="-122"/>
            </a:endParaRPr>
          </a:p>
        </p:txBody>
      </p:sp>
      <p:sp>
        <p:nvSpPr>
          <p:cNvPr id="31782" name="文本框 63"/>
          <p:cNvSpPr txBox="1"/>
          <p:nvPr/>
        </p:nvSpPr>
        <p:spPr>
          <a:xfrm>
            <a:off x="252413" y="2103438"/>
            <a:ext cx="369887" cy="554037"/>
          </a:xfrm>
          <a:prstGeom prst="rect">
            <a:avLst/>
          </a:prstGeom>
          <a:noFill/>
          <a:ln w="9525">
            <a:noFill/>
          </a:ln>
        </p:spPr>
        <p:txBody>
          <a:bodyPr vert="eaVert" wrap="none">
            <a:spAutoFit/>
          </a:bodyPr>
          <a:p>
            <a:pPr>
              <a:buNone/>
            </a:pPr>
            <a:r>
              <a:rPr lang="zh-CN" altLang="en-US" sz="1200" dirty="0">
                <a:latin typeface="楷体" pitchFamily="49" charset="-122"/>
                <a:ea typeface="楷体" pitchFamily="49" charset="-122"/>
              </a:rPr>
              <a:t>含糖率</a:t>
            </a:r>
            <a:endParaRPr lang="zh-CN" altLang="en-US" sz="1200" dirty="0">
              <a:latin typeface="楷体" pitchFamily="49" charset="-122"/>
              <a:ea typeface="楷体" pitchFamily="49" charset="-122"/>
            </a:endParaRPr>
          </a:p>
        </p:txBody>
      </p:sp>
      <p:cxnSp>
        <p:nvCxnSpPr>
          <p:cNvPr id="71" name="直接箭头连接符 70"/>
          <p:cNvCxnSpPr/>
          <p:nvPr/>
        </p:nvCxnSpPr>
        <p:spPr>
          <a:xfrm flipH="1" flipV="1">
            <a:off x="3481388" y="1589088"/>
            <a:ext cx="0" cy="1890713"/>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2" name="直接箭头连接符 71"/>
          <p:cNvCxnSpPr/>
          <p:nvPr/>
        </p:nvCxnSpPr>
        <p:spPr>
          <a:xfrm>
            <a:off x="3475038" y="3479800"/>
            <a:ext cx="22955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73" name="文本框 72"/>
          <p:cNvSpPr txBox="1"/>
          <p:nvPr/>
        </p:nvSpPr>
        <p:spPr>
          <a:xfrm>
            <a:off x="3338513" y="3417888"/>
            <a:ext cx="25241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a:t>
            </a:r>
            <a:endParaRPr kumimoji="0" lang="zh-CN" altLang="en-US" sz="1050" kern="1200" cap="none" spc="0" normalizeH="0" baseline="0" noProof="0" dirty="0">
              <a:latin typeface="Times"/>
              <a:ea typeface="+mn-ea"/>
              <a:cs typeface="+mn-cs"/>
            </a:endParaRPr>
          </a:p>
        </p:txBody>
      </p:sp>
      <p:cxnSp>
        <p:nvCxnSpPr>
          <p:cNvPr id="74" name="直接连接符 73"/>
          <p:cNvCxnSpPr/>
          <p:nvPr/>
        </p:nvCxnSpPr>
        <p:spPr>
          <a:xfrm>
            <a:off x="3954463" y="342582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a:off x="4421188" y="342582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6" name="直接连接符 75"/>
          <p:cNvCxnSpPr/>
          <p:nvPr/>
        </p:nvCxnSpPr>
        <p:spPr>
          <a:xfrm>
            <a:off x="4887913" y="342582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接连接符 76"/>
          <p:cNvCxnSpPr/>
          <p:nvPr/>
        </p:nvCxnSpPr>
        <p:spPr>
          <a:xfrm>
            <a:off x="5354638" y="3425825"/>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78" name="文本框 77"/>
          <p:cNvSpPr txBox="1"/>
          <p:nvPr/>
        </p:nvSpPr>
        <p:spPr>
          <a:xfrm>
            <a:off x="3783013" y="3446463"/>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79" name="文本框 78"/>
          <p:cNvSpPr txBox="1"/>
          <p:nvPr/>
        </p:nvSpPr>
        <p:spPr>
          <a:xfrm>
            <a:off x="4249738" y="3446463"/>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80" name="文本框 79"/>
          <p:cNvSpPr txBox="1"/>
          <p:nvPr/>
        </p:nvSpPr>
        <p:spPr>
          <a:xfrm>
            <a:off x="4716463" y="3446463"/>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sp>
        <p:nvSpPr>
          <p:cNvPr id="81" name="文本框 80"/>
          <p:cNvSpPr txBox="1"/>
          <p:nvPr/>
        </p:nvSpPr>
        <p:spPr>
          <a:xfrm>
            <a:off x="5183188" y="3446463"/>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0.8</a:t>
            </a:r>
            <a:endParaRPr kumimoji="0" lang="zh-CN" altLang="en-US" sz="1050" kern="1200" cap="none" spc="0" normalizeH="0" baseline="0" noProof="0" dirty="0">
              <a:latin typeface="Times"/>
              <a:ea typeface="+mn-ea"/>
              <a:cs typeface="+mn-cs"/>
            </a:endParaRPr>
          </a:p>
        </p:txBody>
      </p:sp>
      <p:cxnSp>
        <p:nvCxnSpPr>
          <p:cNvPr id="82" name="直接连接符 81"/>
          <p:cNvCxnSpPr/>
          <p:nvPr/>
        </p:nvCxnSpPr>
        <p:spPr>
          <a:xfrm rot="5400000">
            <a:off x="3508375" y="20494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rot="5400000">
            <a:off x="3508375" y="2517775"/>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84" name="直接连接符 83"/>
          <p:cNvCxnSpPr/>
          <p:nvPr/>
        </p:nvCxnSpPr>
        <p:spPr>
          <a:xfrm rot="5400000">
            <a:off x="3508375" y="2984500"/>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85" name="文本框 84"/>
          <p:cNvSpPr txBox="1"/>
          <p:nvPr/>
        </p:nvSpPr>
        <p:spPr>
          <a:xfrm>
            <a:off x="3165475" y="2895600"/>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86" name="文本框 85"/>
          <p:cNvSpPr txBox="1"/>
          <p:nvPr/>
        </p:nvSpPr>
        <p:spPr>
          <a:xfrm>
            <a:off x="3165475" y="2428875"/>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87" name="文本框 86"/>
          <p:cNvSpPr txBox="1"/>
          <p:nvPr/>
        </p:nvSpPr>
        <p:spPr>
          <a:xfrm>
            <a:off x="3165475" y="1960563"/>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grpSp>
        <p:nvGrpSpPr>
          <p:cNvPr id="31800" name="组合 87"/>
          <p:cNvGrpSpPr/>
          <p:nvPr/>
        </p:nvGrpSpPr>
        <p:grpSpPr>
          <a:xfrm>
            <a:off x="3557588" y="1766888"/>
            <a:ext cx="760412" cy="471487"/>
            <a:chOff x="2902949" y="2313167"/>
            <a:chExt cx="1014878" cy="627960"/>
          </a:xfrm>
        </p:grpSpPr>
        <p:grpSp>
          <p:nvGrpSpPr>
            <p:cNvPr id="31927" name="组合 123"/>
            <p:cNvGrpSpPr/>
            <p:nvPr/>
          </p:nvGrpSpPr>
          <p:grpSpPr>
            <a:xfrm>
              <a:off x="2902949" y="2313167"/>
              <a:ext cx="1014878" cy="627960"/>
              <a:chOff x="5860991" y="1513622"/>
              <a:chExt cx="1014878" cy="627960"/>
            </a:xfrm>
          </p:grpSpPr>
          <p:sp>
            <p:nvSpPr>
              <p:cNvPr id="128" name="矩形 127"/>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schemeClr val="lt1"/>
                  </a:solidFill>
                  <a:effectLst/>
                  <a:uLnTx/>
                  <a:uFillTx/>
                  <a:latin typeface="+mn-lt"/>
                  <a:ea typeface="+mn-ea"/>
                  <a:cs typeface="+mn-cs"/>
                </a:endParaRPr>
              </a:p>
            </p:txBody>
          </p:sp>
          <p:sp>
            <p:nvSpPr>
              <p:cNvPr id="31932" name="文本框 128"/>
              <p:cNvSpPr txBox="1"/>
              <p:nvPr/>
            </p:nvSpPr>
            <p:spPr>
              <a:xfrm>
                <a:off x="6219278" y="1513622"/>
                <a:ext cx="656591"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好瓜</a:t>
                </a:r>
                <a:endParaRPr lang="zh-CN" altLang="en-US" sz="1200" dirty="0">
                  <a:latin typeface="楷体" pitchFamily="49" charset="-122"/>
                  <a:ea typeface="楷体" pitchFamily="49" charset="-122"/>
                </a:endParaRPr>
              </a:p>
            </p:txBody>
          </p:sp>
          <p:sp>
            <p:nvSpPr>
              <p:cNvPr id="31933" name="文本框 129"/>
              <p:cNvSpPr txBox="1"/>
              <p:nvPr/>
            </p:nvSpPr>
            <p:spPr>
              <a:xfrm>
                <a:off x="6219277" y="1772250"/>
                <a:ext cx="656590"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坏瓜</a:t>
                </a:r>
                <a:endParaRPr lang="zh-CN" altLang="en-US" sz="1200" dirty="0">
                  <a:latin typeface="楷体" pitchFamily="49" charset="-122"/>
                  <a:ea typeface="楷体" pitchFamily="49" charset="-122"/>
                </a:endParaRPr>
              </a:p>
            </p:txBody>
          </p:sp>
          <p:cxnSp>
            <p:nvCxnSpPr>
              <p:cNvPr id="131" name="直接连接符 130"/>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928" name="组合 124"/>
            <p:cNvGrpSpPr/>
            <p:nvPr/>
          </p:nvGrpSpPr>
          <p:grpSpPr>
            <a:xfrm>
              <a:off x="3043927" y="2444745"/>
              <a:ext cx="108000" cy="108000"/>
              <a:chOff x="5476803" y="2392530"/>
              <a:chExt cx="108000" cy="108000"/>
            </a:xfrm>
          </p:grpSpPr>
          <p:cxnSp>
            <p:nvCxnSpPr>
              <p:cNvPr id="126" name="直接连接符 12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7" name="直接连接符 12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31801" name="组合 88"/>
          <p:cNvGrpSpPr/>
          <p:nvPr/>
        </p:nvGrpSpPr>
        <p:grpSpPr>
          <a:xfrm>
            <a:off x="5092700" y="2349500"/>
            <a:ext cx="80963" cy="80963"/>
            <a:chOff x="5476803" y="2392530"/>
            <a:chExt cx="108000" cy="108000"/>
          </a:xfrm>
        </p:grpSpPr>
        <p:cxnSp>
          <p:nvCxnSpPr>
            <p:cNvPr id="122" name="直接连接符 12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3" name="直接连接符 12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02" name="组合 89"/>
          <p:cNvGrpSpPr/>
          <p:nvPr/>
        </p:nvGrpSpPr>
        <p:grpSpPr>
          <a:xfrm>
            <a:off x="5235575" y="2620963"/>
            <a:ext cx="80963" cy="80962"/>
            <a:chOff x="5476803" y="2392530"/>
            <a:chExt cx="108000" cy="108000"/>
          </a:xfrm>
        </p:grpSpPr>
        <p:cxnSp>
          <p:nvCxnSpPr>
            <p:cNvPr id="120" name="直接连接符 11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1" name="直接连接符 12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03" name="组合 90"/>
          <p:cNvGrpSpPr/>
          <p:nvPr/>
        </p:nvGrpSpPr>
        <p:grpSpPr>
          <a:xfrm>
            <a:off x="4997450" y="2836863"/>
            <a:ext cx="80963" cy="80962"/>
            <a:chOff x="5476803" y="2392530"/>
            <a:chExt cx="108000" cy="108000"/>
          </a:xfrm>
        </p:grpSpPr>
        <p:cxnSp>
          <p:nvCxnSpPr>
            <p:cNvPr id="118" name="直接连接符 11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9" name="直接连接符 11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04" name="组合 91"/>
          <p:cNvGrpSpPr/>
          <p:nvPr/>
        </p:nvGrpSpPr>
        <p:grpSpPr>
          <a:xfrm>
            <a:off x="4867275" y="2717800"/>
            <a:ext cx="80963" cy="80963"/>
            <a:chOff x="5476803" y="2392530"/>
            <a:chExt cx="108000" cy="108000"/>
          </a:xfrm>
        </p:grpSpPr>
        <p:cxnSp>
          <p:nvCxnSpPr>
            <p:cNvPr id="116" name="直接连接符 11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接连接符 11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05" name="组合 92"/>
          <p:cNvGrpSpPr/>
          <p:nvPr/>
        </p:nvGrpSpPr>
        <p:grpSpPr>
          <a:xfrm>
            <a:off x="4595813" y="2887663"/>
            <a:ext cx="80962" cy="80962"/>
            <a:chOff x="5476803" y="2392530"/>
            <a:chExt cx="108000" cy="108000"/>
          </a:xfrm>
        </p:grpSpPr>
        <p:cxnSp>
          <p:nvCxnSpPr>
            <p:cNvPr id="114" name="直接连接符 11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5" name="直接连接符 11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06" name="组合 93"/>
          <p:cNvGrpSpPr/>
          <p:nvPr/>
        </p:nvGrpSpPr>
        <p:grpSpPr>
          <a:xfrm>
            <a:off x="4386263" y="2838450"/>
            <a:ext cx="80962" cy="80963"/>
            <a:chOff x="5476803" y="2392530"/>
            <a:chExt cx="108000" cy="108000"/>
          </a:xfrm>
        </p:grpSpPr>
        <p:cxnSp>
          <p:nvCxnSpPr>
            <p:cNvPr id="112" name="直接连接符 11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3" name="直接连接符 11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07" name="组合 94"/>
          <p:cNvGrpSpPr/>
          <p:nvPr/>
        </p:nvGrpSpPr>
        <p:grpSpPr>
          <a:xfrm>
            <a:off x="4573588" y="3098800"/>
            <a:ext cx="80962" cy="80963"/>
            <a:chOff x="5476803" y="2392530"/>
            <a:chExt cx="108000" cy="108000"/>
          </a:xfrm>
        </p:grpSpPr>
        <p:cxnSp>
          <p:nvCxnSpPr>
            <p:cNvPr id="110" name="直接连接符 10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1" name="直接连接符 11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08" name="组合 95"/>
          <p:cNvGrpSpPr/>
          <p:nvPr/>
        </p:nvGrpSpPr>
        <p:grpSpPr>
          <a:xfrm>
            <a:off x="4467225" y="2895600"/>
            <a:ext cx="80963" cy="80963"/>
            <a:chOff x="5476803" y="2392530"/>
            <a:chExt cx="108000" cy="108000"/>
          </a:xfrm>
        </p:grpSpPr>
        <p:cxnSp>
          <p:nvCxnSpPr>
            <p:cNvPr id="108" name="直接连接符 10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9" name="直接连接符 10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97" name="直接连接符 96"/>
          <p:cNvCxnSpPr/>
          <p:nvPr/>
        </p:nvCxnSpPr>
        <p:spPr>
          <a:xfrm>
            <a:off x="5038725" y="326072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8" name="直接连接符 97"/>
          <p:cNvCxnSpPr/>
          <p:nvPr/>
        </p:nvCxnSpPr>
        <p:spPr>
          <a:xfrm>
            <a:off x="4083050" y="28622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9" name="直接连接符 98"/>
          <p:cNvCxnSpPr/>
          <p:nvPr/>
        </p:nvCxnSpPr>
        <p:spPr>
          <a:xfrm>
            <a:off x="4102100" y="335597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0" name="直接连接符 99"/>
          <p:cNvCxnSpPr/>
          <p:nvPr/>
        </p:nvCxnSpPr>
        <p:spPr>
          <a:xfrm>
            <a:off x="4230688" y="32321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1" name="直接连接符 100"/>
          <p:cNvCxnSpPr/>
          <p:nvPr/>
        </p:nvCxnSpPr>
        <p:spPr>
          <a:xfrm>
            <a:off x="4975225" y="31178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2" name="直接连接符 101"/>
          <p:cNvCxnSpPr/>
          <p:nvPr/>
        </p:nvCxnSpPr>
        <p:spPr>
          <a:xfrm>
            <a:off x="5010150" y="302101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3" name="直接连接符 102"/>
          <p:cNvCxnSpPr/>
          <p:nvPr/>
        </p:nvCxnSpPr>
        <p:spPr>
          <a:xfrm>
            <a:off x="4227513" y="27241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4" name="直接连接符 103"/>
          <p:cNvCxnSpPr/>
          <p:nvPr/>
        </p:nvCxnSpPr>
        <p:spPr>
          <a:xfrm>
            <a:off x="4840288" y="33909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a:off x="5100638" y="3225800"/>
            <a:ext cx="80963" cy="0"/>
          </a:xfrm>
          <a:prstGeom prst="line">
            <a:avLst/>
          </a:prstGeom>
          <a:ln w="19050"/>
        </p:spPr>
        <p:style>
          <a:lnRef idx="1">
            <a:schemeClr val="dk1"/>
          </a:lnRef>
          <a:fillRef idx="0">
            <a:schemeClr val="dk1"/>
          </a:fillRef>
          <a:effectRef idx="0">
            <a:schemeClr val="dk1"/>
          </a:effectRef>
          <a:fontRef idx="minor">
            <a:schemeClr val="tx1"/>
          </a:fontRef>
        </p:style>
      </p:cxnSp>
      <p:sp>
        <p:nvSpPr>
          <p:cNvPr id="31818" name="文本框 105"/>
          <p:cNvSpPr txBox="1"/>
          <p:nvPr/>
        </p:nvSpPr>
        <p:spPr>
          <a:xfrm>
            <a:off x="4403725" y="3592513"/>
            <a:ext cx="492125" cy="27781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密度</a:t>
            </a:r>
            <a:endParaRPr lang="zh-CN" altLang="en-US" sz="1200" dirty="0">
              <a:latin typeface="楷体" pitchFamily="49" charset="-122"/>
              <a:ea typeface="楷体" pitchFamily="49" charset="-122"/>
            </a:endParaRPr>
          </a:p>
        </p:txBody>
      </p:sp>
      <p:sp>
        <p:nvSpPr>
          <p:cNvPr id="31819" name="文本框 106"/>
          <p:cNvSpPr txBox="1"/>
          <p:nvPr/>
        </p:nvSpPr>
        <p:spPr>
          <a:xfrm>
            <a:off x="2927350" y="2103438"/>
            <a:ext cx="369888" cy="554037"/>
          </a:xfrm>
          <a:prstGeom prst="rect">
            <a:avLst/>
          </a:prstGeom>
          <a:noFill/>
          <a:ln w="9525">
            <a:noFill/>
          </a:ln>
        </p:spPr>
        <p:txBody>
          <a:bodyPr vert="eaVert" wrap="none">
            <a:spAutoFit/>
          </a:bodyPr>
          <a:p>
            <a:pPr>
              <a:buNone/>
            </a:pPr>
            <a:r>
              <a:rPr lang="zh-CN" altLang="en-US" sz="1200" dirty="0">
                <a:latin typeface="楷体" pitchFamily="49" charset="-122"/>
                <a:ea typeface="楷体" pitchFamily="49" charset="-122"/>
              </a:rPr>
              <a:t>含糖率</a:t>
            </a:r>
            <a:endParaRPr lang="zh-CN" altLang="en-US" sz="1200" dirty="0">
              <a:latin typeface="楷体" pitchFamily="49" charset="-122"/>
              <a:ea typeface="楷体" pitchFamily="49" charset="-122"/>
            </a:endParaRPr>
          </a:p>
        </p:txBody>
      </p:sp>
      <p:cxnSp>
        <p:nvCxnSpPr>
          <p:cNvPr id="133" name="直接箭头连接符 132"/>
          <p:cNvCxnSpPr/>
          <p:nvPr/>
        </p:nvCxnSpPr>
        <p:spPr>
          <a:xfrm flipH="1" flipV="1">
            <a:off x="6157913" y="1630363"/>
            <a:ext cx="0" cy="1889125"/>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134" name="直接箭头连接符 133"/>
          <p:cNvCxnSpPr/>
          <p:nvPr/>
        </p:nvCxnSpPr>
        <p:spPr>
          <a:xfrm>
            <a:off x="6151563" y="3519488"/>
            <a:ext cx="2293938"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135" name="文本框 134"/>
          <p:cNvSpPr txBox="1"/>
          <p:nvPr/>
        </p:nvSpPr>
        <p:spPr>
          <a:xfrm>
            <a:off x="6015038" y="3459163"/>
            <a:ext cx="250825"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a:t>
            </a:r>
            <a:endParaRPr kumimoji="0" lang="zh-CN" altLang="en-US" sz="1050" kern="1200" cap="none" spc="0" normalizeH="0" baseline="0" noProof="0" dirty="0">
              <a:latin typeface="Times"/>
              <a:ea typeface="+mn-ea"/>
              <a:cs typeface="+mn-cs"/>
            </a:endParaRPr>
          </a:p>
        </p:txBody>
      </p:sp>
      <p:cxnSp>
        <p:nvCxnSpPr>
          <p:cNvPr id="136" name="直接连接符 135"/>
          <p:cNvCxnSpPr/>
          <p:nvPr/>
        </p:nvCxnSpPr>
        <p:spPr>
          <a:xfrm>
            <a:off x="6629400" y="346551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7" name="直接连接符 136"/>
          <p:cNvCxnSpPr/>
          <p:nvPr/>
        </p:nvCxnSpPr>
        <p:spPr>
          <a:xfrm>
            <a:off x="7096125" y="346551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8" name="直接连接符 137"/>
          <p:cNvCxnSpPr/>
          <p:nvPr/>
        </p:nvCxnSpPr>
        <p:spPr>
          <a:xfrm>
            <a:off x="7562850" y="346551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39" name="直接连接符 138"/>
          <p:cNvCxnSpPr/>
          <p:nvPr/>
        </p:nvCxnSpPr>
        <p:spPr>
          <a:xfrm>
            <a:off x="8029575" y="3465513"/>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40" name="文本框 139"/>
          <p:cNvSpPr txBox="1"/>
          <p:nvPr/>
        </p:nvSpPr>
        <p:spPr>
          <a:xfrm>
            <a:off x="6457950" y="348773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41" name="文本框 140"/>
          <p:cNvSpPr txBox="1"/>
          <p:nvPr/>
        </p:nvSpPr>
        <p:spPr>
          <a:xfrm>
            <a:off x="6924675" y="348773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142" name="文本框 141"/>
          <p:cNvSpPr txBox="1"/>
          <p:nvPr/>
        </p:nvSpPr>
        <p:spPr>
          <a:xfrm>
            <a:off x="7391400" y="348773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sp>
        <p:nvSpPr>
          <p:cNvPr id="143" name="文本框 142"/>
          <p:cNvSpPr txBox="1"/>
          <p:nvPr/>
        </p:nvSpPr>
        <p:spPr>
          <a:xfrm>
            <a:off x="7858125" y="3487738"/>
            <a:ext cx="387350"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0.8</a:t>
            </a:r>
            <a:endParaRPr kumimoji="0" lang="zh-CN" altLang="en-US" sz="1050" kern="1200" cap="none" spc="0" normalizeH="0" baseline="0" noProof="0" dirty="0">
              <a:latin typeface="Times"/>
              <a:ea typeface="+mn-ea"/>
              <a:cs typeface="+mn-cs"/>
            </a:endParaRPr>
          </a:p>
        </p:txBody>
      </p:sp>
      <p:cxnSp>
        <p:nvCxnSpPr>
          <p:cNvPr id="144" name="直接连接符 143"/>
          <p:cNvCxnSpPr/>
          <p:nvPr/>
        </p:nvCxnSpPr>
        <p:spPr>
          <a:xfrm rot="5400000">
            <a:off x="6184900" y="2089150"/>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45" name="直接连接符 144"/>
          <p:cNvCxnSpPr/>
          <p:nvPr/>
        </p:nvCxnSpPr>
        <p:spPr>
          <a:xfrm rot="5400000">
            <a:off x="6184900" y="2557463"/>
            <a:ext cx="0" cy="53975"/>
          </a:xfrm>
          <a:prstGeom prst="line">
            <a:avLst/>
          </a:prstGeom>
          <a:ln w="12700"/>
        </p:spPr>
        <p:style>
          <a:lnRef idx="1">
            <a:schemeClr val="dk1"/>
          </a:lnRef>
          <a:fillRef idx="0">
            <a:schemeClr val="dk1"/>
          </a:fillRef>
          <a:effectRef idx="0">
            <a:schemeClr val="dk1"/>
          </a:effectRef>
          <a:fontRef idx="minor">
            <a:schemeClr val="tx1"/>
          </a:fontRef>
        </p:style>
      </p:cxnSp>
      <p:cxnSp>
        <p:nvCxnSpPr>
          <p:cNvPr id="146" name="直接连接符 145"/>
          <p:cNvCxnSpPr/>
          <p:nvPr/>
        </p:nvCxnSpPr>
        <p:spPr>
          <a:xfrm rot="5400000">
            <a:off x="6184900" y="3025775"/>
            <a:ext cx="0" cy="53975"/>
          </a:xfrm>
          <a:prstGeom prst="line">
            <a:avLst/>
          </a:prstGeom>
          <a:ln w="12700"/>
        </p:spPr>
        <p:style>
          <a:lnRef idx="1">
            <a:schemeClr val="dk1"/>
          </a:lnRef>
          <a:fillRef idx="0">
            <a:schemeClr val="dk1"/>
          </a:fillRef>
          <a:effectRef idx="0">
            <a:schemeClr val="dk1"/>
          </a:effectRef>
          <a:fontRef idx="minor">
            <a:schemeClr val="tx1"/>
          </a:fontRef>
        </p:style>
      </p:cxnSp>
      <p:sp>
        <p:nvSpPr>
          <p:cNvPr id="147" name="文本框 146"/>
          <p:cNvSpPr txBox="1"/>
          <p:nvPr/>
        </p:nvSpPr>
        <p:spPr>
          <a:xfrm>
            <a:off x="5842000" y="2936875"/>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0.2</a:t>
            </a:r>
            <a:endParaRPr kumimoji="0" lang="zh-CN" altLang="en-US" sz="1050" kern="1200" cap="none" spc="0" normalizeH="0" baseline="0" noProof="0" dirty="0">
              <a:latin typeface="Times"/>
              <a:ea typeface="+mn-ea"/>
              <a:cs typeface="+mn-cs"/>
            </a:endParaRPr>
          </a:p>
        </p:txBody>
      </p:sp>
      <p:sp>
        <p:nvSpPr>
          <p:cNvPr id="148" name="文本框 147"/>
          <p:cNvSpPr txBox="1"/>
          <p:nvPr/>
        </p:nvSpPr>
        <p:spPr>
          <a:xfrm>
            <a:off x="5842000" y="2468563"/>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0.4</a:t>
            </a:r>
            <a:endParaRPr kumimoji="0" lang="zh-CN" altLang="en-US" sz="1050" kern="1200" cap="none" spc="0" normalizeH="0" baseline="0" noProof="0" dirty="0">
              <a:latin typeface="Times"/>
              <a:ea typeface="+mn-ea"/>
              <a:cs typeface="+mn-cs"/>
            </a:endParaRPr>
          </a:p>
        </p:txBody>
      </p:sp>
      <p:sp>
        <p:nvSpPr>
          <p:cNvPr id="149" name="文本框 148"/>
          <p:cNvSpPr txBox="1"/>
          <p:nvPr/>
        </p:nvSpPr>
        <p:spPr>
          <a:xfrm>
            <a:off x="5842000" y="2001838"/>
            <a:ext cx="385763" cy="254000"/>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050" kern="1200" cap="none" spc="0" normalizeH="0" baseline="0" noProof="0" dirty="0">
                <a:latin typeface="Times"/>
                <a:ea typeface="+mn-ea"/>
                <a:cs typeface="+mn-cs"/>
              </a:rPr>
              <a:t>0.6</a:t>
            </a:r>
            <a:endParaRPr kumimoji="0" lang="zh-CN" altLang="en-US" sz="1050" kern="1200" cap="none" spc="0" normalizeH="0" baseline="0" noProof="0" dirty="0">
              <a:latin typeface="Times"/>
              <a:ea typeface="+mn-ea"/>
              <a:cs typeface="+mn-cs"/>
            </a:endParaRPr>
          </a:p>
        </p:txBody>
      </p:sp>
      <p:grpSp>
        <p:nvGrpSpPr>
          <p:cNvPr id="31837" name="组合 149"/>
          <p:cNvGrpSpPr/>
          <p:nvPr/>
        </p:nvGrpSpPr>
        <p:grpSpPr>
          <a:xfrm>
            <a:off x="6232525" y="1806575"/>
            <a:ext cx="762000" cy="471488"/>
            <a:chOff x="2902949" y="2313167"/>
            <a:chExt cx="1014878" cy="627960"/>
          </a:xfrm>
        </p:grpSpPr>
        <p:grpSp>
          <p:nvGrpSpPr>
            <p:cNvPr id="31903" name="组合 185"/>
            <p:cNvGrpSpPr/>
            <p:nvPr/>
          </p:nvGrpSpPr>
          <p:grpSpPr>
            <a:xfrm>
              <a:off x="2902949" y="2313167"/>
              <a:ext cx="1014878" cy="627960"/>
              <a:chOff x="5860991" y="1513622"/>
              <a:chExt cx="1014878" cy="627960"/>
            </a:xfrm>
          </p:grpSpPr>
          <p:sp>
            <p:nvSpPr>
              <p:cNvPr id="190" name="矩形 189"/>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schemeClr val="lt1"/>
                  </a:solidFill>
                  <a:effectLst/>
                  <a:uLnTx/>
                  <a:uFillTx/>
                  <a:latin typeface="+mn-lt"/>
                  <a:ea typeface="+mn-ea"/>
                  <a:cs typeface="+mn-cs"/>
                </a:endParaRPr>
              </a:p>
            </p:txBody>
          </p:sp>
          <p:sp>
            <p:nvSpPr>
              <p:cNvPr id="31908" name="文本框 190"/>
              <p:cNvSpPr txBox="1"/>
              <p:nvPr/>
            </p:nvSpPr>
            <p:spPr>
              <a:xfrm>
                <a:off x="6219278" y="1513622"/>
                <a:ext cx="656591"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好瓜</a:t>
                </a:r>
                <a:endParaRPr lang="zh-CN" altLang="en-US" sz="1200" dirty="0">
                  <a:latin typeface="楷体" pitchFamily="49" charset="-122"/>
                  <a:ea typeface="楷体" pitchFamily="49" charset="-122"/>
                </a:endParaRPr>
              </a:p>
            </p:txBody>
          </p:sp>
          <p:sp>
            <p:nvSpPr>
              <p:cNvPr id="31909" name="文本框 191"/>
              <p:cNvSpPr txBox="1"/>
              <p:nvPr/>
            </p:nvSpPr>
            <p:spPr>
              <a:xfrm>
                <a:off x="6219277" y="1772250"/>
                <a:ext cx="656590" cy="369332"/>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坏瓜</a:t>
                </a:r>
                <a:endParaRPr lang="zh-CN" altLang="en-US" sz="1200" dirty="0">
                  <a:latin typeface="楷体" pitchFamily="49" charset="-122"/>
                  <a:ea typeface="楷体" pitchFamily="49" charset="-122"/>
                </a:endParaRPr>
              </a:p>
            </p:txBody>
          </p:sp>
          <p:cxnSp>
            <p:nvCxnSpPr>
              <p:cNvPr id="193" name="直接连接符 192"/>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904" name="组合 186"/>
            <p:cNvGrpSpPr/>
            <p:nvPr/>
          </p:nvGrpSpPr>
          <p:grpSpPr>
            <a:xfrm>
              <a:off x="3043927" y="2444745"/>
              <a:ext cx="108000" cy="108000"/>
              <a:chOff x="5476803" y="2392530"/>
              <a:chExt cx="108000" cy="108000"/>
            </a:xfrm>
          </p:grpSpPr>
          <p:cxnSp>
            <p:nvCxnSpPr>
              <p:cNvPr id="188" name="直接连接符 18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9" name="直接连接符 18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31838" name="组合 150"/>
          <p:cNvGrpSpPr/>
          <p:nvPr/>
        </p:nvGrpSpPr>
        <p:grpSpPr>
          <a:xfrm>
            <a:off x="7769225" y="2389188"/>
            <a:ext cx="80963" cy="80962"/>
            <a:chOff x="5476803" y="2392530"/>
            <a:chExt cx="108000" cy="108000"/>
          </a:xfrm>
        </p:grpSpPr>
        <p:cxnSp>
          <p:nvCxnSpPr>
            <p:cNvPr id="184" name="直接连接符 18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5" name="直接连接符 18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39" name="组合 151"/>
          <p:cNvGrpSpPr/>
          <p:nvPr/>
        </p:nvGrpSpPr>
        <p:grpSpPr>
          <a:xfrm>
            <a:off x="7912100" y="2660650"/>
            <a:ext cx="80963" cy="80963"/>
            <a:chOff x="5476803" y="2392530"/>
            <a:chExt cx="108000" cy="108000"/>
          </a:xfrm>
        </p:grpSpPr>
        <p:cxnSp>
          <p:nvCxnSpPr>
            <p:cNvPr id="182" name="直接连接符 18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3" name="直接连接符 18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40" name="组合 152"/>
          <p:cNvGrpSpPr/>
          <p:nvPr/>
        </p:nvGrpSpPr>
        <p:grpSpPr>
          <a:xfrm>
            <a:off x="7673975" y="2876550"/>
            <a:ext cx="80963" cy="80963"/>
            <a:chOff x="5476803" y="2392530"/>
            <a:chExt cx="108000" cy="108000"/>
          </a:xfrm>
        </p:grpSpPr>
        <p:cxnSp>
          <p:nvCxnSpPr>
            <p:cNvPr id="180" name="直接连接符 17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1" name="直接连接符 18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41" name="组合 153"/>
          <p:cNvGrpSpPr/>
          <p:nvPr/>
        </p:nvGrpSpPr>
        <p:grpSpPr>
          <a:xfrm>
            <a:off x="7542213" y="2759075"/>
            <a:ext cx="80962" cy="80963"/>
            <a:chOff x="5476803" y="2392530"/>
            <a:chExt cx="108000" cy="108000"/>
          </a:xfrm>
        </p:grpSpPr>
        <p:cxnSp>
          <p:nvCxnSpPr>
            <p:cNvPr id="178" name="直接连接符 17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9" name="直接连接符 17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42" name="组合 154"/>
          <p:cNvGrpSpPr/>
          <p:nvPr/>
        </p:nvGrpSpPr>
        <p:grpSpPr>
          <a:xfrm>
            <a:off x="7272338" y="2930525"/>
            <a:ext cx="80962" cy="80963"/>
            <a:chOff x="5476803" y="2392530"/>
            <a:chExt cx="108000" cy="108000"/>
          </a:xfrm>
        </p:grpSpPr>
        <p:cxnSp>
          <p:nvCxnSpPr>
            <p:cNvPr id="176" name="直接连接符 17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7" name="直接连接符 17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43" name="组合 155"/>
          <p:cNvGrpSpPr/>
          <p:nvPr/>
        </p:nvGrpSpPr>
        <p:grpSpPr>
          <a:xfrm>
            <a:off x="7061200" y="2878138"/>
            <a:ext cx="80963" cy="80962"/>
            <a:chOff x="5476803" y="2392530"/>
            <a:chExt cx="108000" cy="108000"/>
          </a:xfrm>
        </p:grpSpPr>
        <p:cxnSp>
          <p:nvCxnSpPr>
            <p:cNvPr id="174" name="直接连接符 17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5" name="直接连接符 17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44" name="组合 156"/>
          <p:cNvGrpSpPr/>
          <p:nvPr/>
        </p:nvGrpSpPr>
        <p:grpSpPr>
          <a:xfrm>
            <a:off x="7250113" y="3140075"/>
            <a:ext cx="80962" cy="80963"/>
            <a:chOff x="5476803" y="2392530"/>
            <a:chExt cx="108000" cy="108000"/>
          </a:xfrm>
        </p:grpSpPr>
        <p:cxnSp>
          <p:nvCxnSpPr>
            <p:cNvPr id="172" name="直接连接符 17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3" name="直接连接符 17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845" name="组合 157"/>
          <p:cNvGrpSpPr/>
          <p:nvPr/>
        </p:nvGrpSpPr>
        <p:grpSpPr>
          <a:xfrm>
            <a:off x="7142163" y="2938463"/>
            <a:ext cx="80962" cy="80962"/>
            <a:chOff x="5476803" y="2392530"/>
            <a:chExt cx="108000" cy="108000"/>
          </a:xfrm>
        </p:grpSpPr>
        <p:cxnSp>
          <p:nvCxnSpPr>
            <p:cNvPr id="170" name="直接连接符 16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1" name="直接连接符 17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59" name="直接连接符 158"/>
          <p:cNvCxnSpPr/>
          <p:nvPr/>
        </p:nvCxnSpPr>
        <p:spPr>
          <a:xfrm>
            <a:off x="7713663" y="330041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0" name="直接连接符 159"/>
          <p:cNvCxnSpPr/>
          <p:nvPr/>
        </p:nvCxnSpPr>
        <p:spPr>
          <a:xfrm>
            <a:off x="6757988" y="290195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1" name="直接连接符 160"/>
          <p:cNvCxnSpPr/>
          <p:nvPr/>
        </p:nvCxnSpPr>
        <p:spPr>
          <a:xfrm>
            <a:off x="6777038" y="3395663"/>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2" name="直接连接符 161"/>
          <p:cNvCxnSpPr/>
          <p:nvPr/>
        </p:nvCxnSpPr>
        <p:spPr>
          <a:xfrm>
            <a:off x="6905625" y="327342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3" name="直接连接符 162"/>
          <p:cNvCxnSpPr/>
          <p:nvPr/>
        </p:nvCxnSpPr>
        <p:spPr>
          <a:xfrm>
            <a:off x="7651750" y="3159125"/>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a:off x="7685088" y="3060700"/>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5" name="直接连接符 164"/>
          <p:cNvCxnSpPr/>
          <p:nvPr/>
        </p:nvCxnSpPr>
        <p:spPr>
          <a:xfrm>
            <a:off x="6904038" y="276383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6" name="直接连接符 165"/>
          <p:cNvCxnSpPr/>
          <p:nvPr/>
        </p:nvCxnSpPr>
        <p:spPr>
          <a:xfrm>
            <a:off x="7515225" y="3430588"/>
            <a:ext cx="8096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7" name="直接连接符 166"/>
          <p:cNvCxnSpPr/>
          <p:nvPr/>
        </p:nvCxnSpPr>
        <p:spPr>
          <a:xfrm>
            <a:off x="7775575" y="3267075"/>
            <a:ext cx="80963" cy="0"/>
          </a:xfrm>
          <a:prstGeom prst="line">
            <a:avLst/>
          </a:prstGeom>
          <a:ln w="19050"/>
        </p:spPr>
        <p:style>
          <a:lnRef idx="1">
            <a:schemeClr val="dk1"/>
          </a:lnRef>
          <a:fillRef idx="0">
            <a:schemeClr val="dk1"/>
          </a:fillRef>
          <a:effectRef idx="0">
            <a:schemeClr val="dk1"/>
          </a:effectRef>
          <a:fontRef idx="minor">
            <a:schemeClr val="tx1"/>
          </a:fontRef>
        </p:style>
      </p:cxnSp>
      <p:sp>
        <p:nvSpPr>
          <p:cNvPr id="31855" name="文本框 167"/>
          <p:cNvSpPr txBox="1"/>
          <p:nvPr/>
        </p:nvSpPr>
        <p:spPr>
          <a:xfrm>
            <a:off x="7078663" y="3633788"/>
            <a:ext cx="492125" cy="276225"/>
          </a:xfrm>
          <a:prstGeom prst="rect">
            <a:avLst/>
          </a:prstGeom>
          <a:noFill/>
          <a:ln w="9525">
            <a:noFill/>
          </a:ln>
        </p:spPr>
        <p:txBody>
          <a:bodyPr wrap="none">
            <a:spAutoFit/>
          </a:bodyPr>
          <a:p>
            <a:pPr>
              <a:buNone/>
            </a:pPr>
            <a:r>
              <a:rPr lang="zh-CN" altLang="en-US" sz="1200" dirty="0">
                <a:latin typeface="楷体" pitchFamily="49" charset="-122"/>
                <a:ea typeface="楷体" pitchFamily="49" charset="-122"/>
              </a:rPr>
              <a:t>密度</a:t>
            </a:r>
            <a:endParaRPr lang="zh-CN" altLang="en-US" sz="1200" dirty="0">
              <a:latin typeface="楷体" pitchFamily="49" charset="-122"/>
              <a:ea typeface="楷体" pitchFamily="49" charset="-122"/>
            </a:endParaRPr>
          </a:p>
        </p:txBody>
      </p:sp>
      <p:sp>
        <p:nvSpPr>
          <p:cNvPr id="31856" name="文本框 168"/>
          <p:cNvSpPr txBox="1"/>
          <p:nvPr/>
        </p:nvSpPr>
        <p:spPr>
          <a:xfrm>
            <a:off x="5603875" y="2143125"/>
            <a:ext cx="369888" cy="554038"/>
          </a:xfrm>
          <a:prstGeom prst="rect">
            <a:avLst/>
          </a:prstGeom>
          <a:noFill/>
          <a:ln w="9525">
            <a:noFill/>
          </a:ln>
        </p:spPr>
        <p:txBody>
          <a:bodyPr vert="eaVert" wrap="none">
            <a:spAutoFit/>
          </a:bodyPr>
          <a:p>
            <a:pPr>
              <a:buNone/>
            </a:pPr>
            <a:r>
              <a:rPr lang="zh-CN" altLang="en-US" sz="1200" dirty="0">
                <a:latin typeface="楷体" pitchFamily="49" charset="-122"/>
                <a:ea typeface="楷体" pitchFamily="49" charset="-122"/>
              </a:rPr>
              <a:t>含糖率</a:t>
            </a:r>
            <a:endParaRPr lang="zh-CN" altLang="en-US" sz="1200" dirty="0">
              <a:latin typeface="楷体" pitchFamily="49" charset="-122"/>
              <a:ea typeface="楷体" pitchFamily="49" charset="-122"/>
            </a:endParaRPr>
          </a:p>
        </p:txBody>
      </p:sp>
      <p:cxnSp>
        <p:nvCxnSpPr>
          <p:cNvPr id="195" name="直接连接符 194"/>
          <p:cNvCxnSpPr/>
          <p:nvPr/>
        </p:nvCxnSpPr>
        <p:spPr>
          <a:xfrm rot="16200000" flipV="1">
            <a:off x="1881981" y="2004219"/>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196" name="直接连接符 195"/>
          <p:cNvCxnSpPr/>
          <p:nvPr/>
        </p:nvCxnSpPr>
        <p:spPr>
          <a:xfrm rot="16200000" flipV="1">
            <a:off x="1877219" y="2035969"/>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197" name="直接连接符 196"/>
          <p:cNvCxnSpPr/>
          <p:nvPr/>
        </p:nvCxnSpPr>
        <p:spPr>
          <a:xfrm rot="16200000" flipV="1">
            <a:off x="1881981" y="2251869"/>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198" name="直接连接符 197"/>
          <p:cNvCxnSpPr/>
          <p:nvPr/>
        </p:nvCxnSpPr>
        <p:spPr>
          <a:xfrm>
            <a:off x="1000125" y="2990850"/>
            <a:ext cx="17557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9" name="文本框 198"/>
          <p:cNvSpPr txBox="1"/>
          <p:nvPr/>
        </p:nvSpPr>
        <p:spPr>
          <a:xfrm>
            <a:off x="1166813" y="3814763"/>
            <a:ext cx="1416050"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(a)  3</a:t>
            </a:r>
            <a:r>
              <a:rPr kumimoji="0" lang="zh-CN" altLang="en-US" sz="1350" kern="1200" cap="none" spc="0" normalizeH="0" baseline="0" noProof="0" dirty="0">
                <a:latin typeface="Times" panose="02020603060405020304" pitchFamily="18" charset="0"/>
                <a:ea typeface="楷体" pitchFamily="49" charset="-122"/>
                <a:cs typeface="+mn-cs"/>
              </a:rPr>
              <a:t>个基学习器</a:t>
            </a:r>
            <a:endParaRPr kumimoji="0" lang="zh-CN" altLang="en-US" sz="1350" kern="1200" cap="none" spc="0" normalizeH="0" baseline="0" noProof="0" dirty="0">
              <a:latin typeface="Times" panose="02020603060405020304" pitchFamily="18" charset="0"/>
              <a:ea typeface="楷体" pitchFamily="49" charset="-122"/>
              <a:cs typeface="+mn-cs"/>
            </a:endParaRPr>
          </a:p>
        </p:txBody>
      </p:sp>
      <p:cxnSp>
        <p:nvCxnSpPr>
          <p:cNvPr id="200" name="直接连接符 199"/>
          <p:cNvCxnSpPr/>
          <p:nvPr/>
        </p:nvCxnSpPr>
        <p:spPr>
          <a:xfrm rot="16200000" flipV="1">
            <a:off x="4595019" y="1997869"/>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01" name="直接连接符 200"/>
          <p:cNvCxnSpPr/>
          <p:nvPr/>
        </p:nvCxnSpPr>
        <p:spPr>
          <a:xfrm rot="16200000" flipV="1">
            <a:off x="4591050" y="2038350"/>
            <a:ext cx="0" cy="1889125"/>
          </a:xfrm>
          <a:prstGeom prst="line">
            <a:avLst/>
          </a:prstGeom>
        </p:spPr>
        <p:style>
          <a:lnRef idx="1">
            <a:schemeClr val="dk1"/>
          </a:lnRef>
          <a:fillRef idx="0">
            <a:schemeClr val="dk1"/>
          </a:fillRef>
          <a:effectRef idx="0">
            <a:schemeClr val="dk1"/>
          </a:effectRef>
          <a:fontRef idx="minor">
            <a:schemeClr val="tx1"/>
          </a:fontRef>
        </p:style>
      </p:cxnSp>
      <p:cxnSp>
        <p:nvCxnSpPr>
          <p:cNvPr id="202" name="直接连接符 201"/>
          <p:cNvCxnSpPr/>
          <p:nvPr/>
        </p:nvCxnSpPr>
        <p:spPr>
          <a:xfrm rot="16200000" flipV="1">
            <a:off x="4595019" y="2248694"/>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04" name="直接连接符 203"/>
          <p:cNvCxnSpPr/>
          <p:nvPr/>
        </p:nvCxnSpPr>
        <p:spPr>
          <a:xfrm rot="10800000" flipV="1">
            <a:off x="4359275" y="2041525"/>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05" name="直接连接符 204"/>
          <p:cNvCxnSpPr/>
          <p:nvPr/>
        </p:nvCxnSpPr>
        <p:spPr>
          <a:xfrm rot="16200000" flipV="1">
            <a:off x="4591050" y="2003425"/>
            <a:ext cx="0" cy="1889125"/>
          </a:xfrm>
          <a:prstGeom prst="line">
            <a:avLst/>
          </a:prstGeom>
        </p:spPr>
        <p:style>
          <a:lnRef idx="1">
            <a:schemeClr val="dk1"/>
          </a:lnRef>
          <a:fillRef idx="0">
            <a:schemeClr val="dk1"/>
          </a:fillRef>
          <a:effectRef idx="0">
            <a:schemeClr val="dk1"/>
          </a:effectRef>
          <a:fontRef idx="minor">
            <a:schemeClr val="tx1"/>
          </a:fontRef>
        </p:style>
      </p:cxnSp>
      <p:cxnSp>
        <p:nvCxnSpPr>
          <p:cNvPr id="206" name="直接连接符 205"/>
          <p:cNvCxnSpPr/>
          <p:nvPr/>
        </p:nvCxnSpPr>
        <p:spPr>
          <a:xfrm>
            <a:off x="3679825" y="2989263"/>
            <a:ext cx="6762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7" name="文本框 206"/>
          <p:cNvSpPr txBox="1"/>
          <p:nvPr/>
        </p:nvSpPr>
        <p:spPr>
          <a:xfrm>
            <a:off x="3889375" y="3805238"/>
            <a:ext cx="1425575"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(b)  5</a:t>
            </a:r>
            <a:r>
              <a:rPr kumimoji="0" lang="zh-CN" altLang="en-US" sz="1350" kern="1200" cap="none" spc="0" normalizeH="0" baseline="0" noProof="0" dirty="0">
                <a:latin typeface="Times" panose="02020603060405020304" pitchFamily="18" charset="0"/>
                <a:ea typeface="楷体" pitchFamily="49" charset="-122"/>
                <a:cs typeface="+mn-cs"/>
              </a:rPr>
              <a:t>个基学习器</a:t>
            </a:r>
            <a:endParaRPr kumimoji="0" lang="zh-CN" altLang="en-US" sz="1350" kern="1200" cap="none" spc="0" normalizeH="0" baseline="0" noProof="0" dirty="0">
              <a:latin typeface="Times" panose="02020603060405020304" pitchFamily="18" charset="0"/>
              <a:ea typeface="楷体" pitchFamily="49" charset="-122"/>
              <a:cs typeface="+mn-cs"/>
            </a:endParaRPr>
          </a:p>
        </p:txBody>
      </p:sp>
      <p:cxnSp>
        <p:nvCxnSpPr>
          <p:cNvPr id="208" name="直接连接符 207"/>
          <p:cNvCxnSpPr/>
          <p:nvPr/>
        </p:nvCxnSpPr>
        <p:spPr>
          <a:xfrm>
            <a:off x="4360863" y="2946400"/>
            <a:ext cx="11080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rot="16200000" flipH="1">
            <a:off x="4332288" y="2973388"/>
            <a:ext cx="539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rot="16200000" flipV="1">
            <a:off x="7281863" y="2035175"/>
            <a:ext cx="0" cy="1889125"/>
          </a:xfrm>
          <a:prstGeom prst="line">
            <a:avLst/>
          </a:prstGeom>
        </p:spPr>
        <p:style>
          <a:lnRef idx="1">
            <a:schemeClr val="dk1"/>
          </a:lnRef>
          <a:fillRef idx="0">
            <a:schemeClr val="dk1"/>
          </a:fillRef>
          <a:effectRef idx="0">
            <a:schemeClr val="dk1"/>
          </a:effectRef>
          <a:fontRef idx="minor">
            <a:schemeClr val="tx1"/>
          </a:fontRef>
        </p:style>
      </p:cxnSp>
      <p:cxnSp>
        <p:nvCxnSpPr>
          <p:cNvPr id="211" name="直接连接符 210"/>
          <p:cNvCxnSpPr/>
          <p:nvPr/>
        </p:nvCxnSpPr>
        <p:spPr>
          <a:xfrm rot="16200000" flipV="1">
            <a:off x="7277894" y="2080419"/>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12" name="直接连接符 211"/>
          <p:cNvCxnSpPr/>
          <p:nvPr/>
        </p:nvCxnSpPr>
        <p:spPr>
          <a:xfrm rot="16200000" flipV="1">
            <a:off x="7281863" y="2290763"/>
            <a:ext cx="0" cy="1889125"/>
          </a:xfrm>
          <a:prstGeom prst="line">
            <a:avLst/>
          </a:prstGeom>
        </p:spPr>
        <p:style>
          <a:lnRef idx="1">
            <a:schemeClr val="dk1"/>
          </a:lnRef>
          <a:fillRef idx="0">
            <a:schemeClr val="dk1"/>
          </a:fillRef>
          <a:effectRef idx="0">
            <a:schemeClr val="dk1"/>
          </a:effectRef>
          <a:fontRef idx="minor">
            <a:schemeClr val="tx1"/>
          </a:fontRef>
        </p:style>
      </p:cxnSp>
      <p:cxnSp>
        <p:nvCxnSpPr>
          <p:cNvPr id="213" name="直接连接符 212"/>
          <p:cNvCxnSpPr/>
          <p:nvPr/>
        </p:nvCxnSpPr>
        <p:spPr>
          <a:xfrm rot="10800000" flipV="1">
            <a:off x="7034213" y="2082800"/>
            <a:ext cx="0" cy="1350963"/>
          </a:xfrm>
          <a:prstGeom prst="line">
            <a:avLst/>
          </a:prstGeom>
        </p:spPr>
        <p:style>
          <a:lnRef idx="1">
            <a:schemeClr val="dk1"/>
          </a:lnRef>
          <a:fillRef idx="0">
            <a:schemeClr val="dk1"/>
          </a:fillRef>
          <a:effectRef idx="0">
            <a:schemeClr val="dk1"/>
          </a:effectRef>
          <a:fontRef idx="minor">
            <a:schemeClr val="tx1"/>
          </a:fontRef>
        </p:style>
      </p:cxnSp>
      <p:cxnSp>
        <p:nvCxnSpPr>
          <p:cNvPr id="214" name="直接连接符 213"/>
          <p:cNvCxnSpPr/>
          <p:nvPr/>
        </p:nvCxnSpPr>
        <p:spPr>
          <a:xfrm rot="16200000" flipV="1">
            <a:off x="7277894" y="2045494"/>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15" name="直接连接符 214"/>
          <p:cNvCxnSpPr/>
          <p:nvPr/>
        </p:nvCxnSpPr>
        <p:spPr>
          <a:xfrm rot="10800000" flipV="1">
            <a:off x="7148513" y="2087563"/>
            <a:ext cx="0" cy="1349375"/>
          </a:xfrm>
          <a:prstGeom prst="line">
            <a:avLst/>
          </a:prstGeom>
        </p:spPr>
        <p:style>
          <a:lnRef idx="1">
            <a:schemeClr val="dk1"/>
          </a:lnRef>
          <a:fillRef idx="0">
            <a:schemeClr val="dk1"/>
          </a:fillRef>
          <a:effectRef idx="0">
            <a:schemeClr val="dk1"/>
          </a:effectRef>
          <a:fontRef idx="minor">
            <a:schemeClr val="tx1"/>
          </a:fontRef>
        </p:style>
      </p:cxnSp>
      <p:cxnSp>
        <p:nvCxnSpPr>
          <p:cNvPr id="216" name="直接连接符 215"/>
          <p:cNvCxnSpPr/>
          <p:nvPr/>
        </p:nvCxnSpPr>
        <p:spPr>
          <a:xfrm rot="16200000" flipV="1">
            <a:off x="7279481" y="2086769"/>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17" name="直接连接符 216"/>
          <p:cNvCxnSpPr/>
          <p:nvPr/>
        </p:nvCxnSpPr>
        <p:spPr>
          <a:xfrm rot="16200000" flipV="1">
            <a:off x="7281069" y="2297906"/>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18" name="直接连接符 217"/>
          <p:cNvCxnSpPr/>
          <p:nvPr/>
        </p:nvCxnSpPr>
        <p:spPr>
          <a:xfrm rot="10800000" flipV="1">
            <a:off x="7042150" y="2082800"/>
            <a:ext cx="0" cy="1350963"/>
          </a:xfrm>
          <a:prstGeom prst="line">
            <a:avLst/>
          </a:prstGeom>
        </p:spPr>
        <p:style>
          <a:lnRef idx="1">
            <a:schemeClr val="dk1"/>
          </a:lnRef>
          <a:fillRef idx="0">
            <a:schemeClr val="dk1"/>
          </a:fillRef>
          <a:effectRef idx="0">
            <a:schemeClr val="dk1"/>
          </a:effectRef>
          <a:fontRef idx="minor">
            <a:schemeClr val="tx1"/>
          </a:fontRef>
        </p:style>
      </p:cxnSp>
      <p:cxnSp>
        <p:nvCxnSpPr>
          <p:cNvPr id="219" name="直接连接符 218"/>
          <p:cNvCxnSpPr/>
          <p:nvPr/>
        </p:nvCxnSpPr>
        <p:spPr>
          <a:xfrm rot="16200000" flipV="1">
            <a:off x="7279481" y="2094706"/>
            <a:ext cx="0" cy="1890713"/>
          </a:xfrm>
          <a:prstGeom prst="line">
            <a:avLst/>
          </a:prstGeom>
        </p:spPr>
        <p:style>
          <a:lnRef idx="1">
            <a:schemeClr val="dk1"/>
          </a:lnRef>
          <a:fillRef idx="0">
            <a:schemeClr val="dk1"/>
          </a:fillRef>
          <a:effectRef idx="0">
            <a:schemeClr val="dk1"/>
          </a:effectRef>
          <a:fontRef idx="minor">
            <a:schemeClr val="tx1"/>
          </a:fontRef>
        </p:style>
      </p:cxnSp>
      <p:cxnSp>
        <p:nvCxnSpPr>
          <p:cNvPr id="220" name="直接连接符 219"/>
          <p:cNvCxnSpPr/>
          <p:nvPr/>
        </p:nvCxnSpPr>
        <p:spPr>
          <a:xfrm>
            <a:off x="6351588" y="3036888"/>
            <a:ext cx="6762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a:off x="7042150" y="2990850"/>
            <a:ext cx="11080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rot="16200000" flipH="1">
            <a:off x="7009606" y="3010694"/>
            <a:ext cx="53975"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23" name="文本框 222"/>
          <p:cNvSpPr txBox="1"/>
          <p:nvPr/>
        </p:nvSpPr>
        <p:spPr>
          <a:xfrm>
            <a:off x="6483350" y="3816350"/>
            <a:ext cx="1503363"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a:latin typeface="Times" panose="02020603060405020304" pitchFamily="18" charset="0"/>
                <a:ea typeface="楷体" pitchFamily="49" charset="-122"/>
                <a:cs typeface="+mn-cs"/>
              </a:rPr>
              <a:t>(c)  </a:t>
            </a:r>
            <a:r>
              <a:rPr kumimoji="0" lang="en-US" altLang="zh-CN" sz="1350" kern="1200" cap="none" spc="0" normalizeH="0" baseline="0" noProof="0" dirty="0">
                <a:latin typeface="Times" panose="02020603060405020304" pitchFamily="18" charset="0"/>
                <a:ea typeface="楷体" pitchFamily="49" charset="-122"/>
                <a:cs typeface="+mn-cs"/>
              </a:rPr>
              <a:t>11</a:t>
            </a:r>
            <a:r>
              <a:rPr kumimoji="0" lang="zh-CN" altLang="en-US" sz="1350" kern="1200" cap="none" spc="0" normalizeH="0" baseline="0" noProof="0" dirty="0">
                <a:latin typeface="Times" panose="02020603060405020304" pitchFamily="18" charset="0"/>
                <a:ea typeface="楷体" pitchFamily="49" charset="-122"/>
                <a:cs typeface="+mn-cs"/>
              </a:rPr>
              <a:t>个基学习器</a:t>
            </a:r>
            <a:endParaRPr kumimoji="0" lang="zh-CN" altLang="en-US" sz="1350" kern="1200" cap="none" spc="0" normalizeH="0" baseline="0" noProof="0" dirty="0">
              <a:latin typeface="Times" panose="02020603060405020304" pitchFamily="18" charset="0"/>
              <a:ea typeface="楷体" pitchFamily="49" charset="-122"/>
              <a:cs typeface="+mn-cs"/>
            </a:endParaRPr>
          </a:p>
        </p:txBody>
      </p:sp>
      <p:sp>
        <p:nvSpPr>
          <p:cNvPr id="224" name="标题 1"/>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与随机森林</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实验</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1886" name="内容占位符 4"/>
          <p:cNvSpPr txBox="1"/>
          <p:nvPr/>
        </p:nvSpPr>
        <p:spPr>
          <a:xfrm>
            <a:off x="260350" y="4756150"/>
            <a:ext cx="8616950" cy="1001713"/>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从偏差</a:t>
            </a:r>
            <a:r>
              <a:rPr lang="en-US" altLang="zh-CN" sz="2200" dirty="0">
                <a:latin typeface="Verdana" panose="020B0804030504040204" pitchFamily="34" charset="0"/>
                <a:ea typeface="幼圆" pitchFamily="49" charset="-122"/>
              </a:rPr>
              <a:t>-</a:t>
            </a:r>
            <a:r>
              <a:rPr lang="zh-CN" altLang="en-US" sz="2200" dirty="0">
                <a:latin typeface="Verdana" panose="020B0804030504040204" pitchFamily="34" charset="0"/>
                <a:ea typeface="幼圆" pitchFamily="49" charset="-122"/>
              </a:rPr>
              <a:t>方差的角度：降低方差，在不剪枝的决策树、神经网络等易受样本影响的学习器上效果更好</a:t>
            </a:r>
            <a:endParaRPr lang="zh-CN" altLang="en-US" sz="22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与随机森林</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随机森林</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2771" name="内容占位符 4"/>
          <p:cNvSpPr txBox="1"/>
          <p:nvPr/>
        </p:nvSpPr>
        <p:spPr>
          <a:xfrm>
            <a:off x="250825" y="1296988"/>
            <a:ext cx="8616950" cy="3346450"/>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随机森林</a:t>
            </a:r>
            <a:r>
              <a:rPr lang="en-US" altLang="zh-CN" sz="2200" dirty="0">
                <a:latin typeface="Verdana" panose="020B0804030504040204" pitchFamily="34" charset="0"/>
                <a:ea typeface="幼圆" pitchFamily="49" charset="-122"/>
              </a:rPr>
              <a:t>(Random</a:t>
            </a:r>
            <a:r>
              <a:rPr lang="zh-CN" altLang="en-US" sz="2200" dirty="0">
                <a:latin typeface="Verdana" panose="020B0804030504040204" pitchFamily="34" charset="0"/>
                <a:ea typeface="幼圆" pitchFamily="49" charset="-122"/>
              </a:rPr>
              <a:t> </a:t>
            </a:r>
            <a:r>
              <a:rPr lang="en-US" altLang="zh-CN" sz="2200" dirty="0">
                <a:latin typeface="Verdana" panose="020B0804030504040204" pitchFamily="34" charset="0"/>
                <a:ea typeface="幼圆" pitchFamily="49" charset="-122"/>
              </a:rPr>
              <a:t>Forest</a:t>
            </a:r>
            <a:r>
              <a:rPr lang="zh-CN" altLang="en-US" sz="2200" dirty="0">
                <a:latin typeface="Verdana" panose="020B0804030504040204" pitchFamily="34" charset="0"/>
                <a:ea typeface="幼圆" pitchFamily="49" charset="-122"/>
              </a:rPr>
              <a:t>，简称</a:t>
            </a:r>
            <a:r>
              <a:rPr lang="en-US" altLang="zh-CN" sz="2200" dirty="0">
                <a:latin typeface="Verdana" panose="020B0804030504040204" pitchFamily="34" charset="0"/>
                <a:ea typeface="幼圆" pitchFamily="49" charset="-122"/>
              </a:rPr>
              <a:t>RF)</a:t>
            </a:r>
            <a:r>
              <a:rPr lang="zh-CN" altLang="en-US" sz="2200" dirty="0">
                <a:latin typeface="Verdana" panose="020B0804030504040204" pitchFamily="34" charset="0"/>
                <a:ea typeface="幼圆" pitchFamily="49" charset="-122"/>
              </a:rPr>
              <a:t>是</a:t>
            </a:r>
            <a:r>
              <a:rPr lang="en-US" altLang="zh-CN" sz="2200" dirty="0">
                <a:latin typeface="Verdana" panose="020B0804030504040204" pitchFamily="34" charset="0"/>
                <a:ea typeface="幼圆" pitchFamily="49" charset="-122"/>
              </a:rPr>
              <a:t>bagging</a:t>
            </a:r>
            <a:r>
              <a:rPr lang="zh-CN" altLang="en-US" sz="2200" dirty="0">
                <a:latin typeface="Verdana" panose="020B0804030504040204" pitchFamily="34" charset="0"/>
                <a:ea typeface="幼圆" pitchFamily="49" charset="-122"/>
              </a:rPr>
              <a:t>的一个扩展变种</a:t>
            </a:r>
            <a:endParaRPr lang="zh-CN" altLang="en-US" sz="22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采样的随机性</a:t>
            </a:r>
            <a:endParaRPr lang="zh-CN" altLang="en-US" sz="22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属性选择的随机性</a:t>
            </a:r>
            <a:endParaRPr lang="zh-CN" altLang="en-US" sz="22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endParaRPr lang="en-US" altLang="en-US" sz="2200" dirty="0">
              <a:latin typeface="Verdana" panose="020B0804030504040204" pitchFamily="34" charset="0"/>
              <a:ea typeface="幼圆"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森林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随机森林算法</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3795" name="内容占位符 4"/>
          <p:cNvSpPr txBox="1"/>
          <p:nvPr/>
        </p:nvSpPr>
        <p:spPr>
          <a:xfrm>
            <a:off x="250825" y="1296988"/>
            <a:ext cx="8616950" cy="574675"/>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随机森林算法</a:t>
            </a:r>
            <a:endParaRPr lang="en-US" altLang="en-US" sz="2200" dirty="0">
              <a:latin typeface="Verdana" panose="020B0804030504040204" pitchFamily="34" charset="0"/>
              <a:ea typeface="幼圆" pitchFamily="49" charset="-122"/>
            </a:endParaRPr>
          </a:p>
        </p:txBody>
      </p:sp>
      <p:pic>
        <p:nvPicPr>
          <p:cNvPr id="33796" name="图片 4"/>
          <p:cNvPicPr>
            <a:picLocks noChangeAspect="1"/>
          </p:cNvPicPr>
          <p:nvPr/>
        </p:nvPicPr>
        <p:blipFill>
          <a:blip r:embed="rId1"/>
          <a:stretch>
            <a:fillRect/>
          </a:stretch>
        </p:blipFill>
        <p:spPr>
          <a:xfrm>
            <a:off x="1022350" y="1784350"/>
            <a:ext cx="6362700" cy="41243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Bagging</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与随机</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森林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随机森林实验</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pic>
        <p:nvPicPr>
          <p:cNvPr id="34819" name="图片 3"/>
          <p:cNvPicPr>
            <a:picLocks noChangeAspect="1"/>
          </p:cNvPicPr>
          <p:nvPr/>
        </p:nvPicPr>
        <p:blipFill>
          <a:blip r:embed="rId1"/>
          <a:stretch>
            <a:fillRect/>
          </a:stretch>
        </p:blipFill>
        <p:spPr>
          <a:xfrm>
            <a:off x="177800" y="1377950"/>
            <a:ext cx="8577263" cy="3668713"/>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集成学习</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6" name="内容占位符 2"/>
          <p:cNvSpPr>
            <a:spLocks noGrp="1"/>
          </p:cNvSpPr>
          <p:nvPr>
            <p:ph idx="1"/>
          </p:nvPr>
        </p:nvSpPr>
        <p:spPr>
          <a:xfrm>
            <a:off x="377825" y="893763"/>
            <a:ext cx="8616950" cy="5175250"/>
          </a:xfrm>
        </p:spPr>
        <p:txBody>
          <a:bodyPr vert="horz" lIns="91440" tIns="46800" rIns="91440" bIns="45720" rtlCol="0">
            <a:normAutofit fontScale="92500" lnSpcReduction="10000"/>
          </a:bodyPr>
          <a:lstStyle/>
          <a:p>
            <a:pPr marL="0" marR="0" lvl="0" indent="0"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None/>
              <a:defRPr/>
            </a:pP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zh-CN" altLang="en-US" sz="2800" b="0" i="0" u="none" strike="noStrike" kern="1200" cap="none" spc="0" normalizeH="0" baseline="0" noProof="0" dirty="0">
                <a:ln>
                  <a:noFill/>
                </a:ln>
                <a:solidFill>
                  <a:schemeClr val="bg1">
                    <a:lumMod val="75000"/>
                  </a:schemeClr>
                </a:solidFill>
                <a:effectLst/>
                <a:uLnTx/>
                <a:uFillTx/>
                <a:latin typeface="+mn-ea"/>
                <a:ea typeface="+mn-ea"/>
                <a:cs typeface="+mn-cs"/>
              </a:rPr>
              <a:t>个体</a:t>
            </a: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与集成</a:t>
            </a:r>
            <a:endParaRPr kumimoji="0" lang="en-US" altLang="zh-CN" sz="22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rPr>
              <a:t>Boosting</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en-US" altLang="zh-CN" sz="2000" b="0" i="0" u="none" strike="noStrike" kern="1200" cap="none" spc="0" normalizeH="0" baseline="0" noProof="0" dirty="0" err="1" smtClean="0">
                <a:ln>
                  <a:noFill/>
                </a:ln>
                <a:solidFill>
                  <a:schemeClr val="bg1">
                    <a:lumMod val="75000"/>
                  </a:schemeClr>
                </a:solidFill>
                <a:effectLst/>
                <a:uLnTx/>
                <a:uFillTx/>
                <a:latin typeface="Verdana" panose="020B0804030504040204" pitchFamily="34" charset="0"/>
                <a:ea typeface="幼圆" pitchFamily="49" charset="-122"/>
                <a:cs typeface="+mn-cs"/>
              </a:rPr>
              <a:t>Adaboost</a:t>
            </a:r>
            <a:r>
              <a:rPr kumimoji="0" lang="zh-CN" altLang="en-US"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rPr>
              <a:t> </a:t>
            </a:r>
            <a:r>
              <a:rPr kumimoji="0" lang="en-US" altLang="zh-CN"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rPr>
              <a:t> </a:t>
            </a:r>
            <a:endParaRPr kumimoji="0" lang="en-US" altLang="zh-CN"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rPr>
              <a:t>Bagging</a:t>
            </a: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与随机森林</a:t>
            </a:r>
            <a:endParaRPr kumimoji="0" lang="en-US" altLang="zh-CN" sz="22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 结合策略</a:t>
            </a: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平均法</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tx1"/>
                </a:solidFill>
                <a:effectLst/>
                <a:uLnTx/>
                <a:uFillTx/>
                <a:latin typeface="+mn-ea"/>
                <a:ea typeface="+mn-ea"/>
                <a:cs typeface="+mn-cs"/>
              </a:rPr>
              <a:t>投票</a:t>
            </a: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tx1"/>
                </a:solidFill>
                <a:effectLst/>
                <a:uLnTx/>
                <a:uFillTx/>
                <a:latin typeface="+mn-ea"/>
                <a:ea typeface="+mn-ea"/>
                <a:cs typeface="+mn-cs"/>
              </a:rPr>
              <a:t>学习</a:t>
            </a: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多样性</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误差</a:t>
            </a:r>
            <a:r>
              <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rPr>
              <a:t>-</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分歧分解</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多样性度量</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多样性扰动</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endParaRPr kumimoji="0" lang="zh-CN" altLang="en-US" sz="2800" b="0" i="0" u="none" strike="noStrike" kern="1200" cap="none" spc="0" normalizeH="0" baseline="0" noProof="0" dirty="0">
              <a:ln>
                <a:noFill/>
              </a:ln>
              <a:solidFill>
                <a:schemeClr val="tx1"/>
              </a:solidFill>
              <a:effectLst/>
              <a:uLnTx/>
              <a:uFillTx/>
              <a:latin typeface="+mn-ea"/>
              <a:ea typeface="+mn-ea"/>
              <a:cs typeface="+mn-cs"/>
            </a:endParaRPr>
          </a:p>
          <a:p>
            <a:pPr marL="1697355" marR="0" lvl="4" indent="0"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None/>
              <a:defRPr/>
            </a:pPr>
            <a:endParaRPr kumimoji="0" lang="en-US" altLang="zh-CN" sz="16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38" name="组合 20"/>
          <p:cNvGrpSpPr/>
          <p:nvPr/>
        </p:nvGrpSpPr>
        <p:grpSpPr>
          <a:xfrm>
            <a:off x="1276350" y="2593975"/>
            <a:ext cx="1412875" cy="2003425"/>
            <a:chOff x="496136" y="252542"/>
            <a:chExt cx="1884120" cy="2671244"/>
          </a:xfrm>
        </p:grpSpPr>
        <p:grpSp>
          <p:nvGrpSpPr>
            <p:cNvPr id="1062" name="组合 10"/>
            <p:cNvGrpSpPr/>
            <p:nvPr/>
          </p:nvGrpSpPr>
          <p:grpSpPr>
            <a:xfrm>
              <a:off x="496136" y="252542"/>
              <a:ext cx="1884120" cy="2037397"/>
              <a:chOff x="1270836" y="1062666"/>
              <a:chExt cx="1884120" cy="2037397"/>
            </a:xfrm>
          </p:grpSpPr>
          <p:sp>
            <p:nvSpPr>
              <p:cNvPr id="7" name="弦形 6"/>
              <p:cNvSpPr/>
              <p:nvPr/>
            </p:nvSpPr>
            <p:spPr>
              <a:xfrm rot="1036148">
                <a:off x="1270836" y="1062666"/>
                <a:ext cx="1884120" cy="2037397"/>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1" fmla="*/ 780530 w 780530"/>
                  <a:gd name="connsiteY0-2" fmla="*/ 780646 h 914567"/>
                  <a:gd name="connsiteX1-3" fmla="*/ 228641 w 780530"/>
                  <a:gd name="connsiteY1-4" fmla="*/ 853304 h 914567"/>
                  <a:gd name="connsiteX2-5" fmla="*/ 15620 w 780530"/>
                  <a:gd name="connsiteY2-6" fmla="*/ 339025 h 914567"/>
                  <a:gd name="connsiteX3-7" fmla="*/ 457241 w 780530"/>
                  <a:gd name="connsiteY3-8" fmla="*/ 157 h 914567"/>
                  <a:gd name="connsiteX4-9" fmla="*/ 587063 w 780530"/>
                  <a:gd name="connsiteY4-10" fmla="*/ 372690 h 914567"/>
                  <a:gd name="connsiteX5" fmla="*/ 780530 w 780530"/>
                  <a:gd name="connsiteY5" fmla="*/ 780646 h 914567"/>
                  <a:gd name="connsiteX0-11" fmla="*/ 780530 w 780530"/>
                  <a:gd name="connsiteY0-12" fmla="*/ 780646 h 914567"/>
                  <a:gd name="connsiteX1-13" fmla="*/ 228641 w 780530"/>
                  <a:gd name="connsiteY1-14" fmla="*/ 853304 h 914567"/>
                  <a:gd name="connsiteX2-15" fmla="*/ 15620 w 780530"/>
                  <a:gd name="connsiteY2-16" fmla="*/ 339025 h 914567"/>
                  <a:gd name="connsiteX3-17" fmla="*/ 457241 w 780530"/>
                  <a:gd name="connsiteY3-18" fmla="*/ 157 h 914567"/>
                  <a:gd name="connsiteX4-19" fmla="*/ 496752 w 780530"/>
                  <a:gd name="connsiteY4-20" fmla="*/ 463001 h 914567"/>
                  <a:gd name="connsiteX5-21" fmla="*/ 780530 w 780530"/>
                  <a:gd name="connsiteY5-22" fmla="*/ 780646 h 914567"/>
                  <a:gd name="connsiteX0-23" fmla="*/ 780530 w 780530"/>
                  <a:gd name="connsiteY0-24" fmla="*/ 780646 h 914567"/>
                  <a:gd name="connsiteX1-25" fmla="*/ 228641 w 780530"/>
                  <a:gd name="connsiteY1-26" fmla="*/ 853304 h 914567"/>
                  <a:gd name="connsiteX2-27" fmla="*/ 15620 w 780530"/>
                  <a:gd name="connsiteY2-28" fmla="*/ 339025 h 914567"/>
                  <a:gd name="connsiteX3-29" fmla="*/ 457241 w 780530"/>
                  <a:gd name="connsiteY3-30" fmla="*/ 157 h 914567"/>
                  <a:gd name="connsiteX4-31" fmla="*/ 496752 w 780530"/>
                  <a:gd name="connsiteY4-32" fmla="*/ 463001 h 914567"/>
                  <a:gd name="connsiteX5-33" fmla="*/ 780530 w 780530"/>
                  <a:gd name="connsiteY5-34" fmla="*/ 780646 h 914567"/>
                  <a:gd name="connsiteX0-35" fmla="*/ 780530 w 780530"/>
                  <a:gd name="connsiteY0-36" fmla="*/ 780646 h 914567"/>
                  <a:gd name="connsiteX1-37" fmla="*/ 228641 w 780530"/>
                  <a:gd name="connsiteY1-38" fmla="*/ 853304 h 914567"/>
                  <a:gd name="connsiteX2-39" fmla="*/ 15620 w 780530"/>
                  <a:gd name="connsiteY2-40" fmla="*/ 339025 h 914567"/>
                  <a:gd name="connsiteX3-41" fmla="*/ 457241 w 780530"/>
                  <a:gd name="connsiteY3-42" fmla="*/ 157 h 914567"/>
                  <a:gd name="connsiteX4-43" fmla="*/ 496752 w 780530"/>
                  <a:gd name="connsiteY4-44" fmla="*/ 463001 h 914567"/>
                  <a:gd name="connsiteX5-45" fmla="*/ 780530 w 780530"/>
                  <a:gd name="connsiteY5-46" fmla="*/ 780646 h 914567"/>
                  <a:gd name="connsiteX0-47" fmla="*/ 780530 w 830052"/>
                  <a:gd name="connsiteY0-48" fmla="*/ 814484 h 948405"/>
                  <a:gd name="connsiteX1-49" fmla="*/ 228641 w 830052"/>
                  <a:gd name="connsiteY1-50" fmla="*/ 887142 h 948405"/>
                  <a:gd name="connsiteX2-51" fmla="*/ 15620 w 830052"/>
                  <a:gd name="connsiteY2-52" fmla="*/ 372863 h 948405"/>
                  <a:gd name="connsiteX3-53" fmla="*/ 829775 w 830052"/>
                  <a:gd name="connsiteY3-54" fmla="*/ 128 h 948405"/>
                  <a:gd name="connsiteX4-55" fmla="*/ 496752 w 830052"/>
                  <a:gd name="connsiteY4-56" fmla="*/ 496839 h 948405"/>
                  <a:gd name="connsiteX5-57" fmla="*/ 780530 w 830052"/>
                  <a:gd name="connsiteY5-58" fmla="*/ 814484 h 948405"/>
                  <a:gd name="connsiteX0-59" fmla="*/ 780530 w 830209"/>
                  <a:gd name="connsiteY0-60" fmla="*/ 814484 h 948405"/>
                  <a:gd name="connsiteX1-61" fmla="*/ 228641 w 830209"/>
                  <a:gd name="connsiteY1-62" fmla="*/ 887142 h 948405"/>
                  <a:gd name="connsiteX2-63" fmla="*/ 15620 w 830209"/>
                  <a:gd name="connsiteY2-64" fmla="*/ 372863 h 948405"/>
                  <a:gd name="connsiteX3-65" fmla="*/ 829775 w 830209"/>
                  <a:gd name="connsiteY3-66" fmla="*/ 128 h 948405"/>
                  <a:gd name="connsiteX4-67" fmla="*/ 666085 w 830209"/>
                  <a:gd name="connsiteY4-68" fmla="*/ 496839 h 948405"/>
                  <a:gd name="connsiteX5-69" fmla="*/ 780530 w 830209"/>
                  <a:gd name="connsiteY5-70" fmla="*/ 814484 h 948405"/>
                  <a:gd name="connsiteX0-71" fmla="*/ 780530 w 830209"/>
                  <a:gd name="connsiteY0-72" fmla="*/ 814484 h 948405"/>
                  <a:gd name="connsiteX1-73" fmla="*/ 228641 w 830209"/>
                  <a:gd name="connsiteY1-74" fmla="*/ 887142 h 948405"/>
                  <a:gd name="connsiteX2-75" fmla="*/ 15620 w 830209"/>
                  <a:gd name="connsiteY2-76" fmla="*/ 372863 h 948405"/>
                  <a:gd name="connsiteX3-77" fmla="*/ 829775 w 830209"/>
                  <a:gd name="connsiteY3-78" fmla="*/ 128 h 948405"/>
                  <a:gd name="connsiteX4-79" fmla="*/ 666085 w 830209"/>
                  <a:gd name="connsiteY4-80" fmla="*/ 496839 h 948405"/>
                  <a:gd name="connsiteX5-81" fmla="*/ 780530 w 830209"/>
                  <a:gd name="connsiteY5-82" fmla="*/ 814484 h 948405"/>
                  <a:gd name="connsiteX0-83" fmla="*/ 1005077 w 1005077"/>
                  <a:gd name="connsiteY0-84" fmla="*/ 825773 h 940792"/>
                  <a:gd name="connsiteX1-85" fmla="*/ 227410 w 1005077"/>
                  <a:gd name="connsiteY1-86" fmla="*/ 887142 h 940792"/>
                  <a:gd name="connsiteX2-87" fmla="*/ 14389 w 1005077"/>
                  <a:gd name="connsiteY2-88" fmla="*/ 372863 h 940792"/>
                  <a:gd name="connsiteX3-89" fmla="*/ 828544 w 1005077"/>
                  <a:gd name="connsiteY3-90" fmla="*/ 128 h 940792"/>
                  <a:gd name="connsiteX4-91" fmla="*/ 664854 w 1005077"/>
                  <a:gd name="connsiteY4-92" fmla="*/ 496839 h 940792"/>
                  <a:gd name="connsiteX5-93" fmla="*/ 1005077 w 1005077"/>
                  <a:gd name="connsiteY5-94" fmla="*/ 825773 h 940792"/>
                  <a:gd name="connsiteX0-95" fmla="*/ 991934 w 991934"/>
                  <a:gd name="connsiteY0-96" fmla="*/ 850090 h 965109"/>
                  <a:gd name="connsiteX1-97" fmla="*/ 214267 w 991934"/>
                  <a:gd name="connsiteY1-98" fmla="*/ 911459 h 965109"/>
                  <a:gd name="connsiteX2-99" fmla="*/ 1246 w 991934"/>
                  <a:gd name="connsiteY2-100" fmla="*/ 397180 h 965109"/>
                  <a:gd name="connsiteX3-101" fmla="*/ 200156 w 991934"/>
                  <a:gd name="connsiteY3-102" fmla="*/ 80891 h 965109"/>
                  <a:gd name="connsiteX4-103" fmla="*/ 815401 w 991934"/>
                  <a:gd name="connsiteY4-104" fmla="*/ 24445 h 965109"/>
                  <a:gd name="connsiteX5-105" fmla="*/ 651711 w 991934"/>
                  <a:gd name="connsiteY5-106" fmla="*/ 521156 h 965109"/>
                  <a:gd name="connsiteX6" fmla="*/ 991934 w 991934"/>
                  <a:gd name="connsiteY6" fmla="*/ 850090 h 965109"/>
                  <a:gd name="connsiteX0-107" fmla="*/ 1032041 w 1032041"/>
                  <a:gd name="connsiteY0-108" fmla="*/ 850090 h 946338"/>
                  <a:gd name="connsiteX1-109" fmla="*/ 254374 w 1032041"/>
                  <a:gd name="connsiteY1-110" fmla="*/ 911459 h 946338"/>
                  <a:gd name="connsiteX2-111" fmla="*/ 14484 w 1032041"/>
                  <a:gd name="connsiteY2-112" fmla="*/ 679203 h 946338"/>
                  <a:gd name="connsiteX3-113" fmla="*/ 41353 w 1032041"/>
                  <a:gd name="connsiteY3-114" fmla="*/ 397180 h 946338"/>
                  <a:gd name="connsiteX4-115" fmla="*/ 240263 w 1032041"/>
                  <a:gd name="connsiteY4-116" fmla="*/ 80891 h 946338"/>
                  <a:gd name="connsiteX5-117" fmla="*/ 855508 w 1032041"/>
                  <a:gd name="connsiteY5-118" fmla="*/ 24445 h 946338"/>
                  <a:gd name="connsiteX6-119" fmla="*/ 691818 w 1032041"/>
                  <a:gd name="connsiteY6-120" fmla="*/ 521156 h 946338"/>
                  <a:gd name="connsiteX7" fmla="*/ 1032041 w 1032041"/>
                  <a:gd name="connsiteY7" fmla="*/ 850090 h 946338"/>
                  <a:gd name="connsiteX0-121" fmla="*/ 1032041 w 1032041"/>
                  <a:gd name="connsiteY0-122" fmla="*/ 850090 h 996854"/>
                  <a:gd name="connsiteX1-123" fmla="*/ 646663 w 1032041"/>
                  <a:gd name="connsiteY1-124" fmla="*/ 995292 h 996854"/>
                  <a:gd name="connsiteX2-125" fmla="*/ 254374 w 1032041"/>
                  <a:gd name="connsiteY2-126" fmla="*/ 911459 h 996854"/>
                  <a:gd name="connsiteX3-127" fmla="*/ 14484 w 1032041"/>
                  <a:gd name="connsiteY3-128" fmla="*/ 679203 h 996854"/>
                  <a:gd name="connsiteX4-129" fmla="*/ 41353 w 1032041"/>
                  <a:gd name="connsiteY4-130" fmla="*/ 397180 h 996854"/>
                  <a:gd name="connsiteX5-131" fmla="*/ 240263 w 1032041"/>
                  <a:gd name="connsiteY5-132" fmla="*/ 80891 h 996854"/>
                  <a:gd name="connsiteX6-133" fmla="*/ 855508 w 1032041"/>
                  <a:gd name="connsiteY6-134" fmla="*/ 24445 h 996854"/>
                  <a:gd name="connsiteX7-135" fmla="*/ 691818 w 1032041"/>
                  <a:gd name="connsiteY7-136" fmla="*/ 521156 h 996854"/>
                  <a:gd name="connsiteX8" fmla="*/ 1032041 w 1032041"/>
                  <a:gd name="connsiteY8" fmla="*/ 850090 h 996854"/>
                  <a:gd name="connsiteX0-137" fmla="*/ 1080179 w 1080179"/>
                  <a:gd name="connsiteY0-138" fmla="*/ 850090 h 996854"/>
                  <a:gd name="connsiteX1-139" fmla="*/ 694801 w 1080179"/>
                  <a:gd name="connsiteY1-140" fmla="*/ 995292 h 996854"/>
                  <a:gd name="connsiteX2-141" fmla="*/ 302512 w 1080179"/>
                  <a:gd name="connsiteY2-142" fmla="*/ 911459 h 996854"/>
                  <a:gd name="connsiteX3-143" fmla="*/ 62622 w 1080179"/>
                  <a:gd name="connsiteY3-144" fmla="*/ 679203 h 996854"/>
                  <a:gd name="connsiteX4-145" fmla="*/ 7018 w 1080179"/>
                  <a:gd name="connsiteY4-146" fmla="*/ 367230 h 996854"/>
                  <a:gd name="connsiteX5-147" fmla="*/ 288401 w 1080179"/>
                  <a:gd name="connsiteY5-148" fmla="*/ 80891 h 996854"/>
                  <a:gd name="connsiteX6-149" fmla="*/ 903646 w 1080179"/>
                  <a:gd name="connsiteY6-150" fmla="*/ 24445 h 996854"/>
                  <a:gd name="connsiteX7-151" fmla="*/ 739956 w 1080179"/>
                  <a:gd name="connsiteY7-152" fmla="*/ 521156 h 996854"/>
                  <a:gd name="connsiteX8-153" fmla="*/ 1080179 w 1080179"/>
                  <a:gd name="connsiteY8-154" fmla="*/ 850090 h 996854"/>
                  <a:gd name="connsiteX0-155" fmla="*/ 1086133 w 1086133"/>
                  <a:gd name="connsiteY0-156" fmla="*/ 850090 h 996818"/>
                  <a:gd name="connsiteX1-157" fmla="*/ 700755 w 1086133"/>
                  <a:gd name="connsiteY1-158" fmla="*/ 995292 h 996818"/>
                  <a:gd name="connsiteX2-159" fmla="*/ 308466 w 1086133"/>
                  <a:gd name="connsiteY2-160" fmla="*/ 911459 h 996818"/>
                  <a:gd name="connsiteX3-161" fmla="*/ 35588 w 1086133"/>
                  <a:gd name="connsiteY3-162" fmla="*/ 686690 h 996818"/>
                  <a:gd name="connsiteX4-163" fmla="*/ 12972 w 1086133"/>
                  <a:gd name="connsiteY4-164" fmla="*/ 367230 h 996818"/>
                  <a:gd name="connsiteX5-165" fmla="*/ 294355 w 1086133"/>
                  <a:gd name="connsiteY5-166" fmla="*/ 80891 h 996818"/>
                  <a:gd name="connsiteX6-167" fmla="*/ 909600 w 1086133"/>
                  <a:gd name="connsiteY6-168" fmla="*/ 24445 h 996818"/>
                  <a:gd name="connsiteX7-169" fmla="*/ 745910 w 1086133"/>
                  <a:gd name="connsiteY7-170" fmla="*/ 521156 h 996818"/>
                  <a:gd name="connsiteX8-171" fmla="*/ 1086133 w 1086133"/>
                  <a:gd name="connsiteY8-172" fmla="*/ 850090 h 996818"/>
                  <a:gd name="connsiteX0-173" fmla="*/ 1086133 w 1086133"/>
                  <a:gd name="connsiteY0-174" fmla="*/ 880078 h 1026806"/>
                  <a:gd name="connsiteX1-175" fmla="*/ 700755 w 1086133"/>
                  <a:gd name="connsiteY1-176" fmla="*/ 1025280 h 1026806"/>
                  <a:gd name="connsiteX2-177" fmla="*/ 308466 w 1086133"/>
                  <a:gd name="connsiteY2-178" fmla="*/ 941447 h 1026806"/>
                  <a:gd name="connsiteX3-179" fmla="*/ 35588 w 1086133"/>
                  <a:gd name="connsiteY3-180" fmla="*/ 716678 h 1026806"/>
                  <a:gd name="connsiteX4-181" fmla="*/ 12972 w 1086133"/>
                  <a:gd name="connsiteY4-182" fmla="*/ 397218 h 1026806"/>
                  <a:gd name="connsiteX5-183" fmla="*/ 294355 w 1086133"/>
                  <a:gd name="connsiteY5-184" fmla="*/ 110879 h 1026806"/>
                  <a:gd name="connsiteX6-185" fmla="*/ 598410 w 1086133"/>
                  <a:gd name="connsiteY6-186" fmla="*/ 15013 h 1026806"/>
                  <a:gd name="connsiteX7-187" fmla="*/ 909600 w 1086133"/>
                  <a:gd name="connsiteY7-188" fmla="*/ 54433 h 1026806"/>
                  <a:gd name="connsiteX8-189" fmla="*/ 745910 w 1086133"/>
                  <a:gd name="connsiteY8-190" fmla="*/ 551144 h 1026806"/>
                  <a:gd name="connsiteX9" fmla="*/ 1086133 w 1086133"/>
                  <a:gd name="connsiteY9" fmla="*/ 880078 h 1026806"/>
                  <a:gd name="connsiteX0-191" fmla="*/ 1086133 w 1086133"/>
                  <a:gd name="connsiteY0-192" fmla="*/ 869968 h 1016696"/>
                  <a:gd name="connsiteX1-193" fmla="*/ 700755 w 1086133"/>
                  <a:gd name="connsiteY1-194" fmla="*/ 1015170 h 1016696"/>
                  <a:gd name="connsiteX2-195" fmla="*/ 308466 w 1086133"/>
                  <a:gd name="connsiteY2-196" fmla="*/ 931337 h 1016696"/>
                  <a:gd name="connsiteX3-197" fmla="*/ 35588 w 1086133"/>
                  <a:gd name="connsiteY3-198" fmla="*/ 706568 h 1016696"/>
                  <a:gd name="connsiteX4-199" fmla="*/ 12972 w 1086133"/>
                  <a:gd name="connsiteY4-200" fmla="*/ 387108 h 1016696"/>
                  <a:gd name="connsiteX5-201" fmla="*/ 294355 w 1086133"/>
                  <a:gd name="connsiteY5-202" fmla="*/ 100769 h 1016696"/>
                  <a:gd name="connsiteX6-203" fmla="*/ 598410 w 1086133"/>
                  <a:gd name="connsiteY6-204" fmla="*/ 4903 h 1016696"/>
                  <a:gd name="connsiteX7-205" fmla="*/ 818880 w 1086133"/>
                  <a:gd name="connsiteY7-206" fmla="*/ 74273 h 1016696"/>
                  <a:gd name="connsiteX8-207" fmla="*/ 745910 w 1086133"/>
                  <a:gd name="connsiteY8-208" fmla="*/ 541034 h 1016696"/>
                  <a:gd name="connsiteX9-209" fmla="*/ 1086133 w 1086133"/>
                  <a:gd name="connsiteY9-210" fmla="*/ 869968 h 1016696"/>
                  <a:gd name="connsiteX0-211" fmla="*/ 945930 w 945930"/>
                  <a:gd name="connsiteY0-212" fmla="*/ 884943 h 1016696"/>
                  <a:gd name="connsiteX1-213" fmla="*/ 700755 w 945930"/>
                  <a:gd name="connsiteY1-214" fmla="*/ 1015170 h 1016696"/>
                  <a:gd name="connsiteX2-215" fmla="*/ 308466 w 945930"/>
                  <a:gd name="connsiteY2-216" fmla="*/ 931337 h 1016696"/>
                  <a:gd name="connsiteX3-217" fmla="*/ 35588 w 945930"/>
                  <a:gd name="connsiteY3-218" fmla="*/ 706568 h 1016696"/>
                  <a:gd name="connsiteX4-219" fmla="*/ 12972 w 945930"/>
                  <a:gd name="connsiteY4-220" fmla="*/ 387108 h 1016696"/>
                  <a:gd name="connsiteX5-221" fmla="*/ 294355 w 945930"/>
                  <a:gd name="connsiteY5-222" fmla="*/ 100769 h 1016696"/>
                  <a:gd name="connsiteX6-223" fmla="*/ 598410 w 945930"/>
                  <a:gd name="connsiteY6-224" fmla="*/ 4903 h 1016696"/>
                  <a:gd name="connsiteX7-225" fmla="*/ 818880 w 945930"/>
                  <a:gd name="connsiteY7-226" fmla="*/ 74273 h 1016696"/>
                  <a:gd name="connsiteX8-227" fmla="*/ 745910 w 945930"/>
                  <a:gd name="connsiteY8-228" fmla="*/ 541034 h 1016696"/>
                  <a:gd name="connsiteX9-229" fmla="*/ 945930 w 945930"/>
                  <a:gd name="connsiteY9-230" fmla="*/ 884943 h 1016696"/>
                  <a:gd name="connsiteX0-231" fmla="*/ 945930 w 945930"/>
                  <a:gd name="connsiteY0-232" fmla="*/ 884943 h 1016696"/>
                  <a:gd name="connsiteX1-233" fmla="*/ 700755 w 945930"/>
                  <a:gd name="connsiteY1-234" fmla="*/ 1015170 h 1016696"/>
                  <a:gd name="connsiteX2-235" fmla="*/ 308466 w 945930"/>
                  <a:gd name="connsiteY2-236" fmla="*/ 931337 h 1016696"/>
                  <a:gd name="connsiteX3-237" fmla="*/ 35588 w 945930"/>
                  <a:gd name="connsiteY3-238" fmla="*/ 706568 h 1016696"/>
                  <a:gd name="connsiteX4-239" fmla="*/ 12972 w 945930"/>
                  <a:gd name="connsiteY4-240" fmla="*/ 387108 h 1016696"/>
                  <a:gd name="connsiteX5-241" fmla="*/ 294355 w 945930"/>
                  <a:gd name="connsiteY5-242" fmla="*/ 100769 h 1016696"/>
                  <a:gd name="connsiteX6-243" fmla="*/ 598410 w 945930"/>
                  <a:gd name="connsiteY6-244" fmla="*/ 4903 h 1016696"/>
                  <a:gd name="connsiteX7-245" fmla="*/ 818880 w 945930"/>
                  <a:gd name="connsiteY7-246" fmla="*/ 74273 h 1016696"/>
                  <a:gd name="connsiteX8-247" fmla="*/ 745910 w 945930"/>
                  <a:gd name="connsiteY8-248" fmla="*/ 630882 h 1016696"/>
                  <a:gd name="connsiteX9-249" fmla="*/ 945930 w 945930"/>
                  <a:gd name="connsiteY9-250" fmla="*/ 884943 h 1016696"/>
                  <a:gd name="connsiteX0-251" fmla="*/ 945930 w 945930"/>
                  <a:gd name="connsiteY0-252" fmla="*/ 884943 h 1016696"/>
                  <a:gd name="connsiteX1-253" fmla="*/ 700755 w 945930"/>
                  <a:gd name="connsiteY1-254" fmla="*/ 1015170 h 1016696"/>
                  <a:gd name="connsiteX2-255" fmla="*/ 308466 w 945930"/>
                  <a:gd name="connsiteY2-256" fmla="*/ 931337 h 1016696"/>
                  <a:gd name="connsiteX3-257" fmla="*/ 35588 w 945930"/>
                  <a:gd name="connsiteY3-258" fmla="*/ 706568 h 1016696"/>
                  <a:gd name="connsiteX4-259" fmla="*/ 12972 w 945930"/>
                  <a:gd name="connsiteY4-260" fmla="*/ 387108 h 1016696"/>
                  <a:gd name="connsiteX5-261" fmla="*/ 294355 w 945930"/>
                  <a:gd name="connsiteY5-262" fmla="*/ 100769 h 1016696"/>
                  <a:gd name="connsiteX6-263" fmla="*/ 598410 w 945930"/>
                  <a:gd name="connsiteY6-264" fmla="*/ 4903 h 1016696"/>
                  <a:gd name="connsiteX7-265" fmla="*/ 818880 w 945930"/>
                  <a:gd name="connsiteY7-266" fmla="*/ 74273 h 1016696"/>
                  <a:gd name="connsiteX8-267" fmla="*/ 745910 w 945930"/>
                  <a:gd name="connsiteY8-268" fmla="*/ 630882 h 1016696"/>
                  <a:gd name="connsiteX9-269" fmla="*/ 945930 w 945930"/>
                  <a:gd name="connsiteY9-270" fmla="*/ 884943 h 1016696"/>
                  <a:gd name="connsiteX0-271" fmla="*/ 945930 w 945930"/>
                  <a:gd name="connsiteY0-272" fmla="*/ 881919 h 1013672"/>
                  <a:gd name="connsiteX1-273" fmla="*/ 700755 w 945930"/>
                  <a:gd name="connsiteY1-274" fmla="*/ 1012146 h 1013672"/>
                  <a:gd name="connsiteX2-275" fmla="*/ 308466 w 945930"/>
                  <a:gd name="connsiteY2-276" fmla="*/ 928313 h 1013672"/>
                  <a:gd name="connsiteX3-277" fmla="*/ 35588 w 945930"/>
                  <a:gd name="connsiteY3-278" fmla="*/ 703544 h 1013672"/>
                  <a:gd name="connsiteX4-279" fmla="*/ 12972 w 945930"/>
                  <a:gd name="connsiteY4-280" fmla="*/ 384084 h 1013672"/>
                  <a:gd name="connsiteX5-281" fmla="*/ 294355 w 945930"/>
                  <a:gd name="connsiteY5-282" fmla="*/ 97745 h 1013672"/>
                  <a:gd name="connsiteX6-283" fmla="*/ 598410 w 945930"/>
                  <a:gd name="connsiteY6-284" fmla="*/ 1879 h 1013672"/>
                  <a:gd name="connsiteX7-285" fmla="*/ 818880 w 945930"/>
                  <a:gd name="connsiteY7-286" fmla="*/ 71249 h 1013672"/>
                  <a:gd name="connsiteX8-287" fmla="*/ 796343 w 945930"/>
                  <a:gd name="connsiteY8-288" fmla="*/ 361272 h 1013672"/>
                  <a:gd name="connsiteX9-289" fmla="*/ 745910 w 945930"/>
                  <a:gd name="connsiteY9-290" fmla="*/ 627858 h 1013672"/>
                  <a:gd name="connsiteX10" fmla="*/ 945930 w 945930"/>
                  <a:gd name="connsiteY10" fmla="*/ 881919 h 1013672"/>
                  <a:gd name="connsiteX0-291" fmla="*/ 945930 w 945930"/>
                  <a:gd name="connsiteY0-292" fmla="*/ 881919 h 1013672"/>
                  <a:gd name="connsiteX1-293" fmla="*/ 700755 w 945930"/>
                  <a:gd name="connsiteY1-294" fmla="*/ 1012146 h 1013672"/>
                  <a:gd name="connsiteX2-295" fmla="*/ 308466 w 945930"/>
                  <a:gd name="connsiteY2-296" fmla="*/ 928313 h 1013672"/>
                  <a:gd name="connsiteX3-297" fmla="*/ 35588 w 945930"/>
                  <a:gd name="connsiteY3-298" fmla="*/ 703544 h 1013672"/>
                  <a:gd name="connsiteX4-299" fmla="*/ 12972 w 945930"/>
                  <a:gd name="connsiteY4-300" fmla="*/ 384084 h 1013672"/>
                  <a:gd name="connsiteX5-301" fmla="*/ 294355 w 945930"/>
                  <a:gd name="connsiteY5-302" fmla="*/ 97745 h 1013672"/>
                  <a:gd name="connsiteX6-303" fmla="*/ 598410 w 945930"/>
                  <a:gd name="connsiteY6-304" fmla="*/ 1879 h 1013672"/>
                  <a:gd name="connsiteX7-305" fmla="*/ 818880 w 945930"/>
                  <a:gd name="connsiteY7-306" fmla="*/ 71249 h 1013672"/>
                  <a:gd name="connsiteX8-307" fmla="*/ 796343 w 945930"/>
                  <a:gd name="connsiteY8-308" fmla="*/ 361272 h 1013672"/>
                  <a:gd name="connsiteX9-309" fmla="*/ 745910 w 945930"/>
                  <a:gd name="connsiteY9-310" fmla="*/ 627858 h 1013672"/>
                  <a:gd name="connsiteX10-311" fmla="*/ 945930 w 945930"/>
                  <a:gd name="connsiteY10-312" fmla="*/ 881919 h 1013672"/>
                  <a:gd name="connsiteX0-313" fmla="*/ 945930 w 945930"/>
                  <a:gd name="connsiteY0-314" fmla="*/ 881919 h 1013672"/>
                  <a:gd name="connsiteX1-315" fmla="*/ 700755 w 945930"/>
                  <a:gd name="connsiteY1-316" fmla="*/ 1012146 h 1013672"/>
                  <a:gd name="connsiteX2-317" fmla="*/ 308466 w 945930"/>
                  <a:gd name="connsiteY2-318" fmla="*/ 928313 h 1013672"/>
                  <a:gd name="connsiteX3-319" fmla="*/ 35588 w 945930"/>
                  <a:gd name="connsiteY3-320" fmla="*/ 703544 h 1013672"/>
                  <a:gd name="connsiteX4-321" fmla="*/ 12972 w 945930"/>
                  <a:gd name="connsiteY4-322" fmla="*/ 384084 h 1013672"/>
                  <a:gd name="connsiteX5-323" fmla="*/ 294355 w 945930"/>
                  <a:gd name="connsiteY5-324" fmla="*/ 97745 h 1013672"/>
                  <a:gd name="connsiteX6-325" fmla="*/ 598410 w 945930"/>
                  <a:gd name="connsiteY6-326" fmla="*/ 1879 h 1013672"/>
                  <a:gd name="connsiteX7-327" fmla="*/ 818880 w 945930"/>
                  <a:gd name="connsiteY7-328" fmla="*/ 71249 h 1013672"/>
                  <a:gd name="connsiteX8-329" fmla="*/ 796343 w 945930"/>
                  <a:gd name="connsiteY8-330" fmla="*/ 361272 h 1013672"/>
                  <a:gd name="connsiteX9-331" fmla="*/ 745910 w 945930"/>
                  <a:gd name="connsiteY9-332" fmla="*/ 627858 h 1013672"/>
                  <a:gd name="connsiteX10-333" fmla="*/ 945930 w 945930"/>
                  <a:gd name="connsiteY10-334" fmla="*/ 881919 h 1013672"/>
                  <a:gd name="connsiteX0-335" fmla="*/ 945930 w 945930"/>
                  <a:gd name="connsiteY0-336" fmla="*/ 880971 h 1012724"/>
                  <a:gd name="connsiteX1-337" fmla="*/ 700755 w 945930"/>
                  <a:gd name="connsiteY1-338" fmla="*/ 1011198 h 1012724"/>
                  <a:gd name="connsiteX2-339" fmla="*/ 308466 w 945930"/>
                  <a:gd name="connsiteY2-340" fmla="*/ 927365 h 1012724"/>
                  <a:gd name="connsiteX3-341" fmla="*/ 35588 w 945930"/>
                  <a:gd name="connsiteY3-342" fmla="*/ 702596 h 1012724"/>
                  <a:gd name="connsiteX4-343" fmla="*/ 12972 w 945930"/>
                  <a:gd name="connsiteY4-344" fmla="*/ 383136 h 1012724"/>
                  <a:gd name="connsiteX5-345" fmla="*/ 294355 w 945930"/>
                  <a:gd name="connsiteY5-346" fmla="*/ 96797 h 1012724"/>
                  <a:gd name="connsiteX6-347" fmla="*/ 598410 w 945930"/>
                  <a:gd name="connsiteY6-348" fmla="*/ 931 h 1012724"/>
                  <a:gd name="connsiteX7-349" fmla="*/ 901353 w 945930"/>
                  <a:gd name="connsiteY7-350" fmla="*/ 107737 h 1012724"/>
                  <a:gd name="connsiteX8-351" fmla="*/ 796343 w 945930"/>
                  <a:gd name="connsiteY8-352" fmla="*/ 360324 h 1012724"/>
                  <a:gd name="connsiteX9-353" fmla="*/ 745910 w 945930"/>
                  <a:gd name="connsiteY9-354" fmla="*/ 626910 h 1012724"/>
                  <a:gd name="connsiteX10-355" fmla="*/ 945930 w 945930"/>
                  <a:gd name="connsiteY10-356" fmla="*/ 880971 h 1012724"/>
                  <a:gd name="connsiteX0-357" fmla="*/ 945930 w 945930"/>
                  <a:gd name="connsiteY0-358" fmla="*/ 866236 h 997989"/>
                  <a:gd name="connsiteX1-359" fmla="*/ 700755 w 945930"/>
                  <a:gd name="connsiteY1-360" fmla="*/ 996463 h 997989"/>
                  <a:gd name="connsiteX2-361" fmla="*/ 308466 w 945930"/>
                  <a:gd name="connsiteY2-362" fmla="*/ 912630 h 997989"/>
                  <a:gd name="connsiteX3-363" fmla="*/ 35588 w 945930"/>
                  <a:gd name="connsiteY3-364" fmla="*/ 687861 h 997989"/>
                  <a:gd name="connsiteX4-365" fmla="*/ 12972 w 945930"/>
                  <a:gd name="connsiteY4-366" fmla="*/ 368401 h 997989"/>
                  <a:gd name="connsiteX5-367" fmla="*/ 294355 w 945930"/>
                  <a:gd name="connsiteY5-368" fmla="*/ 82062 h 997989"/>
                  <a:gd name="connsiteX6-369" fmla="*/ 631398 w 945930"/>
                  <a:gd name="connsiteY6-370" fmla="*/ 1171 h 997989"/>
                  <a:gd name="connsiteX7-371" fmla="*/ 901353 w 945930"/>
                  <a:gd name="connsiteY7-372" fmla="*/ 93002 h 997989"/>
                  <a:gd name="connsiteX8-373" fmla="*/ 796343 w 945930"/>
                  <a:gd name="connsiteY8-374" fmla="*/ 345589 h 997989"/>
                  <a:gd name="connsiteX9-375" fmla="*/ 745910 w 945930"/>
                  <a:gd name="connsiteY9-376" fmla="*/ 612175 h 997989"/>
                  <a:gd name="connsiteX10-377" fmla="*/ 945930 w 945930"/>
                  <a:gd name="connsiteY10-378" fmla="*/ 866236 h 997989"/>
                  <a:gd name="connsiteX0-379" fmla="*/ 924828 w 924828"/>
                  <a:gd name="connsiteY0-380" fmla="*/ 866236 h 997989"/>
                  <a:gd name="connsiteX1-381" fmla="*/ 679653 w 924828"/>
                  <a:gd name="connsiteY1-382" fmla="*/ 996463 h 997989"/>
                  <a:gd name="connsiteX2-383" fmla="*/ 287364 w 924828"/>
                  <a:gd name="connsiteY2-384" fmla="*/ 912630 h 997989"/>
                  <a:gd name="connsiteX3-385" fmla="*/ 14486 w 924828"/>
                  <a:gd name="connsiteY3-386" fmla="*/ 687861 h 997989"/>
                  <a:gd name="connsiteX4-387" fmla="*/ 41353 w 924828"/>
                  <a:gd name="connsiteY4-388" fmla="*/ 345939 h 997989"/>
                  <a:gd name="connsiteX5-389" fmla="*/ 273253 w 924828"/>
                  <a:gd name="connsiteY5-390" fmla="*/ 82062 h 997989"/>
                  <a:gd name="connsiteX6-391" fmla="*/ 610296 w 924828"/>
                  <a:gd name="connsiteY6-392" fmla="*/ 1171 h 997989"/>
                  <a:gd name="connsiteX7-393" fmla="*/ 880251 w 924828"/>
                  <a:gd name="connsiteY7-394" fmla="*/ 93002 h 997989"/>
                  <a:gd name="connsiteX8-395" fmla="*/ 775241 w 924828"/>
                  <a:gd name="connsiteY8-396" fmla="*/ 345589 h 997989"/>
                  <a:gd name="connsiteX9-397" fmla="*/ 724808 w 924828"/>
                  <a:gd name="connsiteY9-398" fmla="*/ 612175 h 997989"/>
                  <a:gd name="connsiteX10-399" fmla="*/ 924828 w 924828"/>
                  <a:gd name="connsiteY10-400" fmla="*/ 866236 h 997989"/>
                  <a:gd name="connsiteX0-401" fmla="*/ 924828 w 924828"/>
                  <a:gd name="connsiteY0-402" fmla="*/ 866236 h 997989"/>
                  <a:gd name="connsiteX1-403" fmla="*/ 679653 w 924828"/>
                  <a:gd name="connsiteY1-404" fmla="*/ 996463 h 997989"/>
                  <a:gd name="connsiteX2-405" fmla="*/ 287364 w 924828"/>
                  <a:gd name="connsiteY2-406" fmla="*/ 912630 h 997989"/>
                  <a:gd name="connsiteX3-407" fmla="*/ 14486 w 924828"/>
                  <a:gd name="connsiteY3-408" fmla="*/ 687861 h 997989"/>
                  <a:gd name="connsiteX4-409" fmla="*/ 41353 w 924828"/>
                  <a:gd name="connsiteY4-410" fmla="*/ 345939 h 997989"/>
                  <a:gd name="connsiteX5-411" fmla="*/ 273253 w 924828"/>
                  <a:gd name="connsiteY5-412" fmla="*/ 82062 h 997989"/>
                  <a:gd name="connsiteX6-413" fmla="*/ 610296 w 924828"/>
                  <a:gd name="connsiteY6-414" fmla="*/ 1171 h 997989"/>
                  <a:gd name="connsiteX7-415" fmla="*/ 880251 w 924828"/>
                  <a:gd name="connsiteY7-416" fmla="*/ 93002 h 997989"/>
                  <a:gd name="connsiteX8-417" fmla="*/ 775241 w 924828"/>
                  <a:gd name="connsiteY8-418" fmla="*/ 345589 h 997989"/>
                  <a:gd name="connsiteX9-419" fmla="*/ 724808 w 924828"/>
                  <a:gd name="connsiteY9-420" fmla="*/ 612175 h 997989"/>
                  <a:gd name="connsiteX10-421" fmla="*/ 924828 w 924828"/>
                  <a:gd name="connsiteY10-422" fmla="*/ 866236 h 997989"/>
                  <a:gd name="connsiteX0-423" fmla="*/ 935892 w 935892"/>
                  <a:gd name="connsiteY0-424" fmla="*/ 866236 h 997989"/>
                  <a:gd name="connsiteX1-425" fmla="*/ 690717 w 935892"/>
                  <a:gd name="connsiteY1-426" fmla="*/ 996463 h 997989"/>
                  <a:gd name="connsiteX2-427" fmla="*/ 298428 w 935892"/>
                  <a:gd name="connsiteY2-428" fmla="*/ 912630 h 997989"/>
                  <a:gd name="connsiteX3-429" fmla="*/ 25550 w 935892"/>
                  <a:gd name="connsiteY3-430" fmla="*/ 687861 h 997989"/>
                  <a:gd name="connsiteX4-431" fmla="*/ 19427 w 935892"/>
                  <a:gd name="connsiteY4-432" fmla="*/ 345939 h 997989"/>
                  <a:gd name="connsiteX5-433" fmla="*/ 284317 w 935892"/>
                  <a:gd name="connsiteY5-434" fmla="*/ 82062 h 997989"/>
                  <a:gd name="connsiteX6-435" fmla="*/ 621360 w 935892"/>
                  <a:gd name="connsiteY6-436" fmla="*/ 1171 h 997989"/>
                  <a:gd name="connsiteX7-437" fmla="*/ 891315 w 935892"/>
                  <a:gd name="connsiteY7-438" fmla="*/ 93002 h 997989"/>
                  <a:gd name="connsiteX8-439" fmla="*/ 786305 w 935892"/>
                  <a:gd name="connsiteY8-440" fmla="*/ 345589 h 997989"/>
                  <a:gd name="connsiteX9-441" fmla="*/ 735872 w 935892"/>
                  <a:gd name="connsiteY9-442" fmla="*/ 612175 h 997989"/>
                  <a:gd name="connsiteX10-443" fmla="*/ 935892 w 935892"/>
                  <a:gd name="connsiteY10-444" fmla="*/ 866236 h 997989"/>
                  <a:gd name="connsiteX0-445" fmla="*/ 949384 w 949384"/>
                  <a:gd name="connsiteY0-446" fmla="*/ 866236 h 997989"/>
                  <a:gd name="connsiteX1-447" fmla="*/ 704209 w 949384"/>
                  <a:gd name="connsiteY1-448" fmla="*/ 996463 h 997989"/>
                  <a:gd name="connsiteX2-449" fmla="*/ 311920 w 949384"/>
                  <a:gd name="connsiteY2-450" fmla="*/ 912630 h 997989"/>
                  <a:gd name="connsiteX3-451" fmla="*/ 39042 w 949384"/>
                  <a:gd name="connsiteY3-452" fmla="*/ 687861 h 997989"/>
                  <a:gd name="connsiteX4-453" fmla="*/ 32919 w 949384"/>
                  <a:gd name="connsiteY4-454" fmla="*/ 345939 h 997989"/>
                  <a:gd name="connsiteX5-455" fmla="*/ 297809 w 949384"/>
                  <a:gd name="connsiteY5-456" fmla="*/ 82062 h 997989"/>
                  <a:gd name="connsiteX6-457" fmla="*/ 634852 w 949384"/>
                  <a:gd name="connsiteY6-458" fmla="*/ 1171 h 997989"/>
                  <a:gd name="connsiteX7-459" fmla="*/ 904807 w 949384"/>
                  <a:gd name="connsiteY7-460" fmla="*/ 93002 h 997989"/>
                  <a:gd name="connsiteX8-461" fmla="*/ 799797 w 949384"/>
                  <a:gd name="connsiteY8-462" fmla="*/ 345589 h 997989"/>
                  <a:gd name="connsiteX9-463" fmla="*/ 749364 w 949384"/>
                  <a:gd name="connsiteY9-464" fmla="*/ 612175 h 997989"/>
                  <a:gd name="connsiteX10-465" fmla="*/ 949384 w 949384"/>
                  <a:gd name="connsiteY10-466" fmla="*/ 866236 h 997989"/>
                  <a:gd name="connsiteX0-467" fmla="*/ 949384 w 949384"/>
                  <a:gd name="connsiteY0-468" fmla="*/ 866236 h 997989"/>
                  <a:gd name="connsiteX1-469" fmla="*/ 704209 w 949384"/>
                  <a:gd name="connsiteY1-470" fmla="*/ 996463 h 997989"/>
                  <a:gd name="connsiteX2-471" fmla="*/ 311920 w 949384"/>
                  <a:gd name="connsiteY2-472" fmla="*/ 912630 h 997989"/>
                  <a:gd name="connsiteX3-473" fmla="*/ 39042 w 949384"/>
                  <a:gd name="connsiteY3-474" fmla="*/ 687861 h 997989"/>
                  <a:gd name="connsiteX4-475" fmla="*/ 32919 w 949384"/>
                  <a:gd name="connsiteY4-476" fmla="*/ 345939 h 997989"/>
                  <a:gd name="connsiteX5-477" fmla="*/ 297809 w 949384"/>
                  <a:gd name="connsiteY5-478" fmla="*/ 82062 h 997989"/>
                  <a:gd name="connsiteX6-479" fmla="*/ 634852 w 949384"/>
                  <a:gd name="connsiteY6-480" fmla="*/ 1171 h 997989"/>
                  <a:gd name="connsiteX7-481" fmla="*/ 904807 w 949384"/>
                  <a:gd name="connsiteY7-482" fmla="*/ 93002 h 997989"/>
                  <a:gd name="connsiteX8-483" fmla="*/ 799797 w 949384"/>
                  <a:gd name="connsiteY8-484" fmla="*/ 345589 h 997989"/>
                  <a:gd name="connsiteX9-485" fmla="*/ 749364 w 949384"/>
                  <a:gd name="connsiteY9-486" fmla="*/ 612175 h 997989"/>
                  <a:gd name="connsiteX10-487" fmla="*/ 949384 w 949384"/>
                  <a:gd name="connsiteY10-488" fmla="*/ 866236 h 997989"/>
                  <a:gd name="connsiteX0-489" fmla="*/ 866912 w 911428"/>
                  <a:gd name="connsiteY0-490" fmla="*/ 866236 h 997989"/>
                  <a:gd name="connsiteX1-491" fmla="*/ 704209 w 911428"/>
                  <a:gd name="connsiteY1-492" fmla="*/ 996463 h 997989"/>
                  <a:gd name="connsiteX2-493" fmla="*/ 311920 w 911428"/>
                  <a:gd name="connsiteY2-494" fmla="*/ 912630 h 997989"/>
                  <a:gd name="connsiteX3-495" fmla="*/ 39042 w 911428"/>
                  <a:gd name="connsiteY3-496" fmla="*/ 687861 h 997989"/>
                  <a:gd name="connsiteX4-497" fmla="*/ 32919 w 911428"/>
                  <a:gd name="connsiteY4-498" fmla="*/ 345939 h 997989"/>
                  <a:gd name="connsiteX5-499" fmla="*/ 297809 w 911428"/>
                  <a:gd name="connsiteY5-500" fmla="*/ 82062 h 997989"/>
                  <a:gd name="connsiteX6-501" fmla="*/ 634852 w 911428"/>
                  <a:gd name="connsiteY6-502" fmla="*/ 1171 h 997989"/>
                  <a:gd name="connsiteX7-503" fmla="*/ 904807 w 911428"/>
                  <a:gd name="connsiteY7-504" fmla="*/ 93002 h 997989"/>
                  <a:gd name="connsiteX8-505" fmla="*/ 799797 w 911428"/>
                  <a:gd name="connsiteY8-506" fmla="*/ 345589 h 997989"/>
                  <a:gd name="connsiteX9-507" fmla="*/ 749364 w 911428"/>
                  <a:gd name="connsiteY9-508" fmla="*/ 612175 h 997989"/>
                  <a:gd name="connsiteX10-509" fmla="*/ 866912 w 911428"/>
                  <a:gd name="connsiteY10-510" fmla="*/ 866236 h 997989"/>
                  <a:gd name="connsiteX0-511" fmla="*/ 866912 w 911428"/>
                  <a:gd name="connsiteY0-512" fmla="*/ 866236 h 997989"/>
                  <a:gd name="connsiteX1-513" fmla="*/ 704209 w 911428"/>
                  <a:gd name="connsiteY1-514" fmla="*/ 996463 h 997989"/>
                  <a:gd name="connsiteX2-515" fmla="*/ 311920 w 911428"/>
                  <a:gd name="connsiteY2-516" fmla="*/ 912630 h 997989"/>
                  <a:gd name="connsiteX3-517" fmla="*/ 39042 w 911428"/>
                  <a:gd name="connsiteY3-518" fmla="*/ 687861 h 997989"/>
                  <a:gd name="connsiteX4-519" fmla="*/ 32919 w 911428"/>
                  <a:gd name="connsiteY4-520" fmla="*/ 345939 h 997989"/>
                  <a:gd name="connsiteX5-521" fmla="*/ 297809 w 911428"/>
                  <a:gd name="connsiteY5-522" fmla="*/ 82062 h 997989"/>
                  <a:gd name="connsiteX6-523" fmla="*/ 634852 w 911428"/>
                  <a:gd name="connsiteY6-524" fmla="*/ 1171 h 997989"/>
                  <a:gd name="connsiteX7-525" fmla="*/ 904807 w 911428"/>
                  <a:gd name="connsiteY7-526" fmla="*/ 93002 h 997989"/>
                  <a:gd name="connsiteX8-527" fmla="*/ 799797 w 911428"/>
                  <a:gd name="connsiteY8-528" fmla="*/ 345589 h 997989"/>
                  <a:gd name="connsiteX9-529" fmla="*/ 749364 w 911428"/>
                  <a:gd name="connsiteY9-530" fmla="*/ 612175 h 997989"/>
                  <a:gd name="connsiteX10-531" fmla="*/ 866912 w 911428"/>
                  <a:gd name="connsiteY10-532" fmla="*/ 866236 h 997989"/>
                  <a:gd name="connsiteX0-533" fmla="*/ 866912 w 911428"/>
                  <a:gd name="connsiteY0-534" fmla="*/ 866236 h 969320"/>
                  <a:gd name="connsiteX1-535" fmla="*/ 654726 w 911428"/>
                  <a:gd name="connsiteY1-536" fmla="*/ 966513 h 969320"/>
                  <a:gd name="connsiteX2-537" fmla="*/ 311920 w 911428"/>
                  <a:gd name="connsiteY2-538" fmla="*/ 912630 h 969320"/>
                  <a:gd name="connsiteX3-539" fmla="*/ 39042 w 911428"/>
                  <a:gd name="connsiteY3-540" fmla="*/ 687861 h 969320"/>
                  <a:gd name="connsiteX4-541" fmla="*/ 32919 w 911428"/>
                  <a:gd name="connsiteY4-542" fmla="*/ 345939 h 969320"/>
                  <a:gd name="connsiteX5-543" fmla="*/ 297809 w 911428"/>
                  <a:gd name="connsiteY5-544" fmla="*/ 82062 h 969320"/>
                  <a:gd name="connsiteX6-545" fmla="*/ 634852 w 911428"/>
                  <a:gd name="connsiteY6-546" fmla="*/ 1171 h 969320"/>
                  <a:gd name="connsiteX7-547" fmla="*/ 904807 w 911428"/>
                  <a:gd name="connsiteY7-548" fmla="*/ 93002 h 969320"/>
                  <a:gd name="connsiteX8-549" fmla="*/ 799797 w 911428"/>
                  <a:gd name="connsiteY8-550" fmla="*/ 345589 h 969320"/>
                  <a:gd name="connsiteX9-551" fmla="*/ 749364 w 911428"/>
                  <a:gd name="connsiteY9-552" fmla="*/ 612175 h 969320"/>
                  <a:gd name="connsiteX10-553" fmla="*/ 866912 w 911428"/>
                  <a:gd name="connsiteY10-554" fmla="*/ 866236 h 969320"/>
                  <a:gd name="connsiteX0-555" fmla="*/ 866912 w 922712"/>
                  <a:gd name="connsiteY0-556" fmla="*/ 866001 h 969085"/>
                  <a:gd name="connsiteX1-557" fmla="*/ 654726 w 922712"/>
                  <a:gd name="connsiteY1-558" fmla="*/ 966278 h 969085"/>
                  <a:gd name="connsiteX2-559" fmla="*/ 311920 w 922712"/>
                  <a:gd name="connsiteY2-560" fmla="*/ 912395 h 969085"/>
                  <a:gd name="connsiteX3-561" fmla="*/ 39042 w 922712"/>
                  <a:gd name="connsiteY3-562" fmla="*/ 687626 h 969085"/>
                  <a:gd name="connsiteX4-563" fmla="*/ 32919 w 922712"/>
                  <a:gd name="connsiteY4-564" fmla="*/ 345704 h 969085"/>
                  <a:gd name="connsiteX5-565" fmla="*/ 297809 w 922712"/>
                  <a:gd name="connsiteY5-566" fmla="*/ 81827 h 969085"/>
                  <a:gd name="connsiteX6-567" fmla="*/ 634852 w 922712"/>
                  <a:gd name="connsiteY6-568" fmla="*/ 936 h 969085"/>
                  <a:gd name="connsiteX7-569" fmla="*/ 904807 w 922712"/>
                  <a:gd name="connsiteY7-570" fmla="*/ 92767 h 969085"/>
                  <a:gd name="connsiteX8-571" fmla="*/ 890518 w 922712"/>
                  <a:gd name="connsiteY8-572" fmla="*/ 233044 h 969085"/>
                  <a:gd name="connsiteX9-573" fmla="*/ 799797 w 922712"/>
                  <a:gd name="connsiteY9-574" fmla="*/ 345354 h 969085"/>
                  <a:gd name="connsiteX10-575" fmla="*/ 749364 w 922712"/>
                  <a:gd name="connsiteY10-576" fmla="*/ 611940 h 969085"/>
                  <a:gd name="connsiteX11" fmla="*/ 866912 w 922712"/>
                  <a:gd name="connsiteY11" fmla="*/ 866001 h 969085"/>
                  <a:gd name="connsiteX0-577" fmla="*/ 866912 w 922712"/>
                  <a:gd name="connsiteY0-578" fmla="*/ 843959 h 947043"/>
                  <a:gd name="connsiteX1-579" fmla="*/ 654726 w 922712"/>
                  <a:gd name="connsiteY1-580" fmla="*/ 944236 h 947043"/>
                  <a:gd name="connsiteX2-581" fmla="*/ 311920 w 922712"/>
                  <a:gd name="connsiteY2-582" fmla="*/ 890353 h 947043"/>
                  <a:gd name="connsiteX3-583" fmla="*/ 39042 w 922712"/>
                  <a:gd name="connsiteY3-584" fmla="*/ 665584 h 947043"/>
                  <a:gd name="connsiteX4-585" fmla="*/ 32919 w 922712"/>
                  <a:gd name="connsiteY4-586" fmla="*/ 323662 h 947043"/>
                  <a:gd name="connsiteX5-587" fmla="*/ 297809 w 922712"/>
                  <a:gd name="connsiteY5-588" fmla="*/ 59785 h 947043"/>
                  <a:gd name="connsiteX6-589" fmla="*/ 651347 w 922712"/>
                  <a:gd name="connsiteY6-590" fmla="*/ 1356 h 947043"/>
                  <a:gd name="connsiteX7-591" fmla="*/ 904807 w 922712"/>
                  <a:gd name="connsiteY7-592" fmla="*/ 70725 h 947043"/>
                  <a:gd name="connsiteX8-593" fmla="*/ 890518 w 922712"/>
                  <a:gd name="connsiteY8-594" fmla="*/ 211002 h 947043"/>
                  <a:gd name="connsiteX9-595" fmla="*/ 799797 w 922712"/>
                  <a:gd name="connsiteY9-596" fmla="*/ 323312 h 947043"/>
                  <a:gd name="connsiteX10-597" fmla="*/ 749364 w 922712"/>
                  <a:gd name="connsiteY10-598" fmla="*/ 589898 h 947043"/>
                  <a:gd name="connsiteX11-599" fmla="*/ 866912 w 922712"/>
                  <a:gd name="connsiteY11-600" fmla="*/ 843959 h 947043"/>
                  <a:gd name="connsiteX0-601" fmla="*/ 866912 w 922712"/>
                  <a:gd name="connsiteY0-602" fmla="*/ 858621 h 961705"/>
                  <a:gd name="connsiteX1-603" fmla="*/ 654726 w 922712"/>
                  <a:gd name="connsiteY1-604" fmla="*/ 958898 h 961705"/>
                  <a:gd name="connsiteX2-605" fmla="*/ 311920 w 922712"/>
                  <a:gd name="connsiteY2-606" fmla="*/ 905015 h 961705"/>
                  <a:gd name="connsiteX3-607" fmla="*/ 39042 w 922712"/>
                  <a:gd name="connsiteY3-608" fmla="*/ 680246 h 961705"/>
                  <a:gd name="connsiteX4-609" fmla="*/ 32919 w 922712"/>
                  <a:gd name="connsiteY4-610" fmla="*/ 338324 h 961705"/>
                  <a:gd name="connsiteX5-611" fmla="*/ 297809 w 922712"/>
                  <a:gd name="connsiteY5-612" fmla="*/ 74447 h 961705"/>
                  <a:gd name="connsiteX6-613" fmla="*/ 568875 w 922712"/>
                  <a:gd name="connsiteY6-614" fmla="*/ 1043 h 961705"/>
                  <a:gd name="connsiteX7-615" fmla="*/ 904807 w 922712"/>
                  <a:gd name="connsiteY7-616" fmla="*/ 85387 h 961705"/>
                  <a:gd name="connsiteX8-617" fmla="*/ 890518 w 922712"/>
                  <a:gd name="connsiteY8-618" fmla="*/ 225664 h 961705"/>
                  <a:gd name="connsiteX9-619" fmla="*/ 799797 w 922712"/>
                  <a:gd name="connsiteY9-620" fmla="*/ 337974 h 961705"/>
                  <a:gd name="connsiteX10-621" fmla="*/ 749364 w 922712"/>
                  <a:gd name="connsiteY10-622" fmla="*/ 604560 h 961705"/>
                  <a:gd name="connsiteX11-623" fmla="*/ 866912 w 922712"/>
                  <a:gd name="connsiteY11-624" fmla="*/ 858621 h 961705"/>
                  <a:gd name="connsiteX0-625" fmla="*/ 866912 w 912474"/>
                  <a:gd name="connsiteY0-626" fmla="*/ 859020 h 962104"/>
                  <a:gd name="connsiteX1-627" fmla="*/ 654726 w 912474"/>
                  <a:gd name="connsiteY1-628" fmla="*/ 959297 h 962104"/>
                  <a:gd name="connsiteX2-629" fmla="*/ 311920 w 912474"/>
                  <a:gd name="connsiteY2-630" fmla="*/ 905414 h 962104"/>
                  <a:gd name="connsiteX3-631" fmla="*/ 39042 w 912474"/>
                  <a:gd name="connsiteY3-632" fmla="*/ 680645 h 962104"/>
                  <a:gd name="connsiteX4-633" fmla="*/ 32919 w 912474"/>
                  <a:gd name="connsiteY4-634" fmla="*/ 338723 h 962104"/>
                  <a:gd name="connsiteX5-635" fmla="*/ 297809 w 912474"/>
                  <a:gd name="connsiteY5-636" fmla="*/ 74846 h 962104"/>
                  <a:gd name="connsiteX6-637" fmla="*/ 568875 w 912474"/>
                  <a:gd name="connsiteY6-638" fmla="*/ 1442 h 962104"/>
                  <a:gd name="connsiteX7-639" fmla="*/ 904807 w 912474"/>
                  <a:gd name="connsiteY7-640" fmla="*/ 85786 h 962104"/>
                  <a:gd name="connsiteX8-641" fmla="*/ 799797 w 912474"/>
                  <a:gd name="connsiteY8-642" fmla="*/ 338373 h 962104"/>
                  <a:gd name="connsiteX9-643" fmla="*/ 749364 w 912474"/>
                  <a:gd name="connsiteY9-644" fmla="*/ 604959 h 962104"/>
                  <a:gd name="connsiteX10-645" fmla="*/ 866912 w 912474"/>
                  <a:gd name="connsiteY10-646" fmla="*/ 859020 h 962104"/>
                  <a:gd name="connsiteX0-647" fmla="*/ 866912 w 912474"/>
                  <a:gd name="connsiteY0-648" fmla="*/ 861538 h 964622"/>
                  <a:gd name="connsiteX1-649" fmla="*/ 654726 w 912474"/>
                  <a:gd name="connsiteY1-650" fmla="*/ 961815 h 964622"/>
                  <a:gd name="connsiteX2-651" fmla="*/ 311920 w 912474"/>
                  <a:gd name="connsiteY2-652" fmla="*/ 907932 h 964622"/>
                  <a:gd name="connsiteX3-653" fmla="*/ 39042 w 912474"/>
                  <a:gd name="connsiteY3-654" fmla="*/ 683163 h 964622"/>
                  <a:gd name="connsiteX4-655" fmla="*/ 32919 w 912474"/>
                  <a:gd name="connsiteY4-656" fmla="*/ 341241 h 964622"/>
                  <a:gd name="connsiteX5-657" fmla="*/ 297809 w 912474"/>
                  <a:gd name="connsiteY5-658" fmla="*/ 77364 h 964622"/>
                  <a:gd name="connsiteX6-659" fmla="*/ 568875 w 912474"/>
                  <a:gd name="connsiteY6-660" fmla="*/ 3960 h 964622"/>
                  <a:gd name="connsiteX7-661" fmla="*/ 904807 w 912474"/>
                  <a:gd name="connsiteY7-662" fmla="*/ 88304 h 964622"/>
                  <a:gd name="connsiteX8-663" fmla="*/ 799797 w 912474"/>
                  <a:gd name="connsiteY8-664" fmla="*/ 340891 h 964622"/>
                  <a:gd name="connsiteX9-665" fmla="*/ 749364 w 912474"/>
                  <a:gd name="connsiteY9-666" fmla="*/ 607477 h 964622"/>
                  <a:gd name="connsiteX10-667" fmla="*/ 866912 w 912474"/>
                  <a:gd name="connsiteY10-668" fmla="*/ 861538 h 964622"/>
                  <a:gd name="connsiteX0-669" fmla="*/ 866912 w 943348"/>
                  <a:gd name="connsiteY0-670" fmla="*/ 861538 h 964622"/>
                  <a:gd name="connsiteX1-671" fmla="*/ 654726 w 943348"/>
                  <a:gd name="connsiteY1-672" fmla="*/ 961815 h 964622"/>
                  <a:gd name="connsiteX2-673" fmla="*/ 311920 w 943348"/>
                  <a:gd name="connsiteY2-674" fmla="*/ 907932 h 964622"/>
                  <a:gd name="connsiteX3-675" fmla="*/ 39042 w 943348"/>
                  <a:gd name="connsiteY3-676" fmla="*/ 683163 h 964622"/>
                  <a:gd name="connsiteX4-677" fmla="*/ 32919 w 943348"/>
                  <a:gd name="connsiteY4-678" fmla="*/ 341241 h 964622"/>
                  <a:gd name="connsiteX5-679" fmla="*/ 297809 w 943348"/>
                  <a:gd name="connsiteY5-680" fmla="*/ 77364 h 964622"/>
                  <a:gd name="connsiteX6-681" fmla="*/ 568875 w 943348"/>
                  <a:gd name="connsiteY6-682" fmla="*/ 3960 h 964622"/>
                  <a:gd name="connsiteX7-683" fmla="*/ 904807 w 943348"/>
                  <a:gd name="connsiteY7-684" fmla="*/ 88304 h 964622"/>
                  <a:gd name="connsiteX8-685" fmla="*/ 799797 w 943348"/>
                  <a:gd name="connsiteY8-686" fmla="*/ 340891 h 964622"/>
                  <a:gd name="connsiteX9-687" fmla="*/ 749364 w 943348"/>
                  <a:gd name="connsiteY9-688" fmla="*/ 607477 h 964622"/>
                  <a:gd name="connsiteX10-689" fmla="*/ 866912 w 943348"/>
                  <a:gd name="connsiteY10-690" fmla="*/ 861538 h 964622"/>
                  <a:gd name="connsiteX0-691" fmla="*/ 866912 w 943348"/>
                  <a:gd name="connsiteY0-692" fmla="*/ 861538 h 964622"/>
                  <a:gd name="connsiteX1-693" fmla="*/ 654726 w 943348"/>
                  <a:gd name="connsiteY1-694" fmla="*/ 961815 h 964622"/>
                  <a:gd name="connsiteX2-695" fmla="*/ 311920 w 943348"/>
                  <a:gd name="connsiteY2-696" fmla="*/ 907932 h 964622"/>
                  <a:gd name="connsiteX3-697" fmla="*/ 39042 w 943348"/>
                  <a:gd name="connsiteY3-698" fmla="*/ 683163 h 964622"/>
                  <a:gd name="connsiteX4-699" fmla="*/ 32919 w 943348"/>
                  <a:gd name="connsiteY4-700" fmla="*/ 341241 h 964622"/>
                  <a:gd name="connsiteX5-701" fmla="*/ 297809 w 943348"/>
                  <a:gd name="connsiteY5-702" fmla="*/ 77364 h 964622"/>
                  <a:gd name="connsiteX6-703" fmla="*/ 568875 w 943348"/>
                  <a:gd name="connsiteY6-704" fmla="*/ 3960 h 964622"/>
                  <a:gd name="connsiteX7-705" fmla="*/ 904807 w 943348"/>
                  <a:gd name="connsiteY7-706" fmla="*/ 88304 h 964622"/>
                  <a:gd name="connsiteX8-707" fmla="*/ 799797 w 943348"/>
                  <a:gd name="connsiteY8-708" fmla="*/ 340891 h 964622"/>
                  <a:gd name="connsiteX9-709" fmla="*/ 749364 w 943348"/>
                  <a:gd name="connsiteY9-710" fmla="*/ 585015 h 964622"/>
                  <a:gd name="connsiteX10-711" fmla="*/ 866912 w 943348"/>
                  <a:gd name="connsiteY10-712" fmla="*/ 861538 h 964622"/>
                  <a:gd name="connsiteX0-713" fmla="*/ 866912 w 934777"/>
                  <a:gd name="connsiteY0-714" fmla="*/ 861538 h 964622"/>
                  <a:gd name="connsiteX1-715" fmla="*/ 654726 w 934777"/>
                  <a:gd name="connsiteY1-716" fmla="*/ 961815 h 964622"/>
                  <a:gd name="connsiteX2-717" fmla="*/ 311920 w 934777"/>
                  <a:gd name="connsiteY2-718" fmla="*/ 907932 h 964622"/>
                  <a:gd name="connsiteX3-719" fmla="*/ 39042 w 934777"/>
                  <a:gd name="connsiteY3-720" fmla="*/ 683163 h 964622"/>
                  <a:gd name="connsiteX4-721" fmla="*/ 32919 w 934777"/>
                  <a:gd name="connsiteY4-722" fmla="*/ 341241 h 964622"/>
                  <a:gd name="connsiteX5-723" fmla="*/ 297809 w 934777"/>
                  <a:gd name="connsiteY5-724" fmla="*/ 77364 h 964622"/>
                  <a:gd name="connsiteX6-725" fmla="*/ 568875 w 934777"/>
                  <a:gd name="connsiteY6-726" fmla="*/ 3960 h 964622"/>
                  <a:gd name="connsiteX7-727" fmla="*/ 904807 w 934777"/>
                  <a:gd name="connsiteY7-728" fmla="*/ 88304 h 964622"/>
                  <a:gd name="connsiteX8-729" fmla="*/ 717325 w 934777"/>
                  <a:gd name="connsiteY8-730" fmla="*/ 423252 h 964622"/>
                  <a:gd name="connsiteX9-731" fmla="*/ 749364 w 934777"/>
                  <a:gd name="connsiteY9-732" fmla="*/ 585015 h 964622"/>
                  <a:gd name="connsiteX10-733" fmla="*/ 866912 w 934777"/>
                  <a:gd name="connsiteY10-734" fmla="*/ 861538 h 964622"/>
                  <a:gd name="connsiteX0-735" fmla="*/ 866912 w 908207"/>
                  <a:gd name="connsiteY0-736" fmla="*/ 861538 h 964622"/>
                  <a:gd name="connsiteX1-737" fmla="*/ 654726 w 908207"/>
                  <a:gd name="connsiteY1-738" fmla="*/ 961815 h 964622"/>
                  <a:gd name="connsiteX2-739" fmla="*/ 311920 w 908207"/>
                  <a:gd name="connsiteY2-740" fmla="*/ 907932 h 964622"/>
                  <a:gd name="connsiteX3-741" fmla="*/ 39042 w 908207"/>
                  <a:gd name="connsiteY3-742" fmla="*/ 683163 h 964622"/>
                  <a:gd name="connsiteX4-743" fmla="*/ 32919 w 908207"/>
                  <a:gd name="connsiteY4-744" fmla="*/ 341241 h 964622"/>
                  <a:gd name="connsiteX5-745" fmla="*/ 297809 w 908207"/>
                  <a:gd name="connsiteY5-746" fmla="*/ 77364 h 964622"/>
                  <a:gd name="connsiteX6-747" fmla="*/ 568875 w 908207"/>
                  <a:gd name="connsiteY6-748" fmla="*/ 3960 h 964622"/>
                  <a:gd name="connsiteX7-749" fmla="*/ 904807 w 908207"/>
                  <a:gd name="connsiteY7-750" fmla="*/ 88304 h 964622"/>
                  <a:gd name="connsiteX8-751" fmla="*/ 749364 w 908207"/>
                  <a:gd name="connsiteY8-752" fmla="*/ 585015 h 964622"/>
                  <a:gd name="connsiteX9-753" fmla="*/ 866912 w 908207"/>
                  <a:gd name="connsiteY9-754" fmla="*/ 861538 h 964622"/>
                  <a:gd name="connsiteX0-755" fmla="*/ 866912 w 907376"/>
                  <a:gd name="connsiteY0-756" fmla="*/ 861538 h 964622"/>
                  <a:gd name="connsiteX1-757" fmla="*/ 654726 w 907376"/>
                  <a:gd name="connsiteY1-758" fmla="*/ 961815 h 964622"/>
                  <a:gd name="connsiteX2-759" fmla="*/ 311920 w 907376"/>
                  <a:gd name="connsiteY2-760" fmla="*/ 907932 h 964622"/>
                  <a:gd name="connsiteX3-761" fmla="*/ 39042 w 907376"/>
                  <a:gd name="connsiteY3-762" fmla="*/ 683163 h 964622"/>
                  <a:gd name="connsiteX4-763" fmla="*/ 32919 w 907376"/>
                  <a:gd name="connsiteY4-764" fmla="*/ 341241 h 964622"/>
                  <a:gd name="connsiteX5-765" fmla="*/ 297809 w 907376"/>
                  <a:gd name="connsiteY5-766" fmla="*/ 77364 h 964622"/>
                  <a:gd name="connsiteX6-767" fmla="*/ 568875 w 907376"/>
                  <a:gd name="connsiteY6-768" fmla="*/ 3960 h 964622"/>
                  <a:gd name="connsiteX7-769" fmla="*/ 904807 w 907376"/>
                  <a:gd name="connsiteY7-770" fmla="*/ 88304 h 964622"/>
                  <a:gd name="connsiteX8-771" fmla="*/ 749364 w 907376"/>
                  <a:gd name="connsiteY8-772" fmla="*/ 585015 h 964622"/>
                  <a:gd name="connsiteX9-773" fmla="*/ 866912 w 907376"/>
                  <a:gd name="connsiteY9-774" fmla="*/ 861538 h 964622"/>
                  <a:gd name="connsiteX0-775" fmla="*/ 866912 w 907376"/>
                  <a:gd name="connsiteY0-776" fmla="*/ 861538 h 964622"/>
                  <a:gd name="connsiteX1-777" fmla="*/ 654726 w 907376"/>
                  <a:gd name="connsiteY1-778" fmla="*/ 961815 h 964622"/>
                  <a:gd name="connsiteX2-779" fmla="*/ 311920 w 907376"/>
                  <a:gd name="connsiteY2-780" fmla="*/ 907932 h 964622"/>
                  <a:gd name="connsiteX3-781" fmla="*/ 39042 w 907376"/>
                  <a:gd name="connsiteY3-782" fmla="*/ 683163 h 964622"/>
                  <a:gd name="connsiteX4-783" fmla="*/ 32919 w 907376"/>
                  <a:gd name="connsiteY4-784" fmla="*/ 341241 h 964622"/>
                  <a:gd name="connsiteX5-785" fmla="*/ 297809 w 907376"/>
                  <a:gd name="connsiteY5-786" fmla="*/ 77364 h 964622"/>
                  <a:gd name="connsiteX6-787" fmla="*/ 568875 w 907376"/>
                  <a:gd name="connsiteY6-788" fmla="*/ 3960 h 964622"/>
                  <a:gd name="connsiteX7-789" fmla="*/ 904807 w 907376"/>
                  <a:gd name="connsiteY7-790" fmla="*/ 88304 h 964622"/>
                  <a:gd name="connsiteX8-791" fmla="*/ 749364 w 907376"/>
                  <a:gd name="connsiteY8-792" fmla="*/ 585015 h 964622"/>
                  <a:gd name="connsiteX9-793" fmla="*/ 866912 w 907376"/>
                  <a:gd name="connsiteY9-794" fmla="*/ 861538 h 964622"/>
                  <a:gd name="connsiteX0-795" fmla="*/ 866912 w 909155"/>
                  <a:gd name="connsiteY0-796" fmla="*/ 861538 h 964622"/>
                  <a:gd name="connsiteX1-797" fmla="*/ 654726 w 909155"/>
                  <a:gd name="connsiteY1-798" fmla="*/ 961815 h 964622"/>
                  <a:gd name="connsiteX2-799" fmla="*/ 311920 w 909155"/>
                  <a:gd name="connsiteY2-800" fmla="*/ 907932 h 964622"/>
                  <a:gd name="connsiteX3-801" fmla="*/ 39042 w 909155"/>
                  <a:gd name="connsiteY3-802" fmla="*/ 683163 h 964622"/>
                  <a:gd name="connsiteX4-803" fmla="*/ 32919 w 909155"/>
                  <a:gd name="connsiteY4-804" fmla="*/ 341241 h 964622"/>
                  <a:gd name="connsiteX5-805" fmla="*/ 297809 w 909155"/>
                  <a:gd name="connsiteY5-806" fmla="*/ 77364 h 964622"/>
                  <a:gd name="connsiteX6-807" fmla="*/ 568875 w 909155"/>
                  <a:gd name="connsiteY6-808" fmla="*/ 3960 h 964622"/>
                  <a:gd name="connsiteX7-809" fmla="*/ 904807 w 909155"/>
                  <a:gd name="connsiteY7-810" fmla="*/ 88304 h 964622"/>
                  <a:gd name="connsiteX8-811" fmla="*/ 856579 w 909155"/>
                  <a:gd name="connsiteY8-812" fmla="*/ 629939 h 964622"/>
                  <a:gd name="connsiteX9-813" fmla="*/ 866912 w 909155"/>
                  <a:gd name="connsiteY9-814" fmla="*/ 861538 h 964622"/>
                  <a:gd name="connsiteX0-815" fmla="*/ 866912 w 1039111"/>
                  <a:gd name="connsiteY0-816" fmla="*/ 857982 h 961066"/>
                  <a:gd name="connsiteX1-817" fmla="*/ 654726 w 1039111"/>
                  <a:gd name="connsiteY1-818" fmla="*/ 958259 h 961066"/>
                  <a:gd name="connsiteX2-819" fmla="*/ 311920 w 1039111"/>
                  <a:gd name="connsiteY2-820" fmla="*/ 904376 h 961066"/>
                  <a:gd name="connsiteX3-821" fmla="*/ 39042 w 1039111"/>
                  <a:gd name="connsiteY3-822" fmla="*/ 679607 h 961066"/>
                  <a:gd name="connsiteX4-823" fmla="*/ 32919 w 1039111"/>
                  <a:gd name="connsiteY4-824" fmla="*/ 337685 h 961066"/>
                  <a:gd name="connsiteX5-825" fmla="*/ 297809 w 1039111"/>
                  <a:gd name="connsiteY5-826" fmla="*/ 73808 h 961066"/>
                  <a:gd name="connsiteX6-827" fmla="*/ 568875 w 1039111"/>
                  <a:gd name="connsiteY6-828" fmla="*/ 404 h 961066"/>
                  <a:gd name="connsiteX7-829" fmla="*/ 1036763 w 1039111"/>
                  <a:gd name="connsiteY7-830" fmla="*/ 241983 h 961066"/>
                  <a:gd name="connsiteX8-831" fmla="*/ 856579 w 1039111"/>
                  <a:gd name="connsiteY8-832" fmla="*/ 626383 h 961066"/>
                  <a:gd name="connsiteX9-833" fmla="*/ 866912 w 1039111"/>
                  <a:gd name="connsiteY9-834" fmla="*/ 857982 h 961066"/>
                  <a:gd name="connsiteX0-835" fmla="*/ 866912 w 1039111"/>
                  <a:gd name="connsiteY0-836" fmla="*/ 828122 h 931206"/>
                  <a:gd name="connsiteX1-837" fmla="*/ 654726 w 1039111"/>
                  <a:gd name="connsiteY1-838" fmla="*/ 928399 h 931206"/>
                  <a:gd name="connsiteX2-839" fmla="*/ 311920 w 1039111"/>
                  <a:gd name="connsiteY2-840" fmla="*/ 874516 h 931206"/>
                  <a:gd name="connsiteX3-841" fmla="*/ 39042 w 1039111"/>
                  <a:gd name="connsiteY3-842" fmla="*/ 649747 h 931206"/>
                  <a:gd name="connsiteX4-843" fmla="*/ 32919 w 1039111"/>
                  <a:gd name="connsiteY4-844" fmla="*/ 307825 h 931206"/>
                  <a:gd name="connsiteX5-845" fmla="*/ 297809 w 1039111"/>
                  <a:gd name="connsiteY5-846" fmla="*/ 43948 h 931206"/>
                  <a:gd name="connsiteX6-847" fmla="*/ 684336 w 1039111"/>
                  <a:gd name="connsiteY6-848" fmla="*/ 493 h 931206"/>
                  <a:gd name="connsiteX7-849" fmla="*/ 1036763 w 1039111"/>
                  <a:gd name="connsiteY7-850" fmla="*/ 212123 h 931206"/>
                  <a:gd name="connsiteX8-851" fmla="*/ 856579 w 1039111"/>
                  <a:gd name="connsiteY8-852" fmla="*/ 596523 h 931206"/>
                  <a:gd name="connsiteX9-853" fmla="*/ 866912 w 1039111"/>
                  <a:gd name="connsiteY9-854" fmla="*/ 828122 h 931206"/>
                  <a:gd name="connsiteX0-855" fmla="*/ 866912 w 1039111"/>
                  <a:gd name="connsiteY0-856" fmla="*/ 828122 h 931206"/>
                  <a:gd name="connsiteX1-857" fmla="*/ 654726 w 1039111"/>
                  <a:gd name="connsiteY1-858" fmla="*/ 928399 h 931206"/>
                  <a:gd name="connsiteX2-859" fmla="*/ 311920 w 1039111"/>
                  <a:gd name="connsiteY2-860" fmla="*/ 874516 h 931206"/>
                  <a:gd name="connsiteX3-861" fmla="*/ 39042 w 1039111"/>
                  <a:gd name="connsiteY3-862" fmla="*/ 649747 h 931206"/>
                  <a:gd name="connsiteX4-863" fmla="*/ 32919 w 1039111"/>
                  <a:gd name="connsiteY4-864" fmla="*/ 307825 h 931206"/>
                  <a:gd name="connsiteX5-865" fmla="*/ 314304 w 1039111"/>
                  <a:gd name="connsiteY5-866" fmla="*/ 66410 h 931206"/>
                  <a:gd name="connsiteX6-867" fmla="*/ 684336 w 1039111"/>
                  <a:gd name="connsiteY6-868" fmla="*/ 493 h 931206"/>
                  <a:gd name="connsiteX7-869" fmla="*/ 1036763 w 1039111"/>
                  <a:gd name="connsiteY7-870" fmla="*/ 212123 h 931206"/>
                  <a:gd name="connsiteX8-871" fmla="*/ 856579 w 1039111"/>
                  <a:gd name="connsiteY8-872" fmla="*/ 596523 h 931206"/>
                  <a:gd name="connsiteX9-873" fmla="*/ 866912 w 1039111"/>
                  <a:gd name="connsiteY9-874" fmla="*/ 828122 h 931206"/>
                  <a:gd name="connsiteX0-875" fmla="*/ 866912 w 1039111"/>
                  <a:gd name="connsiteY0-876" fmla="*/ 857981 h 961065"/>
                  <a:gd name="connsiteX1-877" fmla="*/ 654726 w 1039111"/>
                  <a:gd name="connsiteY1-878" fmla="*/ 958258 h 961065"/>
                  <a:gd name="connsiteX2-879" fmla="*/ 311920 w 1039111"/>
                  <a:gd name="connsiteY2-880" fmla="*/ 904375 h 961065"/>
                  <a:gd name="connsiteX3-881" fmla="*/ 39042 w 1039111"/>
                  <a:gd name="connsiteY3-882" fmla="*/ 679606 h 961065"/>
                  <a:gd name="connsiteX4-883" fmla="*/ 32919 w 1039111"/>
                  <a:gd name="connsiteY4-884" fmla="*/ 337684 h 961065"/>
                  <a:gd name="connsiteX5-885" fmla="*/ 314304 w 1039111"/>
                  <a:gd name="connsiteY5-886" fmla="*/ 96269 h 961065"/>
                  <a:gd name="connsiteX6-887" fmla="*/ 684336 w 1039111"/>
                  <a:gd name="connsiteY6-888" fmla="*/ 403 h 961065"/>
                  <a:gd name="connsiteX7-889" fmla="*/ 1036763 w 1039111"/>
                  <a:gd name="connsiteY7-890" fmla="*/ 241982 h 961065"/>
                  <a:gd name="connsiteX8-891" fmla="*/ 856579 w 1039111"/>
                  <a:gd name="connsiteY8-892" fmla="*/ 626382 h 961065"/>
                  <a:gd name="connsiteX9-893" fmla="*/ 866912 w 1039111"/>
                  <a:gd name="connsiteY9-894" fmla="*/ 857981 h 961065"/>
                  <a:gd name="connsiteX0-895" fmla="*/ 866912 w 1039111"/>
                  <a:gd name="connsiteY0-896" fmla="*/ 861754 h 964838"/>
                  <a:gd name="connsiteX1-897" fmla="*/ 654726 w 1039111"/>
                  <a:gd name="connsiteY1-898" fmla="*/ 962031 h 964838"/>
                  <a:gd name="connsiteX2-899" fmla="*/ 311920 w 1039111"/>
                  <a:gd name="connsiteY2-900" fmla="*/ 908148 h 964838"/>
                  <a:gd name="connsiteX3-901" fmla="*/ 39042 w 1039111"/>
                  <a:gd name="connsiteY3-902" fmla="*/ 683379 h 964838"/>
                  <a:gd name="connsiteX4-903" fmla="*/ 32919 w 1039111"/>
                  <a:gd name="connsiteY4-904" fmla="*/ 341457 h 964838"/>
                  <a:gd name="connsiteX5-905" fmla="*/ 314304 w 1039111"/>
                  <a:gd name="connsiteY5-906" fmla="*/ 100042 h 964838"/>
                  <a:gd name="connsiteX6-907" fmla="*/ 684336 w 1039111"/>
                  <a:gd name="connsiteY6-908" fmla="*/ 4176 h 964838"/>
                  <a:gd name="connsiteX7-909" fmla="*/ 1036763 w 1039111"/>
                  <a:gd name="connsiteY7-910" fmla="*/ 245755 h 964838"/>
                  <a:gd name="connsiteX8-911" fmla="*/ 856579 w 1039111"/>
                  <a:gd name="connsiteY8-912" fmla="*/ 630155 h 964838"/>
                  <a:gd name="connsiteX9-913" fmla="*/ 866912 w 1039111"/>
                  <a:gd name="connsiteY9-914" fmla="*/ 861754 h 964838"/>
                  <a:gd name="connsiteX0-915" fmla="*/ 866912 w 1039111"/>
                  <a:gd name="connsiteY0-916" fmla="*/ 861754 h 964838"/>
                  <a:gd name="connsiteX1-917" fmla="*/ 654726 w 1039111"/>
                  <a:gd name="connsiteY1-918" fmla="*/ 962031 h 964838"/>
                  <a:gd name="connsiteX2-919" fmla="*/ 311920 w 1039111"/>
                  <a:gd name="connsiteY2-920" fmla="*/ 908148 h 964838"/>
                  <a:gd name="connsiteX3-921" fmla="*/ 39042 w 1039111"/>
                  <a:gd name="connsiteY3-922" fmla="*/ 683379 h 964838"/>
                  <a:gd name="connsiteX4-923" fmla="*/ 32919 w 1039111"/>
                  <a:gd name="connsiteY4-924" fmla="*/ 341457 h 964838"/>
                  <a:gd name="connsiteX5-925" fmla="*/ 314304 w 1039111"/>
                  <a:gd name="connsiteY5-926" fmla="*/ 100042 h 964838"/>
                  <a:gd name="connsiteX6-927" fmla="*/ 684336 w 1039111"/>
                  <a:gd name="connsiteY6-928" fmla="*/ 4176 h 964838"/>
                  <a:gd name="connsiteX7-929" fmla="*/ 1036763 w 1039111"/>
                  <a:gd name="connsiteY7-930" fmla="*/ 245755 h 964838"/>
                  <a:gd name="connsiteX8-931" fmla="*/ 856579 w 1039111"/>
                  <a:gd name="connsiteY8-932" fmla="*/ 630155 h 964838"/>
                  <a:gd name="connsiteX9-933" fmla="*/ 866912 w 1039111"/>
                  <a:gd name="connsiteY9-934" fmla="*/ 861754 h 964838"/>
                  <a:gd name="connsiteX0-935" fmla="*/ 866912 w 1039111"/>
                  <a:gd name="connsiteY0-936" fmla="*/ 864167 h 967251"/>
                  <a:gd name="connsiteX1-937" fmla="*/ 654726 w 1039111"/>
                  <a:gd name="connsiteY1-938" fmla="*/ 964444 h 967251"/>
                  <a:gd name="connsiteX2-939" fmla="*/ 311920 w 1039111"/>
                  <a:gd name="connsiteY2-940" fmla="*/ 910561 h 967251"/>
                  <a:gd name="connsiteX3-941" fmla="*/ 39042 w 1039111"/>
                  <a:gd name="connsiteY3-942" fmla="*/ 685792 h 967251"/>
                  <a:gd name="connsiteX4-943" fmla="*/ 32919 w 1039111"/>
                  <a:gd name="connsiteY4-944" fmla="*/ 343870 h 967251"/>
                  <a:gd name="connsiteX5-945" fmla="*/ 273068 w 1039111"/>
                  <a:gd name="connsiteY5-946" fmla="*/ 72506 h 967251"/>
                  <a:gd name="connsiteX6-947" fmla="*/ 684336 w 1039111"/>
                  <a:gd name="connsiteY6-948" fmla="*/ 6589 h 967251"/>
                  <a:gd name="connsiteX7-949" fmla="*/ 1036763 w 1039111"/>
                  <a:gd name="connsiteY7-950" fmla="*/ 248168 h 967251"/>
                  <a:gd name="connsiteX8-951" fmla="*/ 856579 w 1039111"/>
                  <a:gd name="connsiteY8-952" fmla="*/ 632568 h 967251"/>
                  <a:gd name="connsiteX9-953" fmla="*/ 866912 w 1039111"/>
                  <a:gd name="connsiteY9-954" fmla="*/ 864167 h 967251"/>
                  <a:gd name="connsiteX0-955" fmla="*/ 866912 w 1039111"/>
                  <a:gd name="connsiteY0-956" fmla="*/ 882202 h 985286"/>
                  <a:gd name="connsiteX1-957" fmla="*/ 654726 w 1039111"/>
                  <a:gd name="connsiteY1-958" fmla="*/ 982479 h 985286"/>
                  <a:gd name="connsiteX2-959" fmla="*/ 311920 w 1039111"/>
                  <a:gd name="connsiteY2-960" fmla="*/ 928596 h 985286"/>
                  <a:gd name="connsiteX3-961" fmla="*/ 39042 w 1039111"/>
                  <a:gd name="connsiteY3-962" fmla="*/ 703827 h 985286"/>
                  <a:gd name="connsiteX4-963" fmla="*/ 32919 w 1039111"/>
                  <a:gd name="connsiteY4-964" fmla="*/ 361905 h 985286"/>
                  <a:gd name="connsiteX5-965" fmla="*/ 273068 w 1039111"/>
                  <a:gd name="connsiteY5-966" fmla="*/ 90541 h 985286"/>
                  <a:gd name="connsiteX6-967" fmla="*/ 684336 w 1039111"/>
                  <a:gd name="connsiteY6-968" fmla="*/ 24624 h 985286"/>
                  <a:gd name="connsiteX7-969" fmla="*/ 1036763 w 1039111"/>
                  <a:gd name="connsiteY7-970" fmla="*/ 266203 h 985286"/>
                  <a:gd name="connsiteX8-971" fmla="*/ 856579 w 1039111"/>
                  <a:gd name="connsiteY8-972" fmla="*/ 650603 h 985286"/>
                  <a:gd name="connsiteX9-973" fmla="*/ 866912 w 1039111"/>
                  <a:gd name="connsiteY9-974" fmla="*/ 882202 h 985286"/>
                  <a:gd name="connsiteX0-975" fmla="*/ 866912 w 1039111"/>
                  <a:gd name="connsiteY0-976" fmla="*/ 882202 h 985286"/>
                  <a:gd name="connsiteX1-977" fmla="*/ 654726 w 1039111"/>
                  <a:gd name="connsiteY1-978" fmla="*/ 982479 h 985286"/>
                  <a:gd name="connsiteX2-979" fmla="*/ 311920 w 1039111"/>
                  <a:gd name="connsiteY2-980" fmla="*/ 928596 h 985286"/>
                  <a:gd name="connsiteX3-981" fmla="*/ 39042 w 1039111"/>
                  <a:gd name="connsiteY3-982" fmla="*/ 703827 h 985286"/>
                  <a:gd name="connsiteX4-983" fmla="*/ 32919 w 1039111"/>
                  <a:gd name="connsiteY4-984" fmla="*/ 361905 h 985286"/>
                  <a:gd name="connsiteX5-985" fmla="*/ 273068 w 1039111"/>
                  <a:gd name="connsiteY5-986" fmla="*/ 90541 h 985286"/>
                  <a:gd name="connsiteX6-987" fmla="*/ 684336 w 1039111"/>
                  <a:gd name="connsiteY6-988" fmla="*/ 24624 h 985286"/>
                  <a:gd name="connsiteX7-989" fmla="*/ 1036763 w 1039111"/>
                  <a:gd name="connsiteY7-990" fmla="*/ 266203 h 985286"/>
                  <a:gd name="connsiteX8-991" fmla="*/ 856579 w 1039111"/>
                  <a:gd name="connsiteY8-992" fmla="*/ 650603 h 985286"/>
                  <a:gd name="connsiteX9-993" fmla="*/ 866912 w 1039111"/>
                  <a:gd name="connsiteY9-994" fmla="*/ 882202 h 985286"/>
                  <a:gd name="connsiteX0-995" fmla="*/ 911008 w 1083207"/>
                  <a:gd name="connsiteY0-996" fmla="*/ 882202 h 985286"/>
                  <a:gd name="connsiteX1-997" fmla="*/ 698822 w 1083207"/>
                  <a:gd name="connsiteY1-998" fmla="*/ 982479 h 985286"/>
                  <a:gd name="connsiteX2-999" fmla="*/ 356016 w 1083207"/>
                  <a:gd name="connsiteY2-1000" fmla="*/ 928596 h 985286"/>
                  <a:gd name="connsiteX3-1001" fmla="*/ 83138 w 1083207"/>
                  <a:gd name="connsiteY3-1002" fmla="*/ 703827 h 985286"/>
                  <a:gd name="connsiteX4-1003" fmla="*/ 19285 w 1083207"/>
                  <a:gd name="connsiteY4-1004" fmla="*/ 406830 h 985286"/>
                  <a:gd name="connsiteX5-1005" fmla="*/ 317164 w 1083207"/>
                  <a:gd name="connsiteY5-1006" fmla="*/ 90541 h 985286"/>
                  <a:gd name="connsiteX6-1007" fmla="*/ 728432 w 1083207"/>
                  <a:gd name="connsiteY6-1008" fmla="*/ 24624 h 985286"/>
                  <a:gd name="connsiteX7-1009" fmla="*/ 1080859 w 1083207"/>
                  <a:gd name="connsiteY7-1010" fmla="*/ 266203 h 985286"/>
                  <a:gd name="connsiteX8-1011" fmla="*/ 900675 w 1083207"/>
                  <a:gd name="connsiteY8-1012" fmla="*/ 650603 h 985286"/>
                  <a:gd name="connsiteX9-1013" fmla="*/ 911008 w 1083207"/>
                  <a:gd name="connsiteY9-1014" fmla="*/ 882202 h 985286"/>
                  <a:gd name="connsiteX0-1015" fmla="*/ 911008 w 1083207"/>
                  <a:gd name="connsiteY0-1016" fmla="*/ 882202 h 985286"/>
                  <a:gd name="connsiteX1-1017" fmla="*/ 698822 w 1083207"/>
                  <a:gd name="connsiteY1-1018" fmla="*/ 982479 h 985286"/>
                  <a:gd name="connsiteX2-1019" fmla="*/ 356016 w 1083207"/>
                  <a:gd name="connsiteY2-1020" fmla="*/ 928596 h 985286"/>
                  <a:gd name="connsiteX3-1021" fmla="*/ 83138 w 1083207"/>
                  <a:gd name="connsiteY3-1022" fmla="*/ 703827 h 985286"/>
                  <a:gd name="connsiteX4-1023" fmla="*/ 19285 w 1083207"/>
                  <a:gd name="connsiteY4-1024" fmla="*/ 406830 h 985286"/>
                  <a:gd name="connsiteX5-1025" fmla="*/ 317164 w 1083207"/>
                  <a:gd name="connsiteY5-1026" fmla="*/ 90541 h 985286"/>
                  <a:gd name="connsiteX6-1027" fmla="*/ 728432 w 1083207"/>
                  <a:gd name="connsiteY6-1028" fmla="*/ 24624 h 985286"/>
                  <a:gd name="connsiteX7-1029" fmla="*/ 1080859 w 1083207"/>
                  <a:gd name="connsiteY7-1030" fmla="*/ 266203 h 985286"/>
                  <a:gd name="connsiteX8-1031" fmla="*/ 900675 w 1083207"/>
                  <a:gd name="connsiteY8-1032" fmla="*/ 650603 h 985286"/>
                  <a:gd name="connsiteX9-1033" fmla="*/ 911008 w 1083207"/>
                  <a:gd name="connsiteY9-1034" fmla="*/ 882202 h 985286"/>
                  <a:gd name="connsiteX0-1035" fmla="*/ 914455 w 1086654"/>
                  <a:gd name="connsiteY0-1036" fmla="*/ 882202 h 985286"/>
                  <a:gd name="connsiteX1-1037" fmla="*/ 702269 w 1086654"/>
                  <a:gd name="connsiteY1-1038" fmla="*/ 982479 h 985286"/>
                  <a:gd name="connsiteX2-1039" fmla="*/ 359463 w 1086654"/>
                  <a:gd name="connsiteY2-1040" fmla="*/ 928596 h 985286"/>
                  <a:gd name="connsiteX3-1041" fmla="*/ 86585 w 1086654"/>
                  <a:gd name="connsiteY3-1042" fmla="*/ 703827 h 985286"/>
                  <a:gd name="connsiteX4-1043" fmla="*/ 22732 w 1086654"/>
                  <a:gd name="connsiteY4-1044" fmla="*/ 406830 h 985286"/>
                  <a:gd name="connsiteX5-1045" fmla="*/ 320611 w 1086654"/>
                  <a:gd name="connsiteY5-1046" fmla="*/ 90541 h 985286"/>
                  <a:gd name="connsiteX6-1047" fmla="*/ 731879 w 1086654"/>
                  <a:gd name="connsiteY6-1048" fmla="*/ 24624 h 985286"/>
                  <a:gd name="connsiteX7-1049" fmla="*/ 1084306 w 1086654"/>
                  <a:gd name="connsiteY7-1050" fmla="*/ 266203 h 985286"/>
                  <a:gd name="connsiteX8-1051" fmla="*/ 904122 w 1086654"/>
                  <a:gd name="connsiteY8-1052" fmla="*/ 650603 h 985286"/>
                  <a:gd name="connsiteX9-1053" fmla="*/ 914455 w 1086654"/>
                  <a:gd name="connsiteY9-1054" fmla="*/ 882202 h 985286"/>
                  <a:gd name="connsiteX0-1055" fmla="*/ 914455 w 1086654"/>
                  <a:gd name="connsiteY0-1056" fmla="*/ 882202 h 985286"/>
                  <a:gd name="connsiteX1-1057" fmla="*/ 702269 w 1086654"/>
                  <a:gd name="connsiteY1-1058" fmla="*/ 982479 h 985286"/>
                  <a:gd name="connsiteX2-1059" fmla="*/ 359463 w 1086654"/>
                  <a:gd name="connsiteY2-1060" fmla="*/ 928596 h 985286"/>
                  <a:gd name="connsiteX3-1061" fmla="*/ 86585 w 1086654"/>
                  <a:gd name="connsiteY3-1062" fmla="*/ 703827 h 985286"/>
                  <a:gd name="connsiteX4-1063" fmla="*/ 22732 w 1086654"/>
                  <a:gd name="connsiteY4-1064" fmla="*/ 406830 h 985286"/>
                  <a:gd name="connsiteX5-1065" fmla="*/ 320611 w 1086654"/>
                  <a:gd name="connsiteY5-1066" fmla="*/ 90541 h 985286"/>
                  <a:gd name="connsiteX6-1067" fmla="*/ 731879 w 1086654"/>
                  <a:gd name="connsiteY6-1068" fmla="*/ 24624 h 985286"/>
                  <a:gd name="connsiteX7-1069" fmla="*/ 1084306 w 1086654"/>
                  <a:gd name="connsiteY7-1070" fmla="*/ 266203 h 985286"/>
                  <a:gd name="connsiteX8-1071" fmla="*/ 904122 w 1086654"/>
                  <a:gd name="connsiteY8-1072" fmla="*/ 650603 h 985286"/>
                  <a:gd name="connsiteX9-1073" fmla="*/ 914455 w 1086654"/>
                  <a:gd name="connsiteY9-1074" fmla="*/ 882202 h 985286"/>
                  <a:gd name="connsiteX0-1075" fmla="*/ 891723 w 1063922"/>
                  <a:gd name="connsiteY0-1076" fmla="*/ 882202 h 995803"/>
                  <a:gd name="connsiteX1-1077" fmla="*/ 679537 w 1063922"/>
                  <a:gd name="connsiteY1-1078" fmla="*/ 982479 h 995803"/>
                  <a:gd name="connsiteX2-1079" fmla="*/ 336731 w 1063922"/>
                  <a:gd name="connsiteY2-1080" fmla="*/ 928596 h 995803"/>
                  <a:gd name="connsiteX3-1081" fmla="*/ 0 w 1063922"/>
                  <a:gd name="connsiteY3-1082" fmla="*/ 406830 h 995803"/>
                  <a:gd name="connsiteX4-1083" fmla="*/ 297879 w 1063922"/>
                  <a:gd name="connsiteY4-1084" fmla="*/ 90541 h 995803"/>
                  <a:gd name="connsiteX5-1085" fmla="*/ 709147 w 1063922"/>
                  <a:gd name="connsiteY5-1086" fmla="*/ 24624 h 995803"/>
                  <a:gd name="connsiteX6-1087" fmla="*/ 1061574 w 1063922"/>
                  <a:gd name="connsiteY6-1088" fmla="*/ 266203 h 995803"/>
                  <a:gd name="connsiteX7-1089" fmla="*/ 881390 w 1063922"/>
                  <a:gd name="connsiteY7-1090" fmla="*/ 650603 h 995803"/>
                  <a:gd name="connsiteX8-1091" fmla="*/ 891723 w 1063922"/>
                  <a:gd name="connsiteY8-1092" fmla="*/ 882202 h 995803"/>
                  <a:gd name="connsiteX0-1093" fmla="*/ 891723 w 1063922"/>
                  <a:gd name="connsiteY0-1094" fmla="*/ 882202 h 983779"/>
                  <a:gd name="connsiteX1-1095" fmla="*/ 679537 w 1063922"/>
                  <a:gd name="connsiteY1-1096" fmla="*/ 982479 h 983779"/>
                  <a:gd name="connsiteX2-1097" fmla="*/ 204776 w 1063922"/>
                  <a:gd name="connsiteY2-1098" fmla="*/ 846236 h 983779"/>
                  <a:gd name="connsiteX3-1099" fmla="*/ 0 w 1063922"/>
                  <a:gd name="connsiteY3-1100" fmla="*/ 406830 h 983779"/>
                  <a:gd name="connsiteX4-1101" fmla="*/ 297879 w 1063922"/>
                  <a:gd name="connsiteY4-1102" fmla="*/ 90541 h 983779"/>
                  <a:gd name="connsiteX5-1103" fmla="*/ 709147 w 1063922"/>
                  <a:gd name="connsiteY5-1104" fmla="*/ 24624 h 983779"/>
                  <a:gd name="connsiteX6-1105" fmla="*/ 1061574 w 1063922"/>
                  <a:gd name="connsiteY6-1106" fmla="*/ 266203 h 983779"/>
                  <a:gd name="connsiteX7-1107" fmla="*/ 881390 w 1063922"/>
                  <a:gd name="connsiteY7-1108" fmla="*/ 650603 h 983779"/>
                  <a:gd name="connsiteX8-1109" fmla="*/ 891723 w 1063922"/>
                  <a:gd name="connsiteY8-1110" fmla="*/ 882202 h 983779"/>
                  <a:gd name="connsiteX0-1111" fmla="*/ 891723 w 1063922"/>
                  <a:gd name="connsiteY0-1112" fmla="*/ 882202 h 985388"/>
                  <a:gd name="connsiteX1-1113" fmla="*/ 679537 w 1063922"/>
                  <a:gd name="connsiteY1-1114" fmla="*/ 982479 h 985388"/>
                  <a:gd name="connsiteX2-1115" fmla="*/ 130551 w 1063922"/>
                  <a:gd name="connsiteY2-1116" fmla="*/ 883672 h 985388"/>
                  <a:gd name="connsiteX3-1117" fmla="*/ 0 w 1063922"/>
                  <a:gd name="connsiteY3-1118" fmla="*/ 406830 h 985388"/>
                  <a:gd name="connsiteX4-1119" fmla="*/ 297879 w 1063922"/>
                  <a:gd name="connsiteY4-1120" fmla="*/ 90541 h 985388"/>
                  <a:gd name="connsiteX5-1121" fmla="*/ 709147 w 1063922"/>
                  <a:gd name="connsiteY5-1122" fmla="*/ 24624 h 985388"/>
                  <a:gd name="connsiteX6-1123" fmla="*/ 1061574 w 1063922"/>
                  <a:gd name="connsiteY6-1124" fmla="*/ 266203 h 985388"/>
                  <a:gd name="connsiteX7-1125" fmla="*/ 881390 w 1063922"/>
                  <a:gd name="connsiteY7-1126" fmla="*/ 650603 h 985388"/>
                  <a:gd name="connsiteX8-1127" fmla="*/ 891723 w 1063922"/>
                  <a:gd name="connsiteY8-1128" fmla="*/ 882202 h 985388"/>
                  <a:gd name="connsiteX0-1129" fmla="*/ 924712 w 1096911"/>
                  <a:gd name="connsiteY0-1130" fmla="*/ 882202 h 985388"/>
                  <a:gd name="connsiteX1-1131" fmla="*/ 712526 w 1096911"/>
                  <a:gd name="connsiteY1-1132" fmla="*/ 982479 h 985388"/>
                  <a:gd name="connsiteX2-1133" fmla="*/ 163540 w 1096911"/>
                  <a:gd name="connsiteY2-1134" fmla="*/ 883672 h 985388"/>
                  <a:gd name="connsiteX3-1135" fmla="*/ 0 w 1096911"/>
                  <a:gd name="connsiteY3-1136" fmla="*/ 406830 h 985388"/>
                  <a:gd name="connsiteX4-1137" fmla="*/ 330868 w 1096911"/>
                  <a:gd name="connsiteY4-1138" fmla="*/ 90541 h 985388"/>
                  <a:gd name="connsiteX5-1139" fmla="*/ 742136 w 1096911"/>
                  <a:gd name="connsiteY5-1140" fmla="*/ 24624 h 985388"/>
                  <a:gd name="connsiteX6-1141" fmla="*/ 1094563 w 1096911"/>
                  <a:gd name="connsiteY6-1142" fmla="*/ 266203 h 985388"/>
                  <a:gd name="connsiteX7-1143" fmla="*/ 914379 w 1096911"/>
                  <a:gd name="connsiteY7-1144" fmla="*/ 650603 h 985388"/>
                  <a:gd name="connsiteX8-1145" fmla="*/ 924712 w 1096911"/>
                  <a:gd name="connsiteY8-1146" fmla="*/ 882202 h 985388"/>
                  <a:gd name="connsiteX0-1147" fmla="*/ 924712 w 1096911"/>
                  <a:gd name="connsiteY0-1148" fmla="*/ 893543 h 996729"/>
                  <a:gd name="connsiteX1-1149" fmla="*/ 712526 w 1096911"/>
                  <a:gd name="connsiteY1-1150" fmla="*/ 993820 h 996729"/>
                  <a:gd name="connsiteX2-1151" fmla="*/ 163540 w 1096911"/>
                  <a:gd name="connsiteY2-1152" fmla="*/ 895013 h 996729"/>
                  <a:gd name="connsiteX3-1153" fmla="*/ 0 w 1096911"/>
                  <a:gd name="connsiteY3-1154" fmla="*/ 418171 h 996729"/>
                  <a:gd name="connsiteX4-1155" fmla="*/ 297879 w 1096911"/>
                  <a:gd name="connsiteY4-1156" fmla="*/ 79420 h 996729"/>
                  <a:gd name="connsiteX5-1157" fmla="*/ 742136 w 1096911"/>
                  <a:gd name="connsiteY5-1158" fmla="*/ 35965 h 996729"/>
                  <a:gd name="connsiteX6-1159" fmla="*/ 1094563 w 1096911"/>
                  <a:gd name="connsiteY6-1160" fmla="*/ 277544 h 996729"/>
                  <a:gd name="connsiteX7-1161" fmla="*/ 914379 w 1096911"/>
                  <a:gd name="connsiteY7-1162" fmla="*/ 661944 h 996729"/>
                  <a:gd name="connsiteX8-1163" fmla="*/ 924712 w 1096911"/>
                  <a:gd name="connsiteY8-1164" fmla="*/ 893543 h 996729"/>
                  <a:gd name="connsiteX0-1165" fmla="*/ 924712 w 1096911"/>
                  <a:gd name="connsiteY0-1166" fmla="*/ 893543 h 996729"/>
                  <a:gd name="connsiteX1-1167" fmla="*/ 712526 w 1096911"/>
                  <a:gd name="connsiteY1-1168" fmla="*/ 993820 h 996729"/>
                  <a:gd name="connsiteX2-1169" fmla="*/ 163540 w 1096911"/>
                  <a:gd name="connsiteY2-1170" fmla="*/ 895013 h 996729"/>
                  <a:gd name="connsiteX3-1171" fmla="*/ 0 w 1096911"/>
                  <a:gd name="connsiteY3-1172" fmla="*/ 418171 h 996729"/>
                  <a:gd name="connsiteX4-1173" fmla="*/ 297879 w 1096911"/>
                  <a:gd name="connsiteY4-1174" fmla="*/ 79420 h 996729"/>
                  <a:gd name="connsiteX5-1175" fmla="*/ 742136 w 1096911"/>
                  <a:gd name="connsiteY5-1176" fmla="*/ 35965 h 996729"/>
                  <a:gd name="connsiteX6-1177" fmla="*/ 1094563 w 1096911"/>
                  <a:gd name="connsiteY6-1178" fmla="*/ 277544 h 996729"/>
                  <a:gd name="connsiteX7-1179" fmla="*/ 914379 w 1096911"/>
                  <a:gd name="connsiteY7-1180" fmla="*/ 661944 h 996729"/>
                  <a:gd name="connsiteX8-1181" fmla="*/ 924712 w 1096911"/>
                  <a:gd name="connsiteY8-1182" fmla="*/ 893543 h 996729"/>
                  <a:gd name="connsiteX0-1183" fmla="*/ 924712 w 1096143"/>
                  <a:gd name="connsiteY0-1184" fmla="*/ 893543 h 996729"/>
                  <a:gd name="connsiteX1-1185" fmla="*/ 712526 w 1096143"/>
                  <a:gd name="connsiteY1-1186" fmla="*/ 993820 h 996729"/>
                  <a:gd name="connsiteX2-1187" fmla="*/ 163540 w 1096143"/>
                  <a:gd name="connsiteY2-1188" fmla="*/ 895013 h 996729"/>
                  <a:gd name="connsiteX3-1189" fmla="*/ 0 w 1096143"/>
                  <a:gd name="connsiteY3-1190" fmla="*/ 418171 h 996729"/>
                  <a:gd name="connsiteX4-1191" fmla="*/ 297879 w 1096143"/>
                  <a:gd name="connsiteY4-1192" fmla="*/ 79420 h 996729"/>
                  <a:gd name="connsiteX5-1193" fmla="*/ 742136 w 1096143"/>
                  <a:gd name="connsiteY5-1194" fmla="*/ 35965 h 996729"/>
                  <a:gd name="connsiteX6-1195" fmla="*/ 1094563 w 1096143"/>
                  <a:gd name="connsiteY6-1196" fmla="*/ 277544 h 996729"/>
                  <a:gd name="connsiteX7-1197" fmla="*/ 774176 w 1096143"/>
                  <a:gd name="connsiteY7-1198" fmla="*/ 639483 h 996729"/>
                  <a:gd name="connsiteX8-1199" fmla="*/ 924712 w 1096143"/>
                  <a:gd name="connsiteY8-1200" fmla="*/ 893543 h 996729"/>
                  <a:gd name="connsiteX0-1201" fmla="*/ 924712 w 1096143"/>
                  <a:gd name="connsiteY0-1202" fmla="*/ 896981 h 1000167"/>
                  <a:gd name="connsiteX1-1203" fmla="*/ 712526 w 1096143"/>
                  <a:gd name="connsiteY1-1204" fmla="*/ 997258 h 1000167"/>
                  <a:gd name="connsiteX2-1205" fmla="*/ 163540 w 1096143"/>
                  <a:gd name="connsiteY2-1206" fmla="*/ 898451 h 1000167"/>
                  <a:gd name="connsiteX3-1207" fmla="*/ 0 w 1096143"/>
                  <a:gd name="connsiteY3-1208" fmla="*/ 421609 h 1000167"/>
                  <a:gd name="connsiteX4-1209" fmla="*/ 297879 w 1096143"/>
                  <a:gd name="connsiteY4-1210" fmla="*/ 82858 h 1000167"/>
                  <a:gd name="connsiteX5-1211" fmla="*/ 758631 w 1096143"/>
                  <a:gd name="connsiteY5-1212" fmla="*/ 31916 h 1000167"/>
                  <a:gd name="connsiteX6-1213" fmla="*/ 1094563 w 1096143"/>
                  <a:gd name="connsiteY6-1214" fmla="*/ 280982 h 1000167"/>
                  <a:gd name="connsiteX7-1215" fmla="*/ 774176 w 1096143"/>
                  <a:gd name="connsiteY7-1216" fmla="*/ 642921 h 1000167"/>
                  <a:gd name="connsiteX8-1217" fmla="*/ 924712 w 1096143"/>
                  <a:gd name="connsiteY8-1218" fmla="*/ 896981 h 1000167"/>
                  <a:gd name="connsiteX0-1219" fmla="*/ 924712 w 1096143"/>
                  <a:gd name="connsiteY0-1220" fmla="*/ 911340 h 1014526"/>
                  <a:gd name="connsiteX1-1221" fmla="*/ 712526 w 1096143"/>
                  <a:gd name="connsiteY1-1222" fmla="*/ 1011617 h 1014526"/>
                  <a:gd name="connsiteX2-1223" fmla="*/ 163540 w 1096143"/>
                  <a:gd name="connsiteY2-1224" fmla="*/ 912810 h 1014526"/>
                  <a:gd name="connsiteX3-1225" fmla="*/ 0 w 1096143"/>
                  <a:gd name="connsiteY3-1226" fmla="*/ 435968 h 1014526"/>
                  <a:gd name="connsiteX4-1227" fmla="*/ 297879 w 1096143"/>
                  <a:gd name="connsiteY4-1228" fmla="*/ 97217 h 1014526"/>
                  <a:gd name="connsiteX5-1229" fmla="*/ 758631 w 1096143"/>
                  <a:gd name="connsiteY5-1230" fmla="*/ 46275 h 1014526"/>
                  <a:gd name="connsiteX6-1231" fmla="*/ 1094563 w 1096143"/>
                  <a:gd name="connsiteY6-1232" fmla="*/ 295341 h 1014526"/>
                  <a:gd name="connsiteX7-1233" fmla="*/ 774176 w 1096143"/>
                  <a:gd name="connsiteY7-1234" fmla="*/ 657280 h 1014526"/>
                  <a:gd name="connsiteX8-1235" fmla="*/ 924712 w 1096143"/>
                  <a:gd name="connsiteY8-1236" fmla="*/ 911340 h 1014526"/>
                  <a:gd name="connsiteX0-1237" fmla="*/ 924712 w 1096143"/>
                  <a:gd name="connsiteY0-1238" fmla="*/ 911340 h 1014526"/>
                  <a:gd name="connsiteX1-1239" fmla="*/ 712526 w 1096143"/>
                  <a:gd name="connsiteY1-1240" fmla="*/ 1011617 h 1014526"/>
                  <a:gd name="connsiteX2-1241" fmla="*/ 163540 w 1096143"/>
                  <a:gd name="connsiteY2-1242" fmla="*/ 912810 h 1014526"/>
                  <a:gd name="connsiteX3-1243" fmla="*/ 0 w 1096143"/>
                  <a:gd name="connsiteY3-1244" fmla="*/ 435968 h 1014526"/>
                  <a:gd name="connsiteX4-1245" fmla="*/ 297879 w 1096143"/>
                  <a:gd name="connsiteY4-1246" fmla="*/ 97217 h 1014526"/>
                  <a:gd name="connsiteX5-1247" fmla="*/ 758631 w 1096143"/>
                  <a:gd name="connsiteY5-1248" fmla="*/ 46275 h 1014526"/>
                  <a:gd name="connsiteX6-1249" fmla="*/ 1094563 w 1096143"/>
                  <a:gd name="connsiteY6-1250" fmla="*/ 295341 h 1014526"/>
                  <a:gd name="connsiteX7-1251" fmla="*/ 774176 w 1096143"/>
                  <a:gd name="connsiteY7-1252" fmla="*/ 657280 h 1014526"/>
                  <a:gd name="connsiteX8-1253" fmla="*/ 924712 w 1096143"/>
                  <a:gd name="connsiteY8-1254" fmla="*/ 911340 h 1014526"/>
                  <a:gd name="connsiteX0-1255" fmla="*/ 924712 w 1096143"/>
                  <a:gd name="connsiteY0-1256" fmla="*/ 914358 h 1017544"/>
                  <a:gd name="connsiteX1-1257" fmla="*/ 712526 w 1096143"/>
                  <a:gd name="connsiteY1-1258" fmla="*/ 1014635 h 1017544"/>
                  <a:gd name="connsiteX2-1259" fmla="*/ 163540 w 1096143"/>
                  <a:gd name="connsiteY2-1260" fmla="*/ 915828 h 1017544"/>
                  <a:gd name="connsiteX3-1261" fmla="*/ 0 w 1096143"/>
                  <a:gd name="connsiteY3-1262" fmla="*/ 438986 h 1017544"/>
                  <a:gd name="connsiteX4-1263" fmla="*/ 297879 w 1096143"/>
                  <a:gd name="connsiteY4-1264" fmla="*/ 100235 h 1017544"/>
                  <a:gd name="connsiteX5-1265" fmla="*/ 758631 w 1096143"/>
                  <a:gd name="connsiteY5-1266" fmla="*/ 49293 h 1017544"/>
                  <a:gd name="connsiteX6-1267" fmla="*/ 1094563 w 1096143"/>
                  <a:gd name="connsiteY6-1268" fmla="*/ 298359 h 1017544"/>
                  <a:gd name="connsiteX7-1269" fmla="*/ 774176 w 1096143"/>
                  <a:gd name="connsiteY7-1270" fmla="*/ 660298 h 1017544"/>
                  <a:gd name="connsiteX8-1271" fmla="*/ 924712 w 1096143"/>
                  <a:gd name="connsiteY8-1272" fmla="*/ 914358 h 1017544"/>
                  <a:gd name="connsiteX0-1273" fmla="*/ 924712 w 1096143"/>
                  <a:gd name="connsiteY0-1274" fmla="*/ 905625 h 1008811"/>
                  <a:gd name="connsiteX1-1275" fmla="*/ 712526 w 1096143"/>
                  <a:gd name="connsiteY1-1276" fmla="*/ 1005902 h 1008811"/>
                  <a:gd name="connsiteX2-1277" fmla="*/ 163540 w 1096143"/>
                  <a:gd name="connsiteY2-1278" fmla="*/ 907095 h 1008811"/>
                  <a:gd name="connsiteX3-1279" fmla="*/ 0 w 1096143"/>
                  <a:gd name="connsiteY3-1280" fmla="*/ 430253 h 1008811"/>
                  <a:gd name="connsiteX4-1281" fmla="*/ 264890 w 1096143"/>
                  <a:gd name="connsiteY4-1282" fmla="*/ 113964 h 1008811"/>
                  <a:gd name="connsiteX5-1283" fmla="*/ 758631 w 1096143"/>
                  <a:gd name="connsiteY5-1284" fmla="*/ 40560 h 1008811"/>
                  <a:gd name="connsiteX6-1285" fmla="*/ 1094563 w 1096143"/>
                  <a:gd name="connsiteY6-1286" fmla="*/ 289626 h 1008811"/>
                  <a:gd name="connsiteX7-1287" fmla="*/ 774176 w 1096143"/>
                  <a:gd name="connsiteY7-1288" fmla="*/ 651565 h 1008811"/>
                  <a:gd name="connsiteX8-1289" fmla="*/ 924712 w 1096143"/>
                  <a:gd name="connsiteY8-1290" fmla="*/ 905625 h 1008811"/>
                  <a:gd name="connsiteX0-1291" fmla="*/ 924712 w 1096143"/>
                  <a:gd name="connsiteY0-1292" fmla="*/ 886261 h 989447"/>
                  <a:gd name="connsiteX1-1293" fmla="*/ 712526 w 1096143"/>
                  <a:gd name="connsiteY1-1294" fmla="*/ 986538 h 989447"/>
                  <a:gd name="connsiteX2-1295" fmla="*/ 163540 w 1096143"/>
                  <a:gd name="connsiteY2-1296" fmla="*/ 887731 h 989447"/>
                  <a:gd name="connsiteX3-1297" fmla="*/ 0 w 1096143"/>
                  <a:gd name="connsiteY3-1298" fmla="*/ 410889 h 989447"/>
                  <a:gd name="connsiteX4-1299" fmla="*/ 264890 w 1096143"/>
                  <a:gd name="connsiteY4-1300" fmla="*/ 94600 h 989447"/>
                  <a:gd name="connsiteX5-1301" fmla="*/ 758631 w 1096143"/>
                  <a:gd name="connsiteY5-1302" fmla="*/ 21196 h 989447"/>
                  <a:gd name="connsiteX6-1303" fmla="*/ 1094563 w 1096143"/>
                  <a:gd name="connsiteY6-1304" fmla="*/ 270262 h 989447"/>
                  <a:gd name="connsiteX7-1305" fmla="*/ 774176 w 1096143"/>
                  <a:gd name="connsiteY7-1306" fmla="*/ 632201 h 989447"/>
                  <a:gd name="connsiteX8-1307" fmla="*/ 924712 w 1096143"/>
                  <a:gd name="connsiteY8-1308" fmla="*/ 886261 h 989447"/>
                  <a:gd name="connsiteX0-1309" fmla="*/ 924712 w 1096143"/>
                  <a:gd name="connsiteY0-1310" fmla="*/ 886261 h 989447"/>
                  <a:gd name="connsiteX1-1311" fmla="*/ 712526 w 1096143"/>
                  <a:gd name="connsiteY1-1312" fmla="*/ 986538 h 989447"/>
                  <a:gd name="connsiteX2-1313" fmla="*/ 163540 w 1096143"/>
                  <a:gd name="connsiteY2-1314" fmla="*/ 887731 h 989447"/>
                  <a:gd name="connsiteX3-1315" fmla="*/ 0 w 1096143"/>
                  <a:gd name="connsiteY3-1316" fmla="*/ 410889 h 989447"/>
                  <a:gd name="connsiteX4-1317" fmla="*/ 264890 w 1096143"/>
                  <a:gd name="connsiteY4-1318" fmla="*/ 94600 h 989447"/>
                  <a:gd name="connsiteX5-1319" fmla="*/ 758631 w 1096143"/>
                  <a:gd name="connsiteY5-1320" fmla="*/ 21196 h 989447"/>
                  <a:gd name="connsiteX6-1321" fmla="*/ 1094563 w 1096143"/>
                  <a:gd name="connsiteY6-1322" fmla="*/ 270262 h 989447"/>
                  <a:gd name="connsiteX7-1323" fmla="*/ 774176 w 1096143"/>
                  <a:gd name="connsiteY7-1324" fmla="*/ 632201 h 989447"/>
                  <a:gd name="connsiteX8-1325" fmla="*/ 924712 w 1096143"/>
                  <a:gd name="connsiteY8-1326" fmla="*/ 886261 h 989447"/>
                  <a:gd name="connsiteX0-1327" fmla="*/ 924712 w 1096143"/>
                  <a:gd name="connsiteY0-1328" fmla="*/ 888487 h 991673"/>
                  <a:gd name="connsiteX1-1329" fmla="*/ 712526 w 1096143"/>
                  <a:gd name="connsiteY1-1330" fmla="*/ 988764 h 991673"/>
                  <a:gd name="connsiteX2-1331" fmla="*/ 163540 w 1096143"/>
                  <a:gd name="connsiteY2-1332" fmla="*/ 889957 h 991673"/>
                  <a:gd name="connsiteX3-1333" fmla="*/ 0 w 1096143"/>
                  <a:gd name="connsiteY3-1334" fmla="*/ 413115 h 991673"/>
                  <a:gd name="connsiteX4-1335" fmla="*/ 240148 w 1096143"/>
                  <a:gd name="connsiteY4-1336" fmla="*/ 81851 h 991673"/>
                  <a:gd name="connsiteX5-1337" fmla="*/ 758631 w 1096143"/>
                  <a:gd name="connsiteY5-1338" fmla="*/ 23422 h 991673"/>
                  <a:gd name="connsiteX6-1339" fmla="*/ 1094563 w 1096143"/>
                  <a:gd name="connsiteY6-1340" fmla="*/ 272488 h 991673"/>
                  <a:gd name="connsiteX7-1341" fmla="*/ 774176 w 1096143"/>
                  <a:gd name="connsiteY7-1342" fmla="*/ 634427 h 991673"/>
                  <a:gd name="connsiteX8-1343" fmla="*/ 924712 w 1096143"/>
                  <a:gd name="connsiteY8-1344" fmla="*/ 888487 h 991673"/>
                  <a:gd name="connsiteX0-1345" fmla="*/ 930234 w 1101665"/>
                  <a:gd name="connsiteY0-1346" fmla="*/ 888487 h 991673"/>
                  <a:gd name="connsiteX1-1347" fmla="*/ 718048 w 1101665"/>
                  <a:gd name="connsiteY1-1348" fmla="*/ 988764 h 991673"/>
                  <a:gd name="connsiteX2-1349" fmla="*/ 169062 w 1101665"/>
                  <a:gd name="connsiteY2-1350" fmla="*/ 889957 h 991673"/>
                  <a:gd name="connsiteX3-1351" fmla="*/ 5522 w 1101665"/>
                  <a:gd name="connsiteY3-1352" fmla="*/ 413115 h 991673"/>
                  <a:gd name="connsiteX4-1353" fmla="*/ 245670 w 1101665"/>
                  <a:gd name="connsiteY4-1354" fmla="*/ 81851 h 991673"/>
                  <a:gd name="connsiteX5-1355" fmla="*/ 764153 w 1101665"/>
                  <a:gd name="connsiteY5-1356" fmla="*/ 23422 h 991673"/>
                  <a:gd name="connsiteX6-1357" fmla="*/ 1100085 w 1101665"/>
                  <a:gd name="connsiteY6-1358" fmla="*/ 272488 h 991673"/>
                  <a:gd name="connsiteX7-1359" fmla="*/ 779698 w 1101665"/>
                  <a:gd name="connsiteY7-1360" fmla="*/ 634427 h 991673"/>
                  <a:gd name="connsiteX8-1361" fmla="*/ 930234 w 1101665"/>
                  <a:gd name="connsiteY8-1362" fmla="*/ 888487 h 991673"/>
                  <a:gd name="connsiteX0-1363" fmla="*/ 930234 w 1101665"/>
                  <a:gd name="connsiteY0-1364" fmla="*/ 888487 h 991022"/>
                  <a:gd name="connsiteX1-1365" fmla="*/ 718048 w 1101665"/>
                  <a:gd name="connsiteY1-1366" fmla="*/ 988764 h 991022"/>
                  <a:gd name="connsiteX2-1367" fmla="*/ 169062 w 1101665"/>
                  <a:gd name="connsiteY2-1368" fmla="*/ 889957 h 991022"/>
                  <a:gd name="connsiteX3-1369" fmla="*/ 5522 w 1101665"/>
                  <a:gd name="connsiteY3-1370" fmla="*/ 473013 h 991022"/>
                  <a:gd name="connsiteX4-1371" fmla="*/ 245670 w 1101665"/>
                  <a:gd name="connsiteY4-1372" fmla="*/ 81851 h 991022"/>
                  <a:gd name="connsiteX5-1373" fmla="*/ 764153 w 1101665"/>
                  <a:gd name="connsiteY5-1374" fmla="*/ 23422 h 991022"/>
                  <a:gd name="connsiteX6-1375" fmla="*/ 1100085 w 1101665"/>
                  <a:gd name="connsiteY6-1376" fmla="*/ 272488 h 991022"/>
                  <a:gd name="connsiteX7-1377" fmla="*/ 779698 w 1101665"/>
                  <a:gd name="connsiteY7-1378" fmla="*/ 634427 h 991022"/>
                  <a:gd name="connsiteX8-1379" fmla="*/ 930234 w 1101665"/>
                  <a:gd name="connsiteY8-1380" fmla="*/ 888487 h 991022"/>
                  <a:gd name="connsiteX0-1381" fmla="*/ 930234 w 1101665"/>
                  <a:gd name="connsiteY0-1382" fmla="*/ 888487 h 991022"/>
                  <a:gd name="connsiteX1-1383" fmla="*/ 718048 w 1101665"/>
                  <a:gd name="connsiteY1-1384" fmla="*/ 988764 h 991022"/>
                  <a:gd name="connsiteX2-1385" fmla="*/ 169062 w 1101665"/>
                  <a:gd name="connsiteY2-1386" fmla="*/ 889957 h 991022"/>
                  <a:gd name="connsiteX3-1387" fmla="*/ 5522 w 1101665"/>
                  <a:gd name="connsiteY3-1388" fmla="*/ 473013 h 991022"/>
                  <a:gd name="connsiteX4-1389" fmla="*/ 245670 w 1101665"/>
                  <a:gd name="connsiteY4-1390" fmla="*/ 81851 h 991022"/>
                  <a:gd name="connsiteX5-1391" fmla="*/ 764153 w 1101665"/>
                  <a:gd name="connsiteY5-1392" fmla="*/ 23422 h 991022"/>
                  <a:gd name="connsiteX6-1393" fmla="*/ 1100085 w 1101665"/>
                  <a:gd name="connsiteY6-1394" fmla="*/ 272488 h 991022"/>
                  <a:gd name="connsiteX7-1395" fmla="*/ 779698 w 1101665"/>
                  <a:gd name="connsiteY7-1396" fmla="*/ 634427 h 991022"/>
                  <a:gd name="connsiteX8-1397" fmla="*/ 930234 w 1101665"/>
                  <a:gd name="connsiteY8-1398" fmla="*/ 888487 h 991022"/>
                  <a:gd name="connsiteX0-1399" fmla="*/ 930234 w 1101665"/>
                  <a:gd name="connsiteY0-1400" fmla="*/ 888487 h 991022"/>
                  <a:gd name="connsiteX1-1401" fmla="*/ 718048 w 1101665"/>
                  <a:gd name="connsiteY1-1402" fmla="*/ 988764 h 991022"/>
                  <a:gd name="connsiteX2-1403" fmla="*/ 169062 w 1101665"/>
                  <a:gd name="connsiteY2-1404" fmla="*/ 889957 h 991022"/>
                  <a:gd name="connsiteX3-1405" fmla="*/ 5522 w 1101665"/>
                  <a:gd name="connsiteY3-1406" fmla="*/ 473013 h 991022"/>
                  <a:gd name="connsiteX4-1407" fmla="*/ 278659 w 1101665"/>
                  <a:gd name="connsiteY4-1408" fmla="*/ 81851 h 991022"/>
                  <a:gd name="connsiteX5-1409" fmla="*/ 764153 w 1101665"/>
                  <a:gd name="connsiteY5-1410" fmla="*/ 23422 h 991022"/>
                  <a:gd name="connsiteX6-1411" fmla="*/ 1100085 w 1101665"/>
                  <a:gd name="connsiteY6-1412" fmla="*/ 272488 h 991022"/>
                  <a:gd name="connsiteX7-1413" fmla="*/ 779698 w 1101665"/>
                  <a:gd name="connsiteY7-1414" fmla="*/ 634427 h 991022"/>
                  <a:gd name="connsiteX8-1415" fmla="*/ 930234 w 1101665"/>
                  <a:gd name="connsiteY8-1416" fmla="*/ 888487 h 991022"/>
                  <a:gd name="connsiteX0-1417" fmla="*/ 930234 w 1101665"/>
                  <a:gd name="connsiteY0-1418" fmla="*/ 892182 h 994717"/>
                  <a:gd name="connsiteX1-1419" fmla="*/ 718048 w 1101665"/>
                  <a:gd name="connsiteY1-1420" fmla="*/ 992459 h 994717"/>
                  <a:gd name="connsiteX2-1421" fmla="*/ 169062 w 1101665"/>
                  <a:gd name="connsiteY2-1422" fmla="*/ 893652 h 994717"/>
                  <a:gd name="connsiteX3-1423" fmla="*/ 5522 w 1101665"/>
                  <a:gd name="connsiteY3-1424" fmla="*/ 476708 h 994717"/>
                  <a:gd name="connsiteX4-1425" fmla="*/ 278659 w 1101665"/>
                  <a:gd name="connsiteY4-1426" fmla="*/ 85546 h 994717"/>
                  <a:gd name="connsiteX5-1427" fmla="*/ 764153 w 1101665"/>
                  <a:gd name="connsiteY5-1428" fmla="*/ 27117 h 994717"/>
                  <a:gd name="connsiteX6-1429" fmla="*/ 1100085 w 1101665"/>
                  <a:gd name="connsiteY6-1430" fmla="*/ 276183 h 994717"/>
                  <a:gd name="connsiteX7-1431" fmla="*/ 779698 w 1101665"/>
                  <a:gd name="connsiteY7-1432" fmla="*/ 638122 h 994717"/>
                  <a:gd name="connsiteX8-1433" fmla="*/ 930234 w 1101665"/>
                  <a:gd name="connsiteY8-1434" fmla="*/ 892182 h 994717"/>
                  <a:gd name="connsiteX0-1435" fmla="*/ 930234 w 1101665"/>
                  <a:gd name="connsiteY0-1436" fmla="*/ 897972 h 1000507"/>
                  <a:gd name="connsiteX1-1437" fmla="*/ 718048 w 1101665"/>
                  <a:gd name="connsiteY1-1438" fmla="*/ 998249 h 1000507"/>
                  <a:gd name="connsiteX2-1439" fmla="*/ 169062 w 1101665"/>
                  <a:gd name="connsiteY2-1440" fmla="*/ 899442 h 1000507"/>
                  <a:gd name="connsiteX3-1441" fmla="*/ 5522 w 1101665"/>
                  <a:gd name="connsiteY3-1442" fmla="*/ 482498 h 1000507"/>
                  <a:gd name="connsiteX4-1443" fmla="*/ 278659 w 1101665"/>
                  <a:gd name="connsiteY4-1444" fmla="*/ 91336 h 1000507"/>
                  <a:gd name="connsiteX5-1445" fmla="*/ 764153 w 1101665"/>
                  <a:gd name="connsiteY5-1446" fmla="*/ 32907 h 1000507"/>
                  <a:gd name="connsiteX6-1447" fmla="*/ 1100085 w 1101665"/>
                  <a:gd name="connsiteY6-1448" fmla="*/ 281973 h 1000507"/>
                  <a:gd name="connsiteX7-1449" fmla="*/ 779698 w 1101665"/>
                  <a:gd name="connsiteY7-1450" fmla="*/ 643912 h 1000507"/>
                  <a:gd name="connsiteX8-1451" fmla="*/ 930234 w 1101665"/>
                  <a:gd name="connsiteY8-1452" fmla="*/ 897972 h 1000507"/>
                  <a:gd name="connsiteX0-1453" fmla="*/ 930234 w 1101665"/>
                  <a:gd name="connsiteY0-1454" fmla="*/ 897972 h 1000507"/>
                  <a:gd name="connsiteX1-1455" fmla="*/ 718048 w 1101665"/>
                  <a:gd name="connsiteY1-1456" fmla="*/ 998249 h 1000507"/>
                  <a:gd name="connsiteX2-1457" fmla="*/ 169062 w 1101665"/>
                  <a:gd name="connsiteY2-1458" fmla="*/ 899442 h 1000507"/>
                  <a:gd name="connsiteX3-1459" fmla="*/ 5522 w 1101665"/>
                  <a:gd name="connsiteY3-1460" fmla="*/ 482498 h 1000507"/>
                  <a:gd name="connsiteX4-1461" fmla="*/ 278659 w 1101665"/>
                  <a:gd name="connsiteY4-1462" fmla="*/ 91336 h 1000507"/>
                  <a:gd name="connsiteX5-1463" fmla="*/ 764153 w 1101665"/>
                  <a:gd name="connsiteY5-1464" fmla="*/ 32907 h 1000507"/>
                  <a:gd name="connsiteX6-1465" fmla="*/ 1100085 w 1101665"/>
                  <a:gd name="connsiteY6-1466" fmla="*/ 281973 h 1000507"/>
                  <a:gd name="connsiteX7-1467" fmla="*/ 779698 w 1101665"/>
                  <a:gd name="connsiteY7-1468" fmla="*/ 643912 h 1000507"/>
                  <a:gd name="connsiteX8-1469" fmla="*/ 930234 w 1101665"/>
                  <a:gd name="connsiteY8-1470" fmla="*/ 897972 h 1000507"/>
                  <a:gd name="connsiteX0-1471" fmla="*/ 930234 w 1101665"/>
                  <a:gd name="connsiteY0-1472" fmla="*/ 880821 h 983356"/>
                  <a:gd name="connsiteX1-1473" fmla="*/ 718048 w 1101665"/>
                  <a:gd name="connsiteY1-1474" fmla="*/ 981098 h 983356"/>
                  <a:gd name="connsiteX2-1475" fmla="*/ 169062 w 1101665"/>
                  <a:gd name="connsiteY2-1476" fmla="*/ 882291 h 983356"/>
                  <a:gd name="connsiteX3-1477" fmla="*/ 5522 w 1101665"/>
                  <a:gd name="connsiteY3-1478" fmla="*/ 465347 h 983356"/>
                  <a:gd name="connsiteX4-1479" fmla="*/ 278659 w 1101665"/>
                  <a:gd name="connsiteY4-1480" fmla="*/ 74185 h 983356"/>
                  <a:gd name="connsiteX5-1481" fmla="*/ 764153 w 1101665"/>
                  <a:gd name="connsiteY5-1482" fmla="*/ 15756 h 983356"/>
                  <a:gd name="connsiteX6-1483" fmla="*/ 1100085 w 1101665"/>
                  <a:gd name="connsiteY6-1484" fmla="*/ 264822 h 983356"/>
                  <a:gd name="connsiteX7-1485" fmla="*/ 779698 w 1101665"/>
                  <a:gd name="connsiteY7-1486" fmla="*/ 626761 h 983356"/>
                  <a:gd name="connsiteX8-1487" fmla="*/ 930234 w 1101665"/>
                  <a:gd name="connsiteY8-1488" fmla="*/ 880821 h 983356"/>
                  <a:gd name="connsiteX0-1489" fmla="*/ 930234 w 1101665"/>
                  <a:gd name="connsiteY0-1490" fmla="*/ 880821 h 983356"/>
                  <a:gd name="connsiteX1-1491" fmla="*/ 718048 w 1101665"/>
                  <a:gd name="connsiteY1-1492" fmla="*/ 981098 h 983356"/>
                  <a:gd name="connsiteX2-1493" fmla="*/ 169062 w 1101665"/>
                  <a:gd name="connsiteY2-1494" fmla="*/ 882291 h 983356"/>
                  <a:gd name="connsiteX3-1495" fmla="*/ 5522 w 1101665"/>
                  <a:gd name="connsiteY3-1496" fmla="*/ 465347 h 983356"/>
                  <a:gd name="connsiteX4-1497" fmla="*/ 278659 w 1101665"/>
                  <a:gd name="connsiteY4-1498" fmla="*/ 74185 h 983356"/>
                  <a:gd name="connsiteX5-1499" fmla="*/ 764153 w 1101665"/>
                  <a:gd name="connsiteY5-1500" fmla="*/ 15756 h 983356"/>
                  <a:gd name="connsiteX6-1501" fmla="*/ 1100085 w 1101665"/>
                  <a:gd name="connsiteY6-1502" fmla="*/ 264822 h 983356"/>
                  <a:gd name="connsiteX7-1503" fmla="*/ 779698 w 1101665"/>
                  <a:gd name="connsiteY7-1504" fmla="*/ 626761 h 983356"/>
                  <a:gd name="connsiteX8-1505" fmla="*/ 930234 w 1101665"/>
                  <a:gd name="connsiteY8-1506" fmla="*/ 880821 h 983356"/>
                  <a:gd name="connsiteX0-1507" fmla="*/ 930234 w 1076817"/>
                  <a:gd name="connsiteY0-1508" fmla="*/ 880821 h 983356"/>
                  <a:gd name="connsiteX1-1509" fmla="*/ 718048 w 1076817"/>
                  <a:gd name="connsiteY1-1510" fmla="*/ 981098 h 983356"/>
                  <a:gd name="connsiteX2-1511" fmla="*/ 169062 w 1076817"/>
                  <a:gd name="connsiteY2-1512" fmla="*/ 882291 h 983356"/>
                  <a:gd name="connsiteX3-1513" fmla="*/ 5522 w 1076817"/>
                  <a:gd name="connsiteY3-1514" fmla="*/ 465347 h 983356"/>
                  <a:gd name="connsiteX4-1515" fmla="*/ 278659 w 1076817"/>
                  <a:gd name="connsiteY4-1516" fmla="*/ 74185 h 983356"/>
                  <a:gd name="connsiteX5-1517" fmla="*/ 764153 w 1076817"/>
                  <a:gd name="connsiteY5-1518" fmla="*/ 15756 h 983356"/>
                  <a:gd name="connsiteX6-1519" fmla="*/ 1075140 w 1076817"/>
                  <a:gd name="connsiteY6-1520" fmla="*/ 231665 h 983356"/>
                  <a:gd name="connsiteX7-1521" fmla="*/ 779698 w 1076817"/>
                  <a:gd name="connsiteY7-1522" fmla="*/ 626761 h 983356"/>
                  <a:gd name="connsiteX8-1523" fmla="*/ 930234 w 1076817"/>
                  <a:gd name="connsiteY8-1524" fmla="*/ 880821 h 983356"/>
                  <a:gd name="connsiteX0-1525" fmla="*/ 930234 w 1076817"/>
                  <a:gd name="connsiteY0-1526" fmla="*/ 880821 h 983356"/>
                  <a:gd name="connsiteX1-1527" fmla="*/ 718048 w 1076817"/>
                  <a:gd name="connsiteY1-1528" fmla="*/ 981098 h 983356"/>
                  <a:gd name="connsiteX2-1529" fmla="*/ 169062 w 1076817"/>
                  <a:gd name="connsiteY2-1530" fmla="*/ 882291 h 983356"/>
                  <a:gd name="connsiteX3-1531" fmla="*/ 5522 w 1076817"/>
                  <a:gd name="connsiteY3-1532" fmla="*/ 465347 h 983356"/>
                  <a:gd name="connsiteX4-1533" fmla="*/ 278659 w 1076817"/>
                  <a:gd name="connsiteY4-1534" fmla="*/ 74185 h 983356"/>
                  <a:gd name="connsiteX5-1535" fmla="*/ 764153 w 1076817"/>
                  <a:gd name="connsiteY5-1536" fmla="*/ 15756 h 983356"/>
                  <a:gd name="connsiteX6-1537" fmla="*/ 1075140 w 1076817"/>
                  <a:gd name="connsiteY6-1538" fmla="*/ 231665 h 983356"/>
                  <a:gd name="connsiteX7-1539" fmla="*/ 779698 w 1076817"/>
                  <a:gd name="connsiteY7-1540" fmla="*/ 626761 h 983356"/>
                  <a:gd name="connsiteX8-1541" fmla="*/ 930234 w 1076817"/>
                  <a:gd name="connsiteY8-1542" fmla="*/ 880821 h 983356"/>
                  <a:gd name="connsiteX0-1543" fmla="*/ 930234 w 1039571"/>
                  <a:gd name="connsiteY0-1544" fmla="*/ 880821 h 983356"/>
                  <a:gd name="connsiteX1-1545" fmla="*/ 718048 w 1039571"/>
                  <a:gd name="connsiteY1-1546" fmla="*/ 981098 h 983356"/>
                  <a:gd name="connsiteX2-1547" fmla="*/ 169062 w 1039571"/>
                  <a:gd name="connsiteY2-1548" fmla="*/ 882291 h 983356"/>
                  <a:gd name="connsiteX3-1549" fmla="*/ 5522 w 1039571"/>
                  <a:gd name="connsiteY3-1550" fmla="*/ 465347 h 983356"/>
                  <a:gd name="connsiteX4-1551" fmla="*/ 278659 w 1039571"/>
                  <a:gd name="connsiteY4-1552" fmla="*/ 74185 h 983356"/>
                  <a:gd name="connsiteX5-1553" fmla="*/ 764153 w 1039571"/>
                  <a:gd name="connsiteY5-1554" fmla="*/ 15756 h 983356"/>
                  <a:gd name="connsiteX6-1555" fmla="*/ 1037722 w 1039571"/>
                  <a:gd name="connsiteY6-1556" fmla="*/ 226139 h 983356"/>
                  <a:gd name="connsiteX7-1557" fmla="*/ 779698 w 1039571"/>
                  <a:gd name="connsiteY7-1558" fmla="*/ 626761 h 983356"/>
                  <a:gd name="connsiteX8-1559" fmla="*/ 930234 w 1039571"/>
                  <a:gd name="connsiteY8-1560" fmla="*/ 880821 h 983356"/>
                  <a:gd name="connsiteX0-1561" fmla="*/ 930234 w 1039571"/>
                  <a:gd name="connsiteY0-1562" fmla="*/ 880821 h 983356"/>
                  <a:gd name="connsiteX1-1563" fmla="*/ 718048 w 1039571"/>
                  <a:gd name="connsiteY1-1564" fmla="*/ 981098 h 983356"/>
                  <a:gd name="connsiteX2-1565" fmla="*/ 169062 w 1039571"/>
                  <a:gd name="connsiteY2-1566" fmla="*/ 882291 h 983356"/>
                  <a:gd name="connsiteX3-1567" fmla="*/ 5522 w 1039571"/>
                  <a:gd name="connsiteY3-1568" fmla="*/ 465347 h 983356"/>
                  <a:gd name="connsiteX4-1569" fmla="*/ 278659 w 1039571"/>
                  <a:gd name="connsiteY4-1570" fmla="*/ 74185 h 983356"/>
                  <a:gd name="connsiteX5-1571" fmla="*/ 764153 w 1039571"/>
                  <a:gd name="connsiteY5-1572" fmla="*/ 15756 h 983356"/>
                  <a:gd name="connsiteX6-1573" fmla="*/ 1037722 w 1039571"/>
                  <a:gd name="connsiteY6-1574" fmla="*/ 275875 h 983356"/>
                  <a:gd name="connsiteX7-1575" fmla="*/ 779698 w 1039571"/>
                  <a:gd name="connsiteY7-1576" fmla="*/ 626761 h 983356"/>
                  <a:gd name="connsiteX8-1577" fmla="*/ 930234 w 1039571"/>
                  <a:gd name="connsiteY8-1578" fmla="*/ 880821 h 983356"/>
                  <a:gd name="connsiteX0-1579" fmla="*/ 930234 w 1039603"/>
                  <a:gd name="connsiteY0-1580" fmla="*/ 880821 h 983356"/>
                  <a:gd name="connsiteX1-1581" fmla="*/ 718048 w 1039603"/>
                  <a:gd name="connsiteY1-1582" fmla="*/ 981098 h 983356"/>
                  <a:gd name="connsiteX2-1583" fmla="*/ 169062 w 1039603"/>
                  <a:gd name="connsiteY2-1584" fmla="*/ 882291 h 983356"/>
                  <a:gd name="connsiteX3-1585" fmla="*/ 5522 w 1039603"/>
                  <a:gd name="connsiteY3-1586" fmla="*/ 465347 h 983356"/>
                  <a:gd name="connsiteX4-1587" fmla="*/ 278659 w 1039603"/>
                  <a:gd name="connsiteY4-1588" fmla="*/ 74185 h 983356"/>
                  <a:gd name="connsiteX5-1589" fmla="*/ 764153 w 1039603"/>
                  <a:gd name="connsiteY5-1590" fmla="*/ 15756 h 983356"/>
                  <a:gd name="connsiteX6-1591" fmla="*/ 1037722 w 1039603"/>
                  <a:gd name="connsiteY6-1592" fmla="*/ 275875 h 983356"/>
                  <a:gd name="connsiteX7-1593" fmla="*/ 785934 w 1039603"/>
                  <a:gd name="connsiteY7-1594" fmla="*/ 604656 h 983356"/>
                  <a:gd name="connsiteX8-1595" fmla="*/ 930234 w 1039603"/>
                  <a:gd name="connsiteY8-1596" fmla="*/ 880821 h 983356"/>
                  <a:gd name="connsiteX0-1597" fmla="*/ 930234 w 1039603"/>
                  <a:gd name="connsiteY0-1598" fmla="*/ 880821 h 983356"/>
                  <a:gd name="connsiteX1-1599" fmla="*/ 718048 w 1039603"/>
                  <a:gd name="connsiteY1-1600" fmla="*/ 981098 h 983356"/>
                  <a:gd name="connsiteX2-1601" fmla="*/ 169062 w 1039603"/>
                  <a:gd name="connsiteY2-1602" fmla="*/ 882291 h 983356"/>
                  <a:gd name="connsiteX3-1603" fmla="*/ 5522 w 1039603"/>
                  <a:gd name="connsiteY3-1604" fmla="*/ 465347 h 983356"/>
                  <a:gd name="connsiteX4-1605" fmla="*/ 278659 w 1039603"/>
                  <a:gd name="connsiteY4-1606" fmla="*/ 74185 h 983356"/>
                  <a:gd name="connsiteX5-1607" fmla="*/ 764153 w 1039603"/>
                  <a:gd name="connsiteY5-1608" fmla="*/ 15756 h 983356"/>
                  <a:gd name="connsiteX6-1609" fmla="*/ 1037722 w 1039603"/>
                  <a:gd name="connsiteY6-1610" fmla="*/ 275875 h 983356"/>
                  <a:gd name="connsiteX7-1611" fmla="*/ 785934 w 1039603"/>
                  <a:gd name="connsiteY7-1612" fmla="*/ 621235 h 983356"/>
                  <a:gd name="connsiteX8-1613" fmla="*/ 930234 w 1039603"/>
                  <a:gd name="connsiteY8-1614" fmla="*/ 880821 h 983356"/>
                  <a:gd name="connsiteX0-1615" fmla="*/ 930234 w 1039376"/>
                  <a:gd name="connsiteY0-1616" fmla="*/ 880821 h 983356"/>
                  <a:gd name="connsiteX1-1617" fmla="*/ 718048 w 1039376"/>
                  <a:gd name="connsiteY1-1618" fmla="*/ 981098 h 983356"/>
                  <a:gd name="connsiteX2-1619" fmla="*/ 169062 w 1039376"/>
                  <a:gd name="connsiteY2-1620" fmla="*/ 882291 h 983356"/>
                  <a:gd name="connsiteX3-1621" fmla="*/ 5522 w 1039376"/>
                  <a:gd name="connsiteY3-1622" fmla="*/ 465347 h 983356"/>
                  <a:gd name="connsiteX4-1623" fmla="*/ 278659 w 1039376"/>
                  <a:gd name="connsiteY4-1624" fmla="*/ 74185 h 983356"/>
                  <a:gd name="connsiteX5-1625" fmla="*/ 764153 w 1039376"/>
                  <a:gd name="connsiteY5-1626" fmla="*/ 15756 h 983356"/>
                  <a:gd name="connsiteX6-1627" fmla="*/ 1037722 w 1039376"/>
                  <a:gd name="connsiteY6-1628" fmla="*/ 275875 h 983356"/>
                  <a:gd name="connsiteX7-1629" fmla="*/ 785934 w 1039376"/>
                  <a:gd name="connsiteY7-1630" fmla="*/ 621235 h 983356"/>
                  <a:gd name="connsiteX8-1631" fmla="*/ 930234 w 1039376"/>
                  <a:gd name="connsiteY8-1632" fmla="*/ 880821 h 983356"/>
                  <a:gd name="connsiteX0-1633" fmla="*/ 930234 w 1039376"/>
                  <a:gd name="connsiteY0-1634" fmla="*/ 880821 h 983356"/>
                  <a:gd name="connsiteX1-1635" fmla="*/ 718048 w 1039376"/>
                  <a:gd name="connsiteY1-1636" fmla="*/ 981098 h 983356"/>
                  <a:gd name="connsiteX2-1637" fmla="*/ 169062 w 1039376"/>
                  <a:gd name="connsiteY2-1638" fmla="*/ 882291 h 983356"/>
                  <a:gd name="connsiteX3-1639" fmla="*/ 5522 w 1039376"/>
                  <a:gd name="connsiteY3-1640" fmla="*/ 465347 h 983356"/>
                  <a:gd name="connsiteX4-1641" fmla="*/ 278659 w 1039376"/>
                  <a:gd name="connsiteY4-1642" fmla="*/ 74185 h 983356"/>
                  <a:gd name="connsiteX5-1643" fmla="*/ 764153 w 1039376"/>
                  <a:gd name="connsiteY5-1644" fmla="*/ 15756 h 983356"/>
                  <a:gd name="connsiteX6-1645" fmla="*/ 1037722 w 1039376"/>
                  <a:gd name="connsiteY6-1646" fmla="*/ 275875 h 983356"/>
                  <a:gd name="connsiteX7-1647" fmla="*/ 785934 w 1039376"/>
                  <a:gd name="connsiteY7-1648" fmla="*/ 621235 h 983356"/>
                  <a:gd name="connsiteX8-1649" fmla="*/ 930234 w 1039376"/>
                  <a:gd name="connsiteY8-1650" fmla="*/ 880821 h 983356"/>
                  <a:gd name="connsiteX0-1651" fmla="*/ 930234 w 1039376"/>
                  <a:gd name="connsiteY0-1652" fmla="*/ 880821 h 983356"/>
                  <a:gd name="connsiteX1-1653" fmla="*/ 718048 w 1039376"/>
                  <a:gd name="connsiteY1-1654" fmla="*/ 981098 h 983356"/>
                  <a:gd name="connsiteX2-1655" fmla="*/ 169062 w 1039376"/>
                  <a:gd name="connsiteY2-1656" fmla="*/ 882291 h 983356"/>
                  <a:gd name="connsiteX3-1657" fmla="*/ 5522 w 1039376"/>
                  <a:gd name="connsiteY3-1658" fmla="*/ 465347 h 983356"/>
                  <a:gd name="connsiteX4-1659" fmla="*/ 278659 w 1039376"/>
                  <a:gd name="connsiteY4-1660" fmla="*/ 74185 h 983356"/>
                  <a:gd name="connsiteX5-1661" fmla="*/ 764153 w 1039376"/>
                  <a:gd name="connsiteY5-1662" fmla="*/ 15756 h 983356"/>
                  <a:gd name="connsiteX6-1663" fmla="*/ 1037722 w 1039376"/>
                  <a:gd name="connsiteY6-1664" fmla="*/ 275875 h 983356"/>
                  <a:gd name="connsiteX7-1665" fmla="*/ 785934 w 1039376"/>
                  <a:gd name="connsiteY7-1666" fmla="*/ 621235 h 983356"/>
                  <a:gd name="connsiteX8-1667" fmla="*/ 930234 w 1039376"/>
                  <a:gd name="connsiteY8-1668" fmla="*/ 880821 h 983356"/>
                  <a:gd name="connsiteX0-1669" fmla="*/ 930234 w 1039376"/>
                  <a:gd name="connsiteY0-1670" fmla="*/ 880821 h 983356"/>
                  <a:gd name="connsiteX1-1671" fmla="*/ 718048 w 1039376"/>
                  <a:gd name="connsiteY1-1672" fmla="*/ 981098 h 983356"/>
                  <a:gd name="connsiteX2-1673" fmla="*/ 169062 w 1039376"/>
                  <a:gd name="connsiteY2-1674" fmla="*/ 882291 h 983356"/>
                  <a:gd name="connsiteX3-1675" fmla="*/ 5522 w 1039376"/>
                  <a:gd name="connsiteY3-1676" fmla="*/ 465347 h 983356"/>
                  <a:gd name="connsiteX4-1677" fmla="*/ 278659 w 1039376"/>
                  <a:gd name="connsiteY4-1678" fmla="*/ 74185 h 983356"/>
                  <a:gd name="connsiteX5-1679" fmla="*/ 764153 w 1039376"/>
                  <a:gd name="connsiteY5-1680" fmla="*/ 15756 h 983356"/>
                  <a:gd name="connsiteX6-1681" fmla="*/ 1037722 w 1039376"/>
                  <a:gd name="connsiteY6-1682" fmla="*/ 275875 h 983356"/>
                  <a:gd name="connsiteX7-1683" fmla="*/ 785934 w 1039376"/>
                  <a:gd name="connsiteY7-1684" fmla="*/ 621235 h 983356"/>
                  <a:gd name="connsiteX8-1685" fmla="*/ 930234 w 1039376"/>
                  <a:gd name="connsiteY8-1686" fmla="*/ 880821 h 983356"/>
                  <a:gd name="connsiteX0-1687" fmla="*/ 930234 w 1039376"/>
                  <a:gd name="connsiteY0-1688" fmla="*/ 877205 h 979740"/>
                  <a:gd name="connsiteX1-1689" fmla="*/ 718048 w 1039376"/>
                  <a:gd name="connsiteY1-1690" fmla="*/ 977482 h 979740"/>
                  <a:gd name="connsiteX2-1691" fmla="*/ 169062 w 1039376"/>
                  <a:gd name="connsiteY2-1692" fmla="*/ 878675 h 979740"/>
                  <a:gd name="connsiteX3-1693" fmla="*/ 5522 w 1039376"/>
                  <a:gd name="connsiteY3-1694" fmla="*/ 461731 h 979740"/>
                  <a:gd name="connsiteX4-1695" fmla="*/ 278659 w 1039376"/>
                  <a:gd name="connsiteY4-1696" fmla="*/ 70569 h 979740"/>
                  <a:gd name="connsiteX5-1697" fmla="*/ 764153 w 1039376"/>
                  <a:gd name="connsiteY5-1698" fmla="*/ 12140 h 979740"/>
                  <a:gd name="connsiteX6-1699" fmla="*/ 1037722 w 1039376"/>
                  <a:gd name="connsiteY6-1700" fmla="*/ 272259 h 979740"/>
                  <a:gd name="connsiteX7-1701" fmla="*/ 785934 w 1039376"/>
                  <a:gd name="connsiteY7-1702" fmla="*/ 617619 h 979740"/>
                  <a:gd name="connsiteX8-1703" fmla="*/ 930234 w 1039376"/>
                  <a:gd name="connsiteY8-1704" fmla="*/ 877205 h 979740"/>
                  <a:gd name="connsiteX0-1705" fmla="*/ 930234 w 1039376"/>
                  <a:gd name="connsiteY0-1706" fmla="*/ 880820 h 983355"/>
                  <a:gd name="connsiteX1-1707" fmla="*/ 718048 w 1039376"/>
                  <a:gd name="connsiteY1-1708" fmla="*/ 981097 h 983355"/>
                  <a:gd name="connsiteX2-1709" fmla="*/ 169062 w 1039376"/>
                  <a:gd name="connsiteY2-1710" fmla="*/ 882290 h 983355"/>
                  <a:gd name="connsiteX3-1711" fmla="*/ 5522 w 1039376"/>
                  <a:gd name="connsiteY3-1712" fmla="*/ 465346 h 983355"/>
                  <a:gd name="connsiteX4-1713" fmla="*/ 278659 w 1039376"/>
                  <a:gd name="connsiteY4-1714" fmla="*/ 74184 h 983355"/>
                  <a:gd name="connsiteX5-1715" fmla="*/ 764153 w 1039376"/>
                  <a:gd name="connsiteY5-1716" fmla="*/ 15755 h 983355"/>
                  <a:gd name="connsiteX6-1717" fmla="*/ 1037722 w 1039376"/>
                  <a:gd name="connsiteY6-1718" fmla="*/ 275874 h 983355"/>
                  <a:gd name="connsiteX7-1719" fmla="*/ 785934 w 1039376"/>
                  <a:gd name="connsiteY7-1720" fmla="*/ 621234 h 983355"/>
                  <a:gd name="connsiteX8-1721" fmla="*/ 930234 w 1039376"/>
                  <a:gd name="connsiteY8-1722" fmla="*/ 880820 h 983355"/>
                  <a:gd name="connsiteX0-1723" fmla="*/ 930234 w 1039376"/>
                  <a:gd name="connsiteY0-1724" fmla="*/ 880820 h 983355"/>
                  <a:gd name="connsiteX1-1725" fmla="*/ 718048 w 1039376"/>
                  <a:gd name="connsiteY1-1726" fmla="*/ 981097 h 983355"/>
                  <a:gd name="connsiteX2-1727" fmla="*/ 169062 w 1039376"/>
                  <a:gd name="connsiteY2-1728" fmla="*/ 882290 h 983355"/>
                  <a:gd name="connsiteX3-1729" fmla="*/ 5522 w 1039376"/>
                  <a:gd name="connsiteY3-1730" fmla="*/ 465346 h 983355"/>
                  <a:gd name="connsiteX4-1731" fmla="*/ 278659 w 1039376"/>
                  <a:gd name="connsiteY4-1732" fmla="*/ 74184 h 983355"/>
                  <a:gd name="connsiteX5-1733" fmla="*/ 764153 w 1039376"/>
                  <a:gd name="connsiteY5-1734" fmla="*/ 15755 h 983355"/>
                  <a:gd name="connsiteX6-1735" fmla="*/ 1037722 w 1039376"/>
                  <a:gd name="connsiteY6-1736" fmla="*/ 275874 h 983355"/>
                  <a:gd name="connsiteX7-1737" fmla="*/ 785934 w 1039376"/>
                  <a:gd name="connsiteY7-1738" fmla="*/ 621234 h 983355"/>
                  <a:gd name="connsiteX8-1739" fmla="*/ 930234 w 1039376"/>
                  <a:gd name="connsiteY8-1740" fmla="*/ 880820 h 983355"/>
                  <a:gd name="connsiteX0-1741" fmla="*/ 930234 w 1039376"/>
                  <a:gd name="connsiteY0-1742" fmla="*/ 879296 h 981831"/>
                  <a:gd name="connsiteX1-1743" fmla="*/ 718048 w 1039376"/>
                  <a:gd name="connsiteY1-1744" fmla="*/ 979573 h 981831"/>
                  <a:gd name="connsiteX2-1745" fmla="*/ 169062 w 1039376"/>
                  <a:gd name="connsiteY2-1746" fmla="*/ 880766 h 981831"/>
                  <a:gd name="connsiteX3-1747" fmla="*/ 5522 w 1039376"/>
                  <a:gd name="connsiteY3-1748" fmla="*/ 463822 h 981831"/>
                  <a:gd name="connsiteX4-1749" fmla="*/ 316076 w 1039376"/>
                  <a:gd name="connsiteY4-1750" fmla="*/ 78187 h 981831"/>
                  <a:gd name="connsiteX5-1751" fmla="*/ 764153 w 1039376"/>
                  <a:gd name="connsiteY5-1752" fmla="*/ 14231 h 981831"/>
                  <a:gd name="connsiteX6-1753" fmla="*/ 1037722 w 1039376"/>
                  <a:gd name="connsiteY6-1754" fmla="*/ 274350 h 981831"/>
                  <a:gd name="connsiteX7-1755" fmla="*/ 785934 w 1039376"/>
                  <a:gd name="connsiteY7-1756" fmla="*/ 619710 h 981831"/>
                  <a:gd name="connsiteX8-1757" fmla="*/ 930234 w 1039376"/>
                  <a:gd name="connsiteY8-1758" fmla="*/ 879296 h 981831"/>
                  <a:gd name="connsiteX0-1759" fmla="*/ 930234 w 1039376"/>
                  <a:gd name="connsiteY0-1760" fmla="*/ 871496 h 974031"/>
                  <a:gd name="connsiteX1-1761" fmla="*/ 718048 w 1039376"/>
                  <a:gd name="connsiteY1-1762" fmla="*/ 971773 h 974031"/>
                  <a:gd name="connsiteX2-1763" fmla="*/ 169062 w 1039376"/>
                  <a:gd name="connsiteY2-1764" fmla="*/ 872966 h 974031"/>
                  <a:gd name="connsiteX3-1765" fmla="*/ 5522 w 1039376"/>
                  <a:gd name="connsiteY3-1766" fmla="*/ 456022 h 974031"/>
                  <a:gd name="connsiteX4-1767" fmla="*/ 316076 w 1039376"/>
                  <a:gd name="connsiteY4-1768" fmla="*/ 70387 h 974031"/>
                  <a:gd name="connsiteX5-1769" fmla="*/ 695554 w 1039376"/>
                  <a:gd name="connsiteY5-1770" fmla="*/ 17483 h 974031"/>
                  <a:gd name="connsiteX6-1771" fmla="*/ 1037722 w 1039376"/>
                  <a:gd name="connsiteY6-1772" fmla="*/ 266550 h 974031"/>
                  <a:gd name="connsiteX7-1773" fmla="*/ 785934 w 1039376"/>
                  <a:gd name="connsiteY7-1774" fmla="*/ 611910 h 974031"/>
                  <a:gd name="connsiteX8-1775" fmla="*/ 930234 w 1039376"/>
                  <a:gd name="connsiteY8-1776" fmla="*/ 871496 h 974031"/>
                  <a:gd name="connsiteX0-1777" fmla="*/ 930234 w 940132"/>
                  <a:gd name="connsiteY0-1778" fmla="*/ 871496 h 974031"/>
                  <a:gd name="connsiteX1-1779" fmla="*/ 718048 w 940132"/>
                  <a:gd name="connsiteY1-1780" fmla="*/ 971773 h 974031"/>
                  <a:gd name="connsiteX2-1781" fmla="*/ 169062 w 940132"/>
                  <a:gd name="connsiteY2-1782" fmla="*/ 872966 h 974031"/>
                  <a:gd name="connsiteX3-1783" fmla="*/ 5522 w 940132"/>
                  <a:gd name="connsiteY3-1784" fmla="*/ 456022 h 974031"/>
                  <a:gd name="connsiteX4-1785" fmla="*/ 316076 w 940132"/>
                  <a:gd name="connsiteY4-1786" fmla="*/ 70387 h 974031"/>
                  <a:gd name="connsiteX5-1787" fmla="*/ 695554 w 940132"/>
                  <a:gd name="connsiteY5-1788" fmla="*/ 17483 h 974031"/>
                  <a:gd name="connsiteX6-1789" fmla="*/ 937943 w 940132"/>
                  <a:gd name="connsiteY6-1790" fmla="*/ 261024 h 974031"/>
                  <a:gd name="connsiteX7-1791" fmla="*/ 785934 w 940132"/>
                  <a:gd name="connsiteY7-1792" fmla="*/ 611910 h 974031"/>
                  <a:gd name="connsiteX8-1793" fmla="*/ 930234 w 940132"/>
                  <a:gd name="connsiteY8-1794" fmla="*/ 871496 h 974031"/>
                  <a:gd name="connsiteX0-1795" fmla="*/ 930234 w 964913"/>
                  <a:gd name="connsiteY0-1796" fmla="*/ 871496 h 974031"/>
                  <a:gd name="connsiteX1-1797" fmla="*/ 718048 w 964913"/>
                  <a:gd name="connsiteY1-1798" fmla="*/ 971773 h 974031"/>
                  <a:gd name="connsiteX2-1799" fmla="*/ 169062 w 964913"/>
                  <a:gd name="connsiteY2-1800" fmla="*/ 872966 h 974031"/>
                  <a:gd name="connsiteX3-1801" fmla="*/ 5522 w 964913"/>
                  <a:gd name="connsiteY3-1802" fmla="*/ 456022 h 974031"/>
                  <a:gd name="connsiteX4-1803" fmla="*/ 316076 w 964913"/>
                  <a:gd name="connsiteY4-1804" fmla="*/ 70387 h 974031"/>
                  <a:gd name="connsiteX5-1805" fmla="*/ 695554 w 964913"/>
                  <a:gd name="connsiteY5-1806" fmla="*/ 17483 h 974031"/>
                  <a:gd name="connsiteX6-1807" fmla="*/ 962888 w 964913"/>
                  <a:gd name="connsiteY6-1808" fmla="*/ 255498 h 974031"/>
                  <a:gd name="connsiteX7-1809" fmla="*/ 785934 w 964913"/>
                  <a:gd name="connsiteY7-1810" fmla="*/ 611910 h 974031"/>
                  <a:gd name="connsiteX8-1811" fmla="*/ 930234 w 964913"/>
                  <a:gd name="connsiteY8-1812" fmla="*/ 871496 h 974031"/>
                  <a:gd name="connsiteX0-1813" fmla="*/ 930234 w 962888"/>
                  <a:gd name="connsiteY0-1814" fmla="*/ 871496 h 974031"/>
                  <a:gd name="connsiteX1-1815" fmla="*/ 718048 w 962888"/>
                  <a:gd name="connsiteY1-1816" fmla="*/ 971773 h 974031"/>
                  <a:gd name="connsiteX2-1817" fmla="*/ 169062 w 962888"/>
                  <a:gd name="connsiteY2-1818" fmla="*/ 872966 h 974031"/>
                  <a:gd name="connsiteX3-1819" fmla="*/ 5522 w 962888"/>
                  <a:gd name="connsiteY3-1820" fmla="*/ 456022 h 974031"/>
                  <a:gd name="connsiteX4-1821" fmla="*/ 316076 w 962888"/>
                  <a:gd name="connsiteY4-1822" fmla="*/ 70387 h 974031"/>
                  <a:gd name="connsiteX5-1823" fmla="*/ 695554 w 962888"/>
                  <a:gd name="connsiteY5-1824" fmla="*/ 17483 h 974031"/>
                  <a:gd name="connsiteX6-1825" fmla="*/ 962888 w 962888"/>
                  <a:gd name="connsiteY6-1826" fmla="*/ 255498 h 974031"/>
                  <a:gd name="connsiteX7-1827" fmla="*/ 785934 w 962888"/>
                  <a:gd name="connsiteY7-1828" fmla="*/ 611910 h 974031"/>
                  <a:gd name="connsiteX8-1829" fmla="*/ 930234 w 962888"/>
                  <a:gd name="connsiteY8-1830" fmla="*/ 871496 h 974031"/>
                  <a:gd name="connsiteX0-1831" fmla="*/ 930234 w 962888"/>
                  <a:gd name="connsiteY0-1832" fmla="*/ 861400 h 963935"/>
                  <a:gd name="connsiteX1-1833" fmla="*/ 718048 w 962888"/>
                  <a:gd name="connsiteY1-1834" fmla="*/ 961677 h 963935"/>
                  <a:gd name="connsiteX2-1835" fmla="*/ 169062 w 962888"/>
                  <a:gd name="connsiteY2-1836" fmla="*/ 862870 h 963935"/>
                  <a:gd name="connsiteX3-1837" fmla="*/ 5522 w 962888"/>
                  <a:gd name="connsiteY3-1838" fmla="*/ 445926 h 963935"/>
                  <a:gd name="connsiteX4-1839" fmla="*/ 316076 w 962888"/>
                  <a:gd name="connsiteY4-1840" fmla="*/ 60291 h 963935"/>
                  <a:gd name="connsiteX5-1841" fmla="*/ 782862 w 962888"/>
                  <a:gd name="connsiteY5-1842" fmla="*/ 23965 h 963935"/>
                  <a:gd name="connsiteX6-1843" fmla="*/ 962888 w 962888"/>
                  <a:gd name="connsiteY6-1844" fmla="*/ 245402 h 963935"/>
                  <a:gd name="connsiteX7-1845" fmla="*/ 785934 w 962888"/>
                  <a:gd name="connsiteY7-1846" fmla="*/ 601814 h 963935"/>
                  <a:gd name="connsiteX8-1847" fmla="*/ 930234 w 962888"/>
                  <a:gd name="connsiteY8-1848" fmla="*/ 861400 h 963935"/>
                  <a:gd name="connsiteX0-1849" fmla="*/ 930234 w 963766"/>
                  <a:gd name="connsiteY0-1850" fmla="*/ 861400 h 963935"/>
                  <a:gd name="connsiteX1-1851" fmla="*/ 718048 w 963766"/>
                  <a:gd name="connsiteY1-1852" fmla="*/ 961677 h 963935"/>
                  <a:gd name="connsiteX2-1853" fmla="*/ 169062 w 963766"/>
                  <a:gd name="connsiteY2-1854" fmla="*/ 862870 h 963935"/>
                  <a:gd name="connsiteX3-1855" fmla="*/ 5522 w 963766"/>
                  <a:gd name="connsiteY3-1856" fmla="*/ 445926 h 963935"/>
                  <a:gd name="connsiteX4-1857" fmla="*/ 316076 w 963766"/>
                  <a:gd name="connsiteY4-1858" fmla="*/ 60291 h 963935"/>
                  <a:gd name="connsiteX5-1859" fmla="*/ 782862 w 963766"/>
                  <a:gd name="connsiteY5-1860" fmla="*/ 23965 h 963935"/>
                  <a:gd name="connsiteX6-1861" fmla="*/ 962888 w 963766"/>
                  <a:gd name="connsiteY6-1862" fmla="*/ 245402 h 963935"/>
                  <a:gd name="connsiteX7-1863" fmla="*/ 785934 w 963766"/>
                  <a:gd name="connsiteY7-1864" fmla="*/ 601814 h 963935"/>
                  <a:gd name="connsiteX8-1865" fmla="*/ 930234 w 963766"/>
                  <a:gd name="connsiteY8-1866" fmla="*/ 861400 h 963935"/>
                  <a:gd name="connsiteX0-1867" fmla="*/ 930234 w 963766"/>
                  <a:gd name="connsiteY0-1868" fmla="*/ 861400 h 963935"/>
                  <a:gd name="connsiteX1-1869" fmla="*/ 718048 w 963766"/>
                  <a:gd name="connsiteY1-1870" fmla="*/ 961677 h 963935"/>
                  <a:gd name="connsiteX2-1871" fmla="*/ 169062 w 963766"/>
                  <a:gd name="connsiteY2-1872" fmla="*/ 862870 h 963935"/>
                  <a:gd name="connsiteX3-1873" fmla="*/ 5522 w 963766"/>
                  <a:gd name="connsiteY3-1874" fmla="*/ 445926 h 963935"/>
                  <a:gd name="connsiteX4-1875" fmla="*/ 316076 w 963766"/>
                  <a:gd name="connsiteY4-1876" fmla="*/ 60291 h 963935"/>
                  <a:gd name="connsiteX5-1877" fmla="*/ 782862 w 963766"/>
                  <a:gd name="connsiteY5-1878" fmla="*/ 23965 h 963935"/>
                  <a:gd name="connsiteX6-1879" fmla="*/ 962888 w 963766"/>
                  <a:gd name="connsiteY6-1880" fmla="*/ 245402 h 963935"/>
                  <a:gd name="connsiteX7-1881" fmla="*/ 760989 w 963766"/>
                  <a:gd name="connsiteY7-1882" fmla="*/ 723390 h 963935"/>
                  <a:gd name="connsiteX8-1883" fmla="*/ 930234 w 963766"/>
                  <a:gd name="connsiteY8-1884" fmla="*/ 861400 h 963935"/>
                  <a:gd name="connsiteX0-1885" fmla="*/ 930234 w 963766"/>
                  <a:gd name="connsiteY0-1886" fmla="*/ 861400 h 963935"/>
                  <a:gd name="connsiteX1-1887" fmla="*/ 718048 w 963766"/>
                  <a:gd name="connsiteY1-1888" fmla="*/ 961677 h 963935"/>
                  <a:gd name="connsiteX2-1889" fmla="*/ 169062 w 963766"/>
                  <a:gd name="connsiteY2-1890" fmla="*/ 862870 h 963935"/>
                  <a:gd name="connsiteX3-1891" fmla="*/ 5522 w 963766"/>
                  <a:gd name="connsiteY3-1892" fmla="*/ 445926 h 963935"/>
                  <a:gd name="connsiteX4-1893" fmla="*/ 316076 w 963766"/>
                  <a:gd name="connsiteY4-1894" fmla="*/ 60291 h 963935"/>
                  <a:gd name="connsiteX5-1895" fmla="*/ 782862 w 963766"/>
                  <a:gd name="connsiteY5-1896" fmla="*/ 23965 h 963935"/>
                  <a:gd name="connsiteX6-1897" fmla="*/ 962888 w 963766"/>
                  <a:gd name="connsiteY6-1898" fmla="*/ 245402 h 963935"/>
                  <a:gd name="connsiteX7-1899" fmla="*/ 704863 w 963766"/>
                  <a:gd name="connsiteY7-1900" fmla="*/ 634971 h 963935"/>
                  <a:gd name="connsiteX8-1901" fmla="*/ 930234 w 963766"/>
                  <a:gd name="connsiteY8-1902" fmla="*/ 861400 h 963935"/>
                  <a:gd name="connsiteX0-1903" fmla="*/ 886581 w 963766"/>
                  <a:gd name="connsiteY0-1904" fmla="*/ 828243 h 963935"/>
                  <a:gd name="connsiteX1-1905" fmla="*/ 718048 w 963766"/>
                  <a:gd name="connsiteY1-1906" fmla="*/ 961677 h 963935"/>
                  <a:gd name="connsiteX2-1907" fmla="*/ 169062 w 963766"/>
                  <a:gd name="connsiteY2-1908" fmla="*/ 862870 h 963935"/>
                  <a:gd name="connsiteX3-1909" fmla="*/ 5522 w 963766"/>
                  <a:gd name="connsiteY3-1910" fmla="*/ 445926 h 963935"/>
                  <a:gd name="connsiteX4-1911" fmla="*/ 316076 w 963766"/>
                  <a:gd name="connsiteY4-1912" fmla="*/ 60291 h 963935"/>
                  <a:gd name="connsiteX5-1913" fmla="*/ 782862 w 963766"/>
                  <a:gd name="connsiteY5-1914" fmla="*/ 23965 h 963935"/>
                  <a:gd name="connsiteX6-1915" fmla="*/ 962888 w 963766"/>
                  <a:gd name="connsiteY6-1916" fmla="*/ 245402 h 963935"/>
                  <a:gd name="connsiteX7-1917" fmla="*/ 704863 w 963766"/>
                  <a:gd name="connsiteY7-1918" fmla="*/ 634971 h 963935"/>
                  <a:gd name="connsiteX8-1919" fmla="*/ 886581 w 963766"/>
                  <a:gd name="connsiteY8-1920" fmla="*/ 828243 h 963935"/>
                  <a:gd name="connsiteX0-1921" fmla="*/ 886581 w 963766"/>
                  <a:gd name="connsiteY0-1922" fmla="*/ 828243 h 963935"/>
                  <a:gd name="connsiteX1-1923" fmla="*/ 718048 w 963766"/>
                  <a:gd name="connsiteY1-1924" fmla="*/ 961677 h 963935"/>
                  <a:gd name="connsiteX2-1925" fmla="*/ 169062 w 963766"/>
                  <a:gd name="connsiteY2-1926" fmla="*/ 862870 h 963935"/>
                  <a:gd name="connsiteX3-1927" fmla="*/ 5522 w 963766"/>
                  <a:gd name="connsiteY3-1928" fmla="*/ 445926 h 963935"/>
                  <a:gd name="connsiteX4-1929" fmla="*/ 316076 w 963766"/>
                  <a:gd name="connsiteY4-1930" fmla="*/ 60291 h 963935"/>
                  <a:gd name="connsiteX5-1931" fmla="*/ 782862 w 963766"/>
                  <a:gd name="connsiteY5-1932" fmla="*/ 23965 h 963935"/>
                  <a:gd name="connsiteX6-1933" fmla="*/ 962888 w 963766"/>
                  <a:gd name="connsiteY6-1934" fmla="*/ 317243 h 963935"/>
                  <a:gd name="connsiteX7-1935" fmla="*/ 704863 w 963766"/>
                  <a:gd name="connsiteY7-1936" fmla="*/ 634971 h 963935"/>
                  <a:gd name="connsiteX8-1937" fmla="*/ 886581 w 963766"/>
                  <a:gd name="connsiteY8-1938" fmla="*/ 828243 h 963935"/>
                  <a:gd name="connsiteX0-1939" fmla="*/ 886581 w 963766"/>
                  <a:gd name="connsiteY0-1940" fmla="*/ 828243 h 963935"/>
                  <a:gd name="connsiteX1-1941" fmla="*/ 718048 w 963766"/>
                  <a:gd name="connsiteY1-1942" fmla="*/ 961677 h 963935"/>
                  <a:gd name="connsiteX2-1943" fmla="*/ 169062 w 963766"/>
                  <a:gd name="connsiteY2-1944" fmla="*/ 862870 h 963935"/>
                  <a:gd name="connsiteX3-1945" fmla="*/ 5522 w 963766"/>
                  <a:gd name="connsiteY3-1946" fmla="*/ 445926 h 963935"/>
                  <a:gd name="connsiteX4-1947" fmla="*/ 316076 w 963766"/>
                  <a:gd name="connsiteY4-1948" fmla="*/ 60291 h 963935"/>
                  <a:gd name="connsiteX5-1949" fmla="*/ 782862 w 963766"/>
                  <a:gd name="connsiteY5-1950" fmla="*/ 23965 h 963935"/>
                  <a:gd name="connsiteX6-1951" fmla="*/ 962888 w 963766"/>
                  <a:gd name="connsiteY6-1952" fmla="*/ 317243 h 963935"/>
                  <a:gd name="connsiteX7-1953" fmla="*/ 704863 w 963766"/>
                  <a:gd name="connsiteY7-1954" fmla="*/ 623919 h 963935"/>
                  <a:gd name="connsiteX8-1955" fmla="*/ 886581 w 963766"/>
                  <a:gd name="connsiteY8-1956" fmla="*/ 828243 h 963935"/>
                  <a:gd name="connsiteX0-1957" fmla="*/ 886581 w 963766"/>
                  <a:gd name="connsiteY0-1958" fmla="*/ 828243 h 963935"/>
                  <a:gd name="connsiteX1-1959" fmla="*/ 718048 w 963766"/>
                  <a:gd name="connsiteY1-1960" fmla="*/ 961677 h 963935"/>
                  <a:gd name="connsiteX2-1961" fmla="*/ 169062 w 963766"/>
                  <a:gd name="connsiteY2-1962" fmla="*/ 862870 h 963935"/>
                  <a:gd name="connsiteX3-1963" fmla="*/ 5522 w 963766"/>
                  <a:gd name="connsiteY3-1964" fmla="*/ 445926 h 963935"/>
                  <a:gd name="connsiteX4-1965" fmla="*/ 316076 w 963766"/>
                  <a:gd name="connsiteY4-1966" fmla="*/ 60291 h 963935"/>
                  <a:gd name="connsiteX5-1967" fmla="*/ 782862 w 963766"/>
                  <a:gd name="connsiteY5-1968" fmla="*/ 23965 h 963935"/>
                  <a:gd name="connsiteX6-1969" fmla="*/ 962888 w 963766"/>
                  <a:gd name="connsiteY6-1970" fmla="*/ 317243 h 963935"/>
                  <a:gd name="connsiteX7-1971" fmla="*/ 704863 w 963766"/>
                  <a:gd name="connsiteY7-1972" fmla="*/ 623919 h 963935"/>
                  <a:gd name="connsiteX8-1973" fmla="*/ 886581 w 963766"/>
                  <a:gd name="connsiteY8-1974" fmla="*/ 828243 h 963935"/>
                  <a:gd name="connsiteX0-1975" fmla="*/ 886581 w 963766"/>
                  <a:gd name="connsiteY0-1976" fmla="*/ 828243 h 963935"/>
                  <a:gd name="connsiteX1-1977" fmla="*/ 718048 w 963766"/>
                  <a:gd name="connsiteY1-1978" fmla="*/ 961677 h 963935"/>
                  <a:gd name="connsiteX2-1979" fmla="*/ 169062 w 963766"/>
                  <a:gd name="connsiteY2-1980" fmla="*/ 862870 h 963935"/>
                  <a:gd name="connsiteX3-1981" fmla="*/ 5522 w 963766"/>
                  <a:gd name="connsiteY3-1982" fmla="*/ 445926 h 963935"/>
                  <a:gd name="connsiteX4-1983" fmla="*/ 316076 w 963766"/>
                  <a:gd name="connsiteY4-1984" fmla="*/ 60291 h 963935"/>
                  <a:gd name="connsiteX5-1985" fmla="*/ 782862 w 963766"/>
                  <a:gd name="connsiteY5-1986" fmla="*/ 23965 h 963935"/>
                  <a:gd name="connsiteX6-1987" fmla="*/ 962888 w 963766"/>
                  <a:gd name="connsiteY6-1988" fmla="*/ 317243 h 963935"/>
                  <a:gd name="connsiteX7-1989" fmla="*/ 704863 w 963766"/>
                  <a:gd name="connsiteY7-1990" fmla="*/ 623919 h 963935"/>
                  <a:gd name="connsiteX8-1991" fmla="*/ 886581 w 963766"/>
                  <a:gd name="connsiteY8-1992" fmla="*/ 828243 h 963935"/>
                  <a:gd name="connsiteX0-1993" fmla="*/ 886581 w 963766"/>
                  <a:gd name="connsiteY0-1994" fmla="*/ 828243 h 963935"/>
                  <a:gd name="connsiteX1-1995" fmla="*/ 718048 w 963766"/>
                  <a:gd name="connsiteY1-1996" fmla="*/ 961677 h 963935"/>
                  <a:gd name="connsiteX2-1997" fmla="*/ 169062 w 963766"/>
                  <a:gd name="connsiteY2-1998" fmla="*/ 862870 h 963935"/>
                  <a:gd name="connsiteX3-1999" fmla="*/ 5522 w 963766"/>
                  <a:gd name="connsiteY3-2000" fmla="*/ 445926 h 963935"/>
                  <a:gd name="connsiteX4-2001" fmla="*/ 316076 w 963766"/>
                  <a:gd name="connsiteY4-2002" fmla="*/ 60291 h 963935"/>
                  <a:gd name="connsiteX5-2003" fmla="*/ 782862 w 963766"/>
                  <a:gd name="connsiteY5-2004" fmla="*/ 23965 h 963935"/>
                  <a:gd name="connsiteX6-2005" fmla="*/ 962888 w 963766"/>
                  <a:gd name="connsiteY6-2006" fmla="*/ 317243 h 963935"/>
                  <a:gd name="connsiteX7-2007" fmla="*/ 704863 w 963766"/>
                  <a:gd name="connsiteY7-2008" fmla="*/ 623919 h 963935"/>
                  <a:gd name="connsiteX8-2009" fmla="*/ 886581 w 963766"/>
                  <a:gd name="connsiteY8-2010" fmla="*/ 828243 h 963935"/>
                  <a:gd name="connsiteX0-2011" fmla="*/ 886581 w 963766"/>
                  <a:gd name="connsiteY0-2012" fmla="*/ 828243 h 963935"/>
                  <a:gd name="connsiteX1-2013" fmla="*/ 718048 w 963766"/>
                  <a:gd name="connsiteY1-2014" fmla="*/ 961677 h 963935"/>
                  <a:gd name="connsiteX2-2015" fmla="*/ 169062 w 963766"/>
                  <a:gd name="connsiteY2-2016" fmla="*/ 862870 h 963935"/>
                  <a:gd name="connsiteX3-2017" fmla="*/ 5522 w 963766"/>
                  <a:gd name="connsiteY3-2018" fmla="*/ 445926 h 963935"/>
                  <a:gd name="connsiteX4-2019" fmla="*/ 316076 w 963766"/>
                  <a:gd name="connsiteY4-2020" fmla="*/ 60291 h 963935"/>
                  <a:gd name="connsiteX5-2021" fmla="*/ 782862 w 963766"/>
                  <a:gd name="connsiteY5-2022" fmla="*/ 23965 h 963935"/>
                  <a:gd name="connsiteX6-2023" fmla="*/ 962888 w 963766"/>
                  <a:gd name="connsiteY6-2024" fmla="*/ 317243 h 963935"/>
                  <a:gd name="connsiteX7-2025" fmla="*/ 704863 w 963766"/>
                  <a:gd name="connsiteY7-2026" fmla="*/ 623919 h 963935"/>
                  <a:gd name="connsiteX8-2027" fmla="*/ 886581 w 963766"/>
                  <a:gd name="connsiteY8-2028" fmla="*/ 828243 h 963935"/>
                  <a:gd name="connsiteX0-2029" fmla="*/ 911526 w 963766"/>
                  <a:gd name="connsiteY0-2030" fmla="*/ 828243 h 963935"/>
                  <a:gd name="connsiteX1-2031" fmla="*/ 718048 w 963766"/>
                  <a:gd name="connsiteY1-2032" fmla="*/ 961677 h 963935"/>
                  <a:gd name="connsiteX2-2033" fmla="*/ 169062 w 963766"/>
                  <a:gd name="connsiteY2-2034" fmla="*/ 862870 h 963935"/>
                  <a:gd name="connsiteX3-2035" fmla="*/ 5522 w 963766"/>
                  <a:gd name="connsiteY3-2036" fmla="*/ 445926 h 963935"/>
                  <a:gd name="connsiteX4-2037" fmla="*/ 316076 w 963766"/>
                  <a:gd name="connsiteY4-2038" fmla="*/ 60291 h 963935"/>
                  <a:gd name="connsiteX5-2039" fmla="*/ 782862 w 963766"/>
                  <a:gd name="connsiteY5-2040" fmla="*/ 23965 h 963935"/>
                  <a:gd name="connsiteX6-2041" fmla="*/ 962888 w 963766"/>
                  <a:gd name="connsiteY6-2042" fmla="*/ 317243 h 963935"/>
                  <a:gd name="connsiteX7-2043" fmla="*/ 704863 w 963766"/>
                  <a:gd name="connsiteY7-2044" fmla="*/ 623919 h 963935"/>
                  <a:gd name="connsiteX8-2045" fmla="*/ 911526 w 963766"/>
                  <a:gd name="connsiteY8-2046" fmla="*/ 828243 h 963935"/>
                  <a:gd name="connsiteX0-2047" fmla="*/ 824219 w 963766"/>
                  <a:gd name="connsiteY0-2048" fmla="*/ 828243 h 963935"/>
                  <a:gd name="connsiteX1-2049" fmla="*/ 718048 w 963766"/>
                  <a:gd name="connsiteY1-2050" fmla="*/ 961677 h 963935"/>
                  <a:gd name="connsiteX2-2051" fmla="*/ 169062 w 963766"/>
                  <a:gd name="connsiteY2-2052" fmla="*/ 862870 h 963935"/>
                  <a:gd name="connsiteX3-2053" fmla="*/ 5522 w 963766"/>
                  <a:gd name="connsiteY3-2054" fmla="*/ 445926 h 963935"/>
                  <a:gd name="connsiteX4-2055" fmla="*/ 316076 w 963766"/>
                  <a:gd name="connsiteY4-2056" fmla="*/ 60291 h 963935"/>
                  <a:gd name="connsiteX5-2057" fmla="*/ 782862 w 963766"/>
                  <a:gd name="connsiteY5-2058" fmla="*/ 23965 h 963935"/>
                  <a:gd name="connsiteX6-2059" fmla="*/ 962888 w 963766"/>
                  <a:gd name="connsiteY6-2060" fmla="*/ 317243 h 963935"/>
                  <a:gd name="connsiteX7-2061" fmla="*/ 704863 w 963766"/>
                  <a:gd name="connsiteY7-2062" fmla="*/ 623919 h 963935"/>
                  <a:gd name="connsiteX8-2063" fmla="*/ 824219 w 963766"/>
                  <a:gd name="connsiteY8-2064" fmla="*/ 828243 h 963935"/>
                  <a:gd name="connsiteX0-2065" fmla="*/ 892817 w 963766"/>
                  <a:gd name="connsiteY0-2066" fmla="*/ 839295 h 963935"/>
                  <a:gd name="connsiteX1-2067" fmla="*/ 718048 w 963766"/>
                  <a:gd name="connsiteY1-2068" fmla="*/ 961677 h 963935"/>
                  <a:gd name="connsiteX2-2069" fmla="*/ 169062 w 963766"/>
                  <a:gd name="connsiteY2-2070" fmla="*/ 862870 h 963935"/>
                  <a:gd name="connsiteX3-2071" fmla="*/ 5522 w 963766"/>
                  <a:gd name="connsiteY3-2072" fmla="*/ 445926 h 963935"/>
                  <a:gd name="connsiteX4-2073" fmla="*/ 316076 w 963766"/>
                  <a:gd name="connsiteY4-2074" fmla="*/ 60291 h 963935"/>
                  <a:gd name="connsiteX5-2075" fmla="*/ 782862 w 963766"/>
                  <a:gd name="connsiteY5-2076" fmla="*/ 23965 h 963935"/>
                  <a:gd name="connsiteX6-2077" fmla="*/ 962888 w 963766"/>
                  <a:gd name="connsiteY6-2078" fmla="*/ 317243 h 963935"/>
                  <a:gd name="connsiteX7-2079" fmla="*/ 704863 w 963766"/>
                  <a:gd name="connsiteY7-2080" fmla="*/ 623919 h 963935"/>
                  <a:gd name="connsiteX8-2081" fmla="*/ 892817 w 963766"/>
                  <a:gd name="connsiteY8-2082" fmla="*/ 839295 h 963935"/>
                  <a:gd name="connsiteX0-2083" fmla="*/ 892817 w 963766"/>
                  <a:gd name="connsiteY0-2084" fmla="*/ 839295 h 963935"/>
                  <a:gd name="connsiteX1-2085" fmla="*/ 718048 w 963766"/>
                  <a:gd name="connsiteY1-2086" fmla="*/ 961677 h 963935"/>
                  <a:gd name="connsiteX2-2087" fmla="*/ 169062 w 963766"/>
                  <a:gd name="connsiteY2-2088" fmla="*/ 862870 h 963935"/>
                  <a:gd name="connsiteX3-2089" fmla="*/ 5522 w 963766"/>
                  <a:gd name="connsiteY3-2090" fmla="*/ 445926 h 963935"/>
                  <a:gd name="connsiteX4-2091" fmla="*/ 316076 w 963766"/>
                  <a:gd name="connsiteY4-2092" fmla="*/ 60291 h 963935"/>
                  <a:gd name="connsiteX5-2093" fmla="*/ 782862 w 963766"/>
                  <a:gd name="connsiteY5-2094" fmla="*/ 23965 h 963935"/>
                  <a:gd name="connsiteX6-2095" fmla="*/ 962888 w 963766"/>
                  <a:gd name="connsiteY6-2096" fmla="*/ 317243 h 963935"/>
                  <a:gd name="connsiteX7-2097" fmla="*/ 704863 w 963766"/>
                  <a:gd name="connsiteY7-2098" fmla="*/ 623919 h 963935"/>
                  <a:gd name="connsiteX8-2099" fmla="*/ 892817 w 963766"/>
                  <a:gd name="connsiteY8-2100" fmla="*/ 839295 h 963935"/>
                  <a:gd name="connsiteX0-2101" fmla="*/ 892817 w 963766"/>
                  <a:gd name="connsiteY0-2102" fmla="*/ 839295 h 963935"/>
                  <a:gd name="connsiteX1-2103" fmla="*/ 718048 w 963766"/>
                  <a:gd name="connsiteY1-2104" fmla="*/ 961677 h 963935"/>
                  <a:gd name="connsiteX2-2105" fmla="*/ 169062 w 963766"/>
                  <a:gd name="connsiteY2-2106" fmla="*/ 862870 h 963935"/>
                  <a:gd name="connsiteX3-2107" fmla="*/ 5522 w 963766"/>
                  <a:gd name="connsiteY3-2108" fmla="*/ 445926 h 963935"/>
                  <a:gd name="connsiteX4-2109" fmla="*/ 316076 w 963766"/>
                  <a:gd name="connsiteY4-2110" fmla="*/ 60291 h 963935"/>
                  <a:gd name="connsiteX5-2111" fmla="*/ 782862 w 963766"/>
                  <a:gd name="connsiteY5-2112" fmla="*/ 23965 h 963935"/>
                  <a:gd name="connsiteX6-2113" fmla="*/ 962888 w 963766"/>
                  <a:gd name="connsiteY6-2114" fmla="*/ 317243 h 963935"/>
                  <a:gd name="connsiteX7-2115" fmla="*/ 704863 w 963766"/>
                  <a:gd name="connsiteY7-2116" fmla="*/ 623919 h 963935"/>
                  <a:gd name="connsiteX8-2117" fmla="*/ 892817 w 963766"/>
                  <a:gd name="connsiteY8-2118" fmla="*/ 839295 h 963935"/>
                  <a:gd name="connsiteX0-2119" fmla="*/ 892817 w 963766"/>
                  <a:gd name="connsiteY0-2120" fmla="*/ 839295 h 963935"/>
                  <a:gd name="connsiteX1-2121" fmla="*/ 718048 w 963766"/>
                  <a:gd name="connsiteY1-2122" fmla="*/ 961677 h 963935"/>
                  <a:gd name="connsiteX2-2123" fmla="*/ 169062 w 963766"/>
                  <a:gd name="connsiteY2-2124" fmla="*/ 862870 h 963935"/>
                  <a:gd name="connsiteX3-2125" fmla="*/ 5522 w 963766"/>
                  <a:gd name="connsiteY3-2126" fmla="*/ 445926 h 963935"/>
                  <a:gd name="connsiteX4-2127" fmla="*/ 316076 w 963766"/>
                  <a:gd name="connsiteY4-2128" fmla="*/ 60291 h 963935"/>
                  <a:gd name="connsiteX5-2129" fmla="*/ 782862 w 963766"/>
                  <a:gd name="connsiteY5-2130" fmla="*/ 23965 h 963935"/>
                  <a:gd name="connsiteX6-2131" fmla="*/ 962888 w 963766"/>
                  <a:gd name="connsiteY6-2132" fmla="*/ 317243 h 963935"/>
                  <a:gd name="connsiteX7-2133" fmla="*/ 704863 w 963766"/>
                  <a:gd name="connsiteY7-2134" fmla="*/ 623919 h 963935"/>
                  <a:gd name="connsiteX8-2135" fmla="*/ 892817 w 963766"/>
                  <a:gd name="connsiteY8-2136" fmla="*/ 839295 h 963935"/>
                  <a:gd name="connsiteX0-2137" fmla="*/ 892817 w 963766"/>
                  <a:gd name="connsiteY0-2138" fmla="*/ 839295 h 963935"/>
                  <a:gd name="connsiteX1-2139" fmla="*/ 718048 w 963766"/>
                  <a:gd name="connsiteY1-2140" fmla="*/ 961677 h 963935"/>
                  <a:gd name="connsiteX2-2141" fmla="*/ 169062 w 963766"/>
                  <a:gd name="connsiteY2-2142" fmla="*/ 862870 h 963935"/>
                  <a:gd name="connsiteX3-2143" fmla="*/ 5522 w 963766"/>
                  <a:gd name="connsiteY3-2144" fmla="*/ 445926 h 963935"/>
                  <a:gd name="connsiteX4-2145" fmla="*/ 316076 w 963766"/>
                  <a:gd name="connsiteY4-2146" fmla="*/ 60291 h 963935"/>
                  <a:gd name="connsiteX5-2147" fmla="*/ 782862 w 963766"/>
                  <a:gd name="connsiteY5-2148" fmla="*/ 23965 h 963935"/>
                  <a:gd name="connsiteX6-2149" fmla="*/ 962888 w 963766"/>
                  <a:gd name="connsiteY6-2150" fmla="*/ 317243 h 963935"/>
                  <a:gd name="connsiteX7-2151" fmla="*/ 704863 w 963766"/>
                  <a:gd name="connsiteY7-2152" fmla="*/ 623919 h 963935"/>
                  <a:gd name="connsiteX8-2153" fmla="*/ 892817 w 963766"/>
                  <a:gd name="connsiteY8-2154" fmla="*/ 839295 h 963935"/>
                  <a:gd name="connsiteX0-2155" fmla="*/ 892817 w 963877"/>
                  <a:gd name="connsiteY0-2156" fmla="*/ 839295 h 963935"/>
                  <a:gd name="connsiteX1-2157" fmla="*/ 718048 w 963877"/>
                  <a:gd name="connsiteY1-2158" fmla="*/ 961677 h 963935"/>
                  <a:gd name="connsiteX2-2159" fmla="*/ 169062 w 963877"/>
                  <a:gd name="connsiteY2-2160" fmla="*/ 862870 h 963935"/>
                  <a:gd name="connsiteX3-2161" fmla="*/ 5522 w 963877"/>
                  <a:gd name="connsiteY3-2162" fmla="*/ 445926 h 963935"/>
                  <a:gd name="connsiteX4-2163" fmla="*/ 316076 w 963877"/>
                  <a:gd name="connsiteY4-2164" fmla="*/ 60291 h 963935"/>
                  <a:gd name="connsiteX5-2165" fmla="*/ 782862 w 963877"/>
                  <a:gd name="connsiteY5-2166" fmla="*/ 23965 h 963935"/>
                  <a:gd name="connsiteX6-2167" fmla="*/ 962888 w 963877"/>
                  <a:gd name="connsiteY6-2168" fmla="*/ 317243 h 963935"/>
                  <a:gd name="connsiteX7-2169" fmla="*/ 704863 w 963877"/>
                  <a:gd name="connsiteY7-2170" fmla="*/ 623919 h 963935"/>
                  <a:gd name="connsiteX8-2171" fmla="*/ 892817 w 963877"/>
                  <a:gd name="connsiteY8-2172" fmla="*/ 839295 h 963935"/>
                  <a:gd name="connsiteX0-2173" fmla="*/ 892817 w 963877"/>
                  <a:gd name="connsiteY0-2174" fmla="*/ 848349 h 972989"/>
                  <a:gd name="connsiteX1-2175" fmla="*/ 718048 w 963877"/>
                  <a:gd name="connsiteY1-2176" fmla="*/ 970731 h 972989"/>
                  <a:gd name="connsiteX2-2177" fmla="*/ 169062 w 963877"/>
                  <a:gd name="connsiteY2-2178" fmla="*/ 871924 h 972989"/>
                  <a:gd name="connsiteX3-2179" fmla="*/ 5522 w 963877"/>
                  <a:gd name="connsiteY3-2180" fmla="*/ 454980 h 972989"/>
                  <a:gd name="connsiteX4-2181" fmla="*/ 316076 w 963877"/>
                  <a:gd name="connsiteY4-2182" fmla="*/ 69345 h 972989"/>
                  <a:gd name="connsiteX5-2183" fmla="*/ 782862 w 963877"/>
                  <a:gd name="connsiteY5-2184" fmla="*/ 33019 h 972989"/>
                  <a:gd name="connsiteX6-2185" fmla="*/ 962888 w 963877"/>
                  <a:gd name="connsiteY6-2186" fmla="*/ 326297 h 972989"/>
                  <a:gd name="connsiteX7-2187" fmla="*/ 704863 w 963877"/>
                  <a:gd name="connsiteY7-2188" fmla="*/ 632973 h 972989"/>
                  <a:gd name="connsiteX8-2189" fmla="*/ 892817 w 963877"/>
                  <a:gd name="connsiteY8-2190" fmla="*/ 848349 h 972989"/>
                  <a:gd name="connsiteX0-2191" fmla="*/ 892726 w 963786"/>
                  <a:gd name="connsiteY0-2192" fmla="*/ 848349 h 1000915"/>
                  <a:gd name="connsiteX1-2193" fmla="*/ 717957 w 963786"/>
                  <a:gd name="connsiteY1-2194" fmla="*/ 970731 h 1000915"/>
                  <a:gd name="connsiteX2-2195" fmla="*/ 170718 w 963786"/>
                  <a:gd name="connsiteY2-2196" fmla="*/ 955459 h 1000915"/>
                  <a:gd name="connsiteX3-2197" fmla="*/ 5431 w 963786"/>
                  <a:gd name="connsiteY3-2198" fmla="*/ 454980 h 1000915"/>
                  <a:gd name="connsiteX4-2199" fmla="*/ 315985 w 963786"/>
                  <a:gd name="connsiteY4-2200" fmla="*/ 69345 h 1000915"/>
                  <a:gd name="connsiteX5-2201" fmla="*/ 782771 w 963786"/>
                  <a:gd name="connsiteY5-2202" fmla="*/ 33019 h 1000915"/>
                  <a:gd name="connsiteX6-2203" fmla="*/ 962797 w 963786"/>
                  <a:gd name="connsiteY6-2204" fmla="*/ 326297 h 1000915"/>
                  <a:gd name="connsiteX7-2205" fmla="*/ 704772 w 963786"/>
                  <a:gd name="connsiteY7-2206" fmla="*/ 632973 h 1000915"/>
                  <a:gd name="connsiteX8-2207" fmla="*/ 892726 w 963786"/>
                  <a:gd name="connsiteY8-2208" fmla="*/ 848349 h 1000915"/>
                  <a:gd name="connsiteX0-2209" fmla="*/ 891259 w 962319"/>
                  <a:gd name="connsiteY0-2210" fmla="*/ 848349 h 1000295"/>
                  <a:gd name="connsiteX1-2211" fmla="*/ 716490 w 962319"/>
                  <a:gd name="connsiteY1-2212" fmla="*/ 970731 h 1000295"/>
                  <a:gd name="connsiteX2-2213" fmla="*/ 207065 w 962319"/>
                  <a:gd name="connsiteY2-2214" fmla="*/ 954494 h 1000295"/>
                  <a:gd name="connsiteX3-2215" fmla="*/ 3964 w 962319"/>
                  <a:gd name="connsiteY3-2216" fmla="*/ 454980 h 1000295"/>
                  <a:gd name="connsiteX4-2217" fmla="*/ 314518 w 962319"/>
                  <a:gd name="connsiteY4-2218" fmla="*/ 69345 h 1000295"/>
                  <a:gd name="connsiteX5-2219" fmla="*/ 781304 w 962319"/>
                  <a:gd name="connsiteY5-2220" fmla="*/ 33019 h 1000295"/>
                  <a:gd name="connsiteX6-2221" fmla="*/ 961330 w 962319"/>
                  <a:gd name="connsiteY6-2222" fmla="*/ 326297 h 1000295"/>
                  <a:gd name="connsiteX7-2223" fmla="*/ 703305 w 962319"/>
                  <a:gd name="connsiteY7-2224" fmla="*/ 632973 h 1000295"/>
                  <a:gd name="connsiteX8-2225" fmla="*/ 891259 w 962319"/>
                  <a:gd name="connsiteY8-2226" fmla="*/ 848349 h 1000295"/>
                  <a:gd name="connsiteX0-2227" fmla="*/ 890960 w 962020"/>
                  <a:gd name="connsiteY0-2228" fmla="*/ 848349 h 1012098"/>
                  <a:gd name="connsiteX1-2229" fmla="*/ 646732 w 962020"/>
                  <a:gd name="connsiteY1-2230" fmla="*/ 994582 h 1012098"/>
                  <a:gd name="connsiteX2-2231" fmla="*/ 206766 w 962020"/>
                  <a:gd name="connsiteY2-2232" fmla="*/ 954494 h 1012098"/>
                  <a:gd name="connsiteX3-2233" fmla="*/ 3665 w 962020"/>
                  <a:gd name="connsiteY3-2234" fmla="*/ 454980 h 1012098"/>
                  <a:gd name="connsiteX4-2235" fmla="*/ 314219 w 962020"/>
                  <a:gd name="connsiteY4-2236" fmla="*/ 69345 h 1012098"/>
                  <a:gd name="connsiteX5-2237" fmla="*/ 781005 w 962020"/>
                  <a:gd name="connsiteY5-2238" fmla="*/ 33019 h 1012098"/>
                  <a:gd name="connsiteX6-2239" fmla="*/ 961031 w 962020"/>
                  <a:gd name="connsiteY6-2240" fmla="*/ 326297 h 1012098"/>
                  <a:gd name="connsiteX7-2241" fmla="*/ 703006 w 962020"/>
                  <a:gd name="connsiteY7-2242" fmla="*/ 632973 h 1012098"/>
                  <a:gd name="connsiteX8-2243" fmla="*/ 890960 w 962020"/>
                  <a:gd name="connsiteY8-2244" fmla="*/ 848349 h 1012098"/>
                  <a:gd name="connsiteX0-2245" fmla="*/ 890960 w 962020"/>
                  <a:gd name="connsiteY0-2246" fmla="*/ 848349 h 1023661"/>
                  <a:gd name="connsiteX1-2247" fmla="*/ 646732 w 962020"/>
                  <a:gd name="connsiteY1-2248" fmla="*/ 994582 h 1023661"/>
                  <a:gd name="connsiteX2-2249" fmla="*/ 206766 w 962020"/>
                  <a:gd name="connsiteY2-2250" fmla="*/ 954494 h 1023661"/>
                  <a:gd name="connsiteX3-2251" fmla="*/ 3665 w 962020"/>
                  <a:gd name="connsiteY3-2252" fmla="*/ 454980 h 1023661"/>
                  <a:gd name="connsiteX4-2253" fmla="*/ 314219 w 962020"/>
                  <a:gd name="connsiteY4-2254" fmla="*/ 69345 h 1023661"/>
                  <a:gd name="connsiteX5-2255" fmla="*/ 781005 w 962020"/>
                  <a:gd name="connsiteY5-2256" fmla="*/ 33019 h 1023661"/>
                  <a:gd name="connsiteX6-2257" fmla="*/ 961031 w 962020"/>
                  <a:gd name="connsiteY6-2258" fmla="*/ 326297 h 1023661"/>
                  <a:gd name="connsiteX7-2259" fmla="*/ 703006 w 962020"/>
                  <a:gd name="connsiteY7-2260" fmla="*/ 632973 h 1023661"/>
                  <a:gd name="connsiteX8-2261" fmla="*/ 890960 w 962020"/>
                  <a:gd name="connsiteY8-2262" fmla="*/ 848349 h 1023661"/>
                  <a:gd name="connsiteX0-2263" fmla="*/ 890960 w 962020"/>
                  <a:gd name="connsiteY0-2264" fmla="*/ 848349 h 1023661"/>
                  <a:gd name="connsiteX1-2265" fmla="*/ 646732 w 962020"/>
                  <a:gd name="connsiteY1-2266" fmla="*/ 994582 h 1023661"/>
                  <a:gd name="connsiteX2-2267" fmla="*/ 206766 w 962020"/>
                  <a:gd name="connsiteY2-2268" fmla="*/ 954494 h 1023661"/>
                  <a:gd name="connsiteX3-2269" fmla="*/ 3665 w 962020"/>
                  <a:gd name="connsiteY3-2270" fmla="*/ 454980 h 1023661"/>
                  <a:gd name="connsiteX4-2271" fmla="*/ 314219 w 962020"/>
                  <a:gd name="connsiteY4-2272" fmla="*/ 69345 h 1023661"/>
                  <a:gd name="connsiteX5-2273" fmla="*/ 781005 w 962020"/>
                  <a:gd name="connsiteY5-2274" fmla="*/ 33019 h 1023661"/>
                  <a:gd name="connsiteX6-2275" fmla="*/ 961031 w 962020"/>
                  <a:gd name="connsiteY6-2276" fmla="*/ 326297 h 1023661"/>
                  <a:gd name="connsiteX7-2277" fmla="*/ 703006 w 962020"/>
                  <a:gd name="connsiteY7-2278" fmla="*/ 632973 h 1023661"/>
                  <a:gd name="connsiteX8-2279" fmla="*/ 890960 w 962020"/>
                  <a:gd name="connsiteY8-2280" fmla="*/ 848349 h 1023661"/>
                  <a:gd name="connsiteX0-2281" fmla="*/ 833301 w 962020"/>
                  <a:gd name="connsiteY0-2282" fmla="*/ 856128 h 1023661"/>
                  <a:gd name="connsiteX1-2283" fmla="*/ 646732 w 962020"/>
                  <a:gd name="connsiteY1-2284" fmla="*/ 994582 h 1023661"/>
                  <a:gd name="connsiteX2-2285" fmla="*/ 206766 w 962020"/>
                  <a:gd name="connsiteY2-2286" fmla="*/ 954494 h 1023661"/>
                  <a:gd name="connsiteX3-2287" fmla="*/ 3665 w 962020"/>
                  <a:gd name="connsiteY3-2288" fmla="*/ 454980 h 1023661"/>
                  <a:gd name="connsiteX4-2289" fmla="*/ 314219 w 962020"/>
                  <a:gd name="connsiteY4-2290" fmla="*/ 69345 h 1023661"/>
                  <a:gd name="connsiteX5-2291" fmla="*/ 781005 w 962020"/>
                  <a:gd name="connsiteY5-2292" fmla="*/ 33019 h 1023661"/>
                  <a:gd name="connsiteX6-2293" fmla="*/ 961031 w 962020"/>
                  <a:gd name="connsiteY6-2294" fmla="*/ 326297 h 1023661"/>
                  <a:gd name="connsiteX7-2295" fmla="*/ 703006 w 962020"/>
                  <a:gd name="connsiteY7-2296" fmla="*/ 632973 h 1023661"/>
                  <a:gd name="connsiteX8-2297" fmla="*/ 833301 w 962020"/>
                  <a:gd name="connsiteY8-2298" fmla="*/ 856128 h 1023661"/>
                  <a:gd name="connsiteX0-2299" fmla="*/ 820294 w 962020"/>
                  <a:gd name="connsiteY0-2300" fmla="*/ 848574 h 1023661"/>
                  <a:gd name="connsiteX1-2301" fmla="*/ 646732 w 962020"/>
                  <a:gd name="connsiteY1-2302" fmla="*/ 994582 h 1023661"/>
                  <a:gd name="connsiteX2-2303" fmla="*/ 206766 w 962020"/>
                  <a:gd name="connsiteY2-2304" fmla="*/ 954494 h 1023661"/>
                  <a:gd name="connsiteX3-2305" fmla="*/ 3665 w 962020"/>
                  <a:gd name="connsiteY3-2306" fmla="*/ 454980 h 1023661"/>
                  <a:gd name="connsiteX4-2307" fmla="*/ 314219 w 962020"/>
                  <a:gd name="connsiteY4-2308" fmla="*/ 69345 h 1023661"/>
                  <a:gd name="connsiteX5-2309" fmla="*/ 781005 w 962020"/>
                  <a:gd name="connsiteY5-2310" fmla="*/ 33019 h 1023661"/>
                  <a:gd name="connsiteX6-2311" fmla="*/ 961031 w 962020"/>
                  <a:gd name="connsiteY6-2312" fmla="*/ 326297 h 1023661"/>
                  <a:gd name="connsiteX7-2313" fmla="*/ 703006 w 962020"/>
                  <a:gd name="connsiteY7-2314" fmla="*/ 632973 h 1023661"/>
                  <a:gd name="connsiteX8-2315" fmla="*/ 820294 w 962020"/>
                  <a:gd name="connsiteY8-2316" fmla="*/ 848574 h 1023661"/>
                  <a:gd name="connsiteX0-2317" fmla="*/ 820294 w 962020"/>
                  <a:gd name="connsiteY0-2318" fmla="*/ 848574 h 1023661"/>
                  <a:gd name="connsiteX1-2319" fmla="*/ 646732 w 962020"/>
                  <a:gd name="connsiteY1-2320" fmla="*/ 994582 h 1023661"/>
                  <a:gd name="connsiteX2-2321" fmla="*/ 206766 w 962020"/>
                  <a:gd name="connsiteY2-2322" fmla="*/ 954494 h 1023661"/>
                  <a:gd name="connsiteX3-2323" fmla="*/ 3665 w 962020"/>
                  <a:gd name="connsiteY3-2324" fmla="*/ 454980 h 1023661"/>
                  <a:gd name="connsiteX4-2325" fmla="*/ 314219 w 962020"/>
                  <a:gd name="connsiteY4-2326" fmla="*/ 69345 h 1023661"/>
                  <a:gd name="connsiteX5-2327" fmla="*/ 781005 w 962020"/>
                  <a:gd name="connsiteY5-2328" fmla="*/ 33019 h 1023661"/>
                  <a:gd name="connsiteX6-2329" fmla="*/ 961031 w 962020"/>
                  <a:gd name="connsiteY6-2330" fmla="*/ 326297 h 1023661"/>
                  <a:gd name="connsiteX7-2331" fmla="*/ 704549 w 962020"/>
                  <a:gd name="connsiteY7-2332" fmla="*/ 638453 h 1023661"/>
                  <a:gd name="connsiteX8-2333" fmla="*/ 820294 w 962020"/>
                  <a:gd name="connsiteY8-2334" fmla="*/ 848574 h 1023661"/>
                  <a:gd name="connsiteX0-2335" fmla="*/ 820294 w 879922"/>
                  <a:gd name="connsiteY0-2336" fmla="*/ 848574 h 1023661"/>
                  <a:gd name="connsiteX1-2337" fmla="*/ 646732 w 879922"/>
                  <a:gd name="connsiteY1-2338" fmla="*/ 994582 h 1023661"/>
                  <a:gd name="connsiteX2-2339" fmla="*/ 206766 w 879922"/>
                  <a:gd name="connsiteY2-2340" fmla="*/ 954494 h 1023661"/>
                  <a:gd name="connsiteX3-2341" fmla="*/ 3665 w 879922"/>
                  <a:gd name="connsiteY3-2342" fmla="*/ 454980 h 1023661"/>
                  <a:gd name="connsiteX4-2343" fmla="*/ 314219 w 879922"/>
                  <a:gd name="connsiteY4-2344" fmla="*/ 69345 h 1023661"/>
                  <a:gd name="connsiteX5-2345" fmla="*/ 781005 w 879922"/>
                  <a:gd name="connsiteY5-2346" fmla="*/ 33019 h 1023661"/>
                  <a:gd name="connsiteX6-2347" fmla="*/ 857717 w 879922"/>
                  <a:gd name="connsiteY6-2348" fmla="*/ 403840 h 1023661"/>
                  <a:gd name="connsiteX7-2349" fmla="*/ 704549 w 879922"/>
                  <a:gd name="connsiteY7-2350" fmla="*/ 638453 h 1023661"/>
                  <a:gd name="connsiteX8-2351" fmla="*/ 820294 w 879922"/>
                  <a:gd name="connsiteY8-2352" fmla="*/ 848574 h 1023661"/>
                  <a:gd name="connsiteX0-2353" fmla="*/ 820294 w 859397"/>
                  <a:gd name="connsiteY0-2354" fmla="*/ 817587 h 992674"/>
                  <a:gd name="connsiteX1-2355" fmla="*/ 646732 w 859397"/>
                  <a:gd name="connsiteY1-2356" fmla="*/ 963595 h 992674"/>
                  <a:gd name="connsiteX2-2357" fmla="*/ 206766 w 859397"/>
                  <a:gd name="connsiteY2-2358" fmla="*/ 923507 h 992674"/>
                  <a:gd name="connsiteX3-2359" fmla="*/ 3665 w 859397"/>
                  <a:gd name="connsiteY3-2360" fmla="*/ 423993 h 992674"/>
                  <a:gd name="connsiteX4-2361" fmla="*/ 314219 w 859397"/>
                  <a:gd name="connsiteY4-2362" fmla="*/ 38358 h 992674"/>
                  <a:gd name="connsiteX5-2363" fmla="*/ 699079 w 859397"/>
                  <a:gd name="connsiteY5-2364" fmla="*/ 78241 h 992674"/>
                  <a:gd name="connsiteX6-2365" fmla="*/ 857717 w 859397"/>
                  <a:gd name="connsiteY6-2366" fmla="*/ 372853 h 992674"/>
                  <a:gd name="connsiteX7-2367" fmla="*/ 704549 w 859397"/>
                  <a:gd name="connsiteY7-2368" fmla="*/ 607466 h 992674"/>
                  <a:gd name="connsiteX8-2369" fmla="*/ 820294 w 859397"/>
                  <a:gd name="connsiteY8-2370" fmla="*/ 817587 h 992674"/>
                  <a:gd name="connsiteX0-2371" fmla="*/ 820294 w 864475"/>
                  <a:gd name="connsiteY0-2372" fmla="*/ 821277 h 996364"/>
                  <a:gd name="connsiteX1-2373" fmla="*/ 646732 w 864475"/>
                  <a:gd name="connsiteY1-2374" fmla="*/ 967285 h 996364"/>
                  <a:gd name="connsiteX2-2375" fmla="*/ 206766 w 864475"/>
                  <a:gd name="connsiteY2-2376" fmla="*/ 927197 h 996364"/>
                  <a:gd name="connsiteX3-2377" fmla="*/ 3665 w 864475"/>
                  <a:gd name="connsiteY3-2378" fmla="*/ 427683 h 996364"/>
                  <a:gd name="connsiteX4-2379" fmla="*/ 314219 w 864475"/>
                  <a:gd name="connsiteY4-2380" fmla="*/ 42048 h 996364"/>
                  <a:gd name="connsiteX5-2381" fmla="*/ 738769 w 864475"/>
                  <a:gd name="connsiteY5-2382" fmla="*/ 68302 h 996364"/>
                  <a:gd name="connsiteX6-2383" fmla="*/ 857717 w 864475"/>
                  <a:gd name="connsiteY6-2384" fmla="*/ 376543 h 996364"/>
                  <a:gd name="connsiteX7-2385" fmla="*/ 704549 w 864475"/>
                  <a:gd name="connsiteY7-2386" fmla="*/ 611156 h 996364"/>
                  <a:gd name="connsiteX8-2387" fmla="*/ 820294 w 864475"/>
                  <a:gd name="connsiteY8-2388" fmla="*/ 821277 h 996364"/>
                  <a:gd name="connsiteX0-2389" fmla="*/ 820294 w 864475"/>
                  <a:gd name="connsiteY0-2390" fmla="*/ 821277 h 996364"/>
                  <a:gd name="connsiteX1-2391" fmla="*/ 646732 w 864475"/>
                  <a:gd name="connsiteY1-2392" fmla="*/ 967285 h 996364"/>
                  <a:gd name="connsiteX2-2393" fmla="*/ 206766 w 864475"/>
                  <a:gd name="connsiteY2-2394" fmla="*/ 927197 h 996364"/>
                  <a:gd name="connsiteX3-2395" fmla="*/ 3665 w 864475"/>
                  <a:gd name="connsiteY3-2396" fmla="*/ 427683 h 996364"/>
                  <a:gd name="connsiteX4-2397" fmla="*/ 314219 w 864475"/>
                  <a:gd name="connsiteY4-2398" fmla="*/ 42048 h 996364"/>
                  <a:gd name="connsiteX5-2399" fmla="*/ 738769 w 864475"/>
                  <a:gd name="connsiteY5-2400" fmla="*/ 68302 h 996364"/>
                  <a:gd name="connsiteX6-2401" fmla="*/ 857717 w 864475"/>
                  <a:gd name="connsiteY6-2402" fmla="*/ 376543 h 996364"/>
                  <a:gd name="connsiteX7-2403" fmla="*/ 704549 w 864475"/>
                  <a:gd name="connsiteY7-2404" fmla="*/ 611156 h 996364"/>
                  <a:gd name="connsiteX8-2405" fmla="*/ 820294 w 864475"/>
                  <a:gd name="connsiteY8-2406" fmla="*/ 821277 h 996364"/>
                  <a:gd name="connsiteX0-2407" fmla="*/ 820294 w 864475"/>
                  <a:gd name="connsiteY0-2408" fmla="*/ 821277 h 996364"/>
                  <a:gd name="connsiteX1-2409" fmla="*/ 646732 w 864475"/>
                  <a:gd name="connsiteY1-2410" fmla="*/ 967285 h 996364"/>
                  <a:gd name="connsiteX2-2411" fmla="*/ 206766 w 864475"/>
                  <a:gd name="connsiteY2-2412" fmla="*/ 927197 h 996364"/>
                  <a:gd name="connsiteX3-2413" fmla="*/ 3665 w 864475"/>
                  <a:gd name="connsiteY3-2414" fmla="*/ 427683 h 996364"/>
                  <a:gd name="connsiteX4-2415" fmla="*/ 314219 w 864475"/>
                  <a:gd name="connsiteY4-2416" fmla="*/ 42048 h 996364"/>
                  <a:gd name="connsiteX5-2417" fmla="*/ 738769 w 864475"/>
                  <a:gd name="connsiteY5-2418" fmla="*/ 68302 h 996364"/>
                  <a:gd name="connsiteX6-2419" fmla="*/ 857717 w 864475"/>
                  <a:gd name="connsiteY6-2420" fmla="*/ 376543 h 996364"/>
                  <a:gd name="connsiteX7-2421" fmla="*/ 689331 w 864475"/>
                  <a:gd name="connsiteY7-2422" fmla="*/ 634410 h 996364"/>
                  <a:gd name="connsiteX8-2423" fmla="*/ 820294 w 864475"/>
                  <a:gd name="connsiteY8-2424" fmla="*/ 821277 h 996364"/>
                  <a:gd name="connsiteX0-2425" fmla="*/ 820294 w 864475"/>
                  <a:gd name="connsiteY0-2426" fmla="*/ 821277 h 996364"/>
                  <a:gd name="connsiteX1-2427" fmla="*/ 646732 w 864475"/>
                  <a:gd name="connsiteY1-2428" fmla="*/ 967285 h 996364"/>
                  <a:gd name="connsiteX2-2429" fmla="*/ 206766 w 864475"/>
                  <a:gd name="connsiteY2-2430" fmla="*/ 927197 h 996364"/>
                  <a:gd name="connsiteX3-2431" fmla="*/ 3665 w 864475"/>
                  <a:gd name="connsiteY3-2432" fmla="*/ 427683 h 996364"/>
                  <a:gd name="connsiteX4-2433" fmla="*/ 314219 w 864475"/>
                  <a:gd name="connsiteY4-2434" fmla="*/ 42048 h 996364"/>
                  <a:gd name="connsiteX5-2435" fmla="*/ 738769 w 864475"/>
                  <a:gd name="connsiteY5-2436" fmla="*/ 68302 h 996364"/>
                  <a:gd name="connsiteX6-2437" fmla="*/ 857717 w 864475"/>
                  <a:gd name="connsiteY6-2438" fmla="*/ 376543 h 996364"/>
                  <a:gd name="connsiteX7-2439" fmla="*/ 689331 w 864475"/>
                  <a:gd name="connsiteY7-2440" fmla="*/ 634410 h 996364"/>
                  <a:gd name="connsiteX8-2441" fmla="*/ 820294 w 864475"/>
                  <a:gd name="connsiteY8-2442" fmla="*/ 821277 h 996364"/>
                  <a:gd name="connsiteX0-2443" fmla="*/ 820294 w 854717"/>
                  <a:gd name="connsiteY0-2444" fmla="*/ 821277 h 996364"/>
                  <a:gd name="connsiteX1-2445" fmla="*/ 646732 w 854717"/>
                  <a:gd name="connsiteY1-2446" fmla="*/ 967285 h 996364"/>
                  <a:gd name="connsiteX2-2447" fmla="*/ 206766 w 854717"/>
                  <a:gd name="connsiteY2-2448" fmla="*/ 927197 h 996364"/>
                  <a:gd name="connsiteX3-2449" fmla="*/ 3665 w 854717"/>
                  <a:gd name="connsiteY3-2450" fmla="*/ 427683 h 996364"/>
                  <a:gd name="connsiteX4-2451" fmla="*/ 314219 w 854717"/>
                  <a:gd name="connsiteY4-2452" fmla="*/ 42048 h 996364"/>
                  <a:gd name="connsiteX5-2453" fmla="*/ 738769 w 854717"/>
                  <a:gd name="connsiteY5-2454" fmla="*/ 68302 h 996364"/>
                  <a:gd name="connsiteX6-2455" fmla="*/ 844170 w 854717"/>
                  <a:gd name="connsiteY6-2456" fmla="*/ 309078 h 996364"/>
                  <a:gd name="connsiteX7-2457" fmla="*/ 689331 w 854717"/>
                  <a:gd name="connsiteY7-2458" fmla="*/ 634410 h 996364"/>
                  <a:gd name="connsiteX8-2459" fmla="*/ 820294 w 854717"/>
                  <a:gd name="connsiteY8-2460" fmla="*/ 821277 h 996364"/>
                  <a:gd name="connsiteX0-2461" fmla="*/ 820294 w 859223"/>
                  <a:gd name="connsiteY0-2462" fmla="*/ 821277 h 996364"/>
                  <a:gd name="connsiteX1-2463" fmla="*/ 646732 w 859223"/>
                  <a:gd name="connsiteY1-2464" fmla="*/ 967285 h 996364"/>
                  <a:gd name="connsiteX2-2465" fmla="*/ 206766 w 859223"/>
                  <a:gd name="connsiteY2-2466" fmla="*/ 927197 h 996364"/>
                  <a:gd name="connsiteX3-2467" fmla="*/ 3665 w 859223"/>
                  <a:gd name="connsiteY3-2468" fmla="*/ 427683 h 996364"/>
                  <a:gd name="connsiteX4-2469" fmla="*/ 314219 w 859223"/>
                  <a:gd name="connsiteY4-2470" fmla="*/ 42048 h 996364"/>
                  <a:gd name="connsiteX5-2471" fmla="*/ 738769 w 859223"/>
                  <a:gd name="connsiteY5-2472" fmla="*/ 68302 h 996364"/>
                  <a:gd name="connsiteX6-2473" fmla="*/ 844170 w 859223"/>
                  <a:gd name="connsiteY6-2474" fmla="*/ 309078 h 996364"/>
                  <a:gd name="connsiteX7-2475" fmla="*/ 689331 w 859223"/>
                  <a:gd name="connsiteY7-2476" fmla="*/ 634410 h 996364"/>
                  <a:gd name="connsiteX8-2477" fmla="*/ 820294 w 859223"/>
                  <a:gd name="connsiteY8-2478" fmla="*/ 821277 h 996364"/>
                  <a:gd name="connsiteX0-2479" fmla="*/ 820294 w 859223"/>
                  <a:gd name="connsiteY0-2480" fmla="*/ 821277 h 996364"/>
                  <a:gd name="connsiteX1-2481" fmla="*/ 646732 w 859223"/>
                  <a:gd name="connsiteY1-2482" fmla="*/ 967285 h 996364"/>
                  <a:gd name="connsiteX2-2483" fmla="*/ 206766 w 859223"/>
                  <a:gd name="connsiteY2-2484" fmla="*/ 927197 h 996364"/>
                  <a:gd name="connsiteX3-2485" fmla="*/ 3665 w 859223"/>
                  <a:gd name="connsiteY3-2486" fmla="*/ 427683 h 996364"/>
                  <a:gd name="connsiteX4-2487" fmla="*/ 314219 w 859223"/>
                  <a:gd name="connsiteY4-2488" fmla="*/ 42048 h 996364"/>
                  <a:gd name="connsiteX5-2489" fmla="*/ 738769 w 859223"/>
                  <a:gd name="connsiteY5-2490" fmla="*/ 68302 h 996364"/>
                  <a:gd name="connsiteX6-2491" fmla="*/ 844170 w 859223"/>
                  <a:gd name="connsiteY6-2492" fmla="*/ 309078 h 996364"/>
                  <a:gd name="connsiteX7-2493" fmla="*/ 689331 w 859223"/>
                  <a:gd name="connsiteY7-2494" fmla="*/ 634410 h 996364"/>
                  <a:gd name="connsiteX8-2495" fmla="*/ 820294 w 859223"/>
                  <a:gd name="connsiteY8-2496" fmla="*/ 821277 h 996364"/>
                  <a:gd name="connsiteX0-2497" fmla="*/ 820294 w 854278"/>
                  <a:gd name="connsiteY0-2498" fmla="*/ 821277 h 996364"/>
                  <a:gd name="connsiteX1-2499" fmla="*/ 646732 w 854278"/>
                  <a:gd name="connsiteY1-2500" fmla="*/ 967285 h 996364"/>
                  <a:gd name="connsiteX2-2501" fmla="*/ 206766 w 854278"/>
                  <a:gd name="connsiteY2-2502" fmla="*/ 927197 h 996364"/>
                  <a:gd name="connsiteX3-2503" fmla="*/ 3665 w 854278"/>
                  <a:gd name="connsiteY3-2504" fmla="*/ 427683 h 996364"/>
                  <a:gd name="connsiteX4-2505" fmla="*/ 314219 w 854278"/>
                  <a:gd name="connsiteY4-2506" fmla="*/ 42048 h 996364"/>
                  <a:gd name="connsiteX5-2507" fmla="*/ 738769 w 854278"/>
                  <a:gd name="connsiteY5-2508" fmla="*/ 68302 h 996364"/>
                  <a:gd name="connsiteX6-2509" fmla="*/ 844170 w 854278"/>
                  <a:gd name="connsiteY6-2510" fmla="*/ 309078 h 996364"/>
                  <a:gd name="connsiteX7-2511" fmla="*/ 689331 w 854278"/>
                  <a:gd name="connsiteY7-2512" fmla="*/ 634410 h 996364"/>
                  <a:gd name="connsiteX8-2513" fmla="*/ 820294 w 854278"/>
                  <a:gd name="connsiteY8-2514" fmla="*/ 821277 h 996364"/>
                  <a:gd name="connsiteX0-2515" fmla="*/ 805221 w 839205"/>
                  <a:gd name="connsiteY0-2516" fmla="*/ 821277 h 993483"/>
                  <a:gd name="connsiteX1-2517" fmla="*/ 631659 w 839205"/>
                  <a:gd name="connsiteY1-2518" fmla="*/ 967285 h 993483"/>
                  <a:gd name="connsiteX2-2519" fmla="*/ 191693 w 839205"/>
                  <a:gd name="connsiteY2-2520" fmla="*/ 927197 h 993483"/>
                  <a:gd name="connsiteX3-2521" fmla="*/ 4016 w 839205"/>
                  <a:gd name="connsiteY3-2522" fmla="*/ 482484 h 993483"/>
                  <a:gd name="connsiteX4-2523" fmla="*/ 299146 w 839205"/>
                  <a:gd name="connsiteY4-2524" fmla="*/ 42048 h 993483"/>
                  <a:gd name="connsiteX5-2525" fmla="*/ 723696 w 839205"/>
                  <a:gd name="connsiteY5-2526" fmla="*/ 68302 h 993483"/>
                  <a:gd name="connsiteX6-2527" fmla="*/ 829097 w 839205"/>
                  <a:gd name="connsiteY6-2528" fmla="*/ 309078 h 993483"/>
                  <a:gd name="connsiteX7-2529" fmla="*/ 674258 w 839205"/>
                  <a:gd name="connsiteY7-2530" fmla="*/ 634410 h 993483"/>
                  <a:gd name="connsiteX8-2531" fmla="*/ 805221 w 839205"/>
                  <a:gd name="connsiteY8-2532" fmla="*/ 821277 h 993483"/>
                  <a:gd name="connsiteX0-2533" fmla="*/ 810061 w 844045"/>
                  <a:gd name="connsiteY0-2534" fmla="*/ 821277 h 993397"/>
                  <a:gd name="connsiteX1-2535" fmla="*/ 636499 w 844045"/>
                  <a:gd name="connsiteY1-2536" fmla="*/ 967285 h 993397"/>
                  <a:gd name="connsiteX2-2537" fmla="*/ 196533 w 844045"/>
                  <a:gd name="connsiteY2-2538" fmla="*/ 927197 h 993397"/>
                  <a:gd name="connsiteX3-2539" fmla="*/ 3895 w 844045"/>
                  <a:gd name="connsiteY3-2540" fmla="*/ 484188 h 993397"/>
                  <a:gd name="connsiteX4-2541" fmla="*/ 303986 w 844045"/>
                  <a:gd name="connsiteY4-2542" fmla="*/ 42048 h 993397"/>
                  <a:gd name="connsiteX5-2543" fmla="*/ 728536 w 844045"/>
                  <a:gd name="connsiteY5-2544" fmla="*/ 68302 h 993397"/>
                  <a:gd name="connsiteX6-2545" fmla="*/ 833937 w 844045"/>
                  <a:gd name="connsiteY6-2546" fmla="*/ 309078 h 993397"/>
                  <a:gd name="connsiteX7-2547" fmla="*/ 679098 w 844045"/>
                  <a:gd name="connsiteY7-2548" fmla="*/ 634410 h 993397"/>
                  <a:gd name="connsiteX8-2549" fmla="*/ 810061 w 844045"/>
                  <a:gd name="connsiteY8-2550" fmla="*/ 821277 h 993397"/>
                  <a:gd name="connsiteX0-2551" fmla="*/ 810061 w 844045"/>
                  <a:gd name="connsiteY0-2552" fmla="*/ 825239 h 997359"/>
                  <a:gd name="connsiteX1-2553" fmla="*/ 636499 w 844045"/>
                  <a:gd name="connsiteY1-2554" fmla="*/ 971247 h 997359"/>
                  <a:gd name="connsiteX2-2555" fmla="*/ 196533 w 844045"/>
                  <a:gd name="connsiteY2-2556" fmla="*/ 931159 h 997359"/>
                  <a:gd name="connsiteX3-2557" fmla="*/ 3895 w 844045"/>
                  <a:gd name="connsiteY3-2558" fmla="*/ 488150 h 997359"/>
                  <a:gd name="connsiteX4-2559" fmla="*/ 303986 w 844045"/>
                  <a:gd name="connsiteY4-2560" fmla="*/ 46010 h 997359"/>
                  <a:gd name="connsiteX5-2561" fmla="*/ 728536 w 844045"/>
                  <a:gd name="connsiteY5-2562" fmla="*/ 72264 h 997359"/>
                  <a:gd name="connsiteX6-2563" fmla="*/ 833937 w 844045"/>
                  <a:gd name="connsiteY6-2564" fmla="*/ 313040 h 997359"/>
                  <a:gd name="connsiteX7-2565" fmla="*/ 679098 w 844045"/>
                  <a:gd name="connsiteY7-2566" fmla="*/ 638372 h 997359"/>
                  <a:gd name="connsiteX8-2567" fmla="*/ 810061 w 844045"/>
                  <a:gd name="connsiteY8-2568" fmla="*/ 825239 h 997359"/>
                  <a:gd name="connsiteX0-2569" fmla="*/ 810061 w 837826"/>
                  <a:gd name="connsiteY0-2570" fmla="*/ 825239 h 997359"/>
                  <a:gd name="connsiteX1-2571" fmla="*/ 636499 w 837826"/>
                  <a:gd name="connsiteY1-2572" fmla="*/ 971247 h 997359"/>
                  <a:gd name="connsiteX2-2573" fmla="*/ 196533 w 837826"/>
                  <a:gd name="connsiteY2-2574" fmla="*/ 931159 h 997359"/>
                  <a:gd name="connsiteX3-2575" fmla="*/ 3895 w 837826"/>
                  <a:gd name="connsiteY3-2576" fmla="*/ 488150 h 997359"/>
                  <a:gd name="connsiteX4-2577" fmla="*/ 303986 w 837826"/>
                  <a:gd name="connsiteY4-2578" fmla="*/ 46010 h 997359"/>
                  <a:gd name="connsiteX5-2579" fmla="*/ 728536 w 837826"/>
                  <a:gd name="connsiteY5-2580" fmla="*/ 72264 h 997359"/>
                  <a:gd name="connsiteX6-2581" fmla="*/ 833937 w 837826"/>
                  <a:gd name="connsiteY6-2582" fmla="*/ 313040 h 997359"/>
                  <a:gd name="connsiteX7-2583" fmla="*/ 679098 w 837826"/>
                  <a:gd name="connsiteY7-2584" fmla="*/ 638372 h 997359"/>
                  <a:gd name="connsiteX8-2585" fmla="*/ 810061 w 837826"/>
                  <a:gd name="connsiteY8-2586" fmla="*/ 825239 h 997359"/>
                  <a:gd name="connsiteX0-2587" fmla="*/ 810061 w 839752"/>
                  <a:gd name="connsiteY0-2588" fmla="*/ 825239 h 997359"/>
                  <a:gd name="connsiteX1-2589" fmla="*/ 636499 w 839752"/>
                  <a:gd name="connsiteY1-2590" fmla="*/ 971247 h 997359"/>
                  <a:gd name="connsiteX2-2591" fmla="*/ 196533 w 839752"/>
                  <a:gd name="connsiteY2-2592" fmla="*/ 931159 h 997359"/>
                  <a:gd name="connsiteX3-2593" fmla="*/ 3895 w 839752"/>
                  <a:gd name="connsiteY3-2594" fmla="*/ 488150 h 997359"/>
                  <a:gd name="connsiteX4-2595" fmla="*/ 303986 w 839752"/>
                  <a:gd name="connsiteY4-2596" fmla="*/ 46010 h 997359"/>
                  <a:gd name="connsiteX5-2597" fmla="*/ 728536 w 839752"/>
                  <a:gd name="connsiteY5-2598" fmla="*/ 72264 h 997359"/>
                  <a:gd name="connsiteX6-2599" fmla="*/ 833937 w 839752"/>
                  <a:gd name="connsiteY6-2600" fmla="*/ 313040 h 997359"/>
                  <a:gd name="connsiteX7-2601" fmla="*/ 679098 w 839752"/>
                  <a:gd name="connsiteY7-2602" fmla="*/ 638372 h 997359"/>
                  <a:gd name="connsiteX8-2603" fmla="*/ 810061 w 839752"/>
                  <a:gd name="connsiteY8-2604" fmla="*/ 825239 h 997359"/>
                  <a:gd name="connsiteX0-2605" fmla="*/ 810061 w 835020"/>
                  <a:gd name="connsiteY0-2606" fmla="*/ 825239 h 997359"/>
                  <a:gd name="connsiteX1-2607" fmla="*/ 636499 w 835020"/>
                  <a:gd name="connsiteY1-2608" fmla="*/ 971247 h 997359"/>
                  <a:gd name="connsiteX2-2609" fmla="*/ 196533 w 835020"/>
                  <a:gd name="connsiteY2-2610" fmla="*/ 931159 h 997359"/>
                  <a:gd name="connsiteX3-2611" fmla="*/ 3895 w 835020"/>
                  <a:gd name="connsiteY3-2612" fmla="*/ 488150 h 997359"/>
                  <a:gd name="connsiteX4-2613" fmla="*/ 303986 w 835020"/>
                  <a:gd name="connsiteY4-2614" fmla="*/ 46010 h 997359"/>
                  <a:gd name="connsiteX5-2615" fmla="*/ 728536 w 835020"/>
                  <a:gd name="connsiteY5-2616" fmla="*/ 72264 h 997359"/>
                  <a:gd name="connsiteX6-2617" fmla="*/ 833937 w 835020"/>
                  <a:gd name="connsiteY6-2618" fmla="*/ 313040 h 997359"/>
                  <a:gd name="connsiteX7-2619" fmla="*/ 679098 w 835020"/>
                  <a:gd name="connsiteY7-2620" fmla="*/ 638372 h 997359"/>
                  <a:gd name="connsiteX8-2621" fmla="*/ 810061 w 835020"/>
                  <a:gd name="connsiteY8-2622" fmla="*/ 825239 h 9973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119" y="connsiteY6-120"/>
                  </a:cxn>
                  <a:cxn ang="0">
                    <a:pos x="connsiteX7-135" y="connsiteY7-136"/>
                  </a:cxn>
                  <a:cxn ang="0">
                    <a:pos x="connsiteX8-153" y="connsiteY8-154"/>
                  </a:cxn>
                </a:cxnLst>
                <a:rect l="l" t="t" r="r" b="b"/>
                <a:pathLst>
                  <a:path w="835020" h="997359">
                    <a:moveTo>
                      <a:pt x="810061" y="825239"/>
                    </a:moveTo>
                    <a:cubicBezTo>
                      <a:pt x="802535" y="892973"/>
                      <a:pt x="793128" y="921694"/>
                      <a:pt x="636499" y="971247"/>
                    </a:cubicBezTo>
                    <a:cubicBezTo>
                      <a:pt x="509639" y="1010579"/>
                      <a:pt x="301967" y="1011675"/>
                      <a:pt x="196533" y="931159"/>
                    </a:cubicBezTo>
                    <a:cubicBezTo>
                      <a:pt x="91099" y="850643"/>
                      <a:pt x="-22619" y="627826"/>
                      <a:pt x="3895" y="488150"/>
                    </a:cubicBezTo>
                    <a:cubicBezTo>
                      <a:pt x="44850" y="274277"/>
                      <a:pt x="141406" y="135380"/>
                      <a:pt x="303986" y="46010"/>
                    </a:cubicBezTo>
                    <a:cubicBezTo>
                      <a:pt x="508213" y="-39080"/>
                      <a:pt x="629281" y="8213"/>
                      <a:pt x="728536" y="72264"/>
                    </a:cubicBezTo>
                    <a:cubicBezTo>
                      <a:pt x="818540" y="136504"/>
                      <a:pt x="840518" y="268354"/>
                      <a:pt x="833937" y="313040"/>
                    </a:cubicBezTo>
                    <a:cubicBezTo>
                      <a:pt x="812993" y="400119"/>
                      <a:pt x="656854" y="435873"/>
                      <a:pt x="679098" y="638372"/>
                    </a:cubicBezTo>
                    <a:cubicBezTo>
                      <a:pt x="735190" y="778476"/>
                      <a:pt x="812351" y="709408"/>
                      <a:pt x="810061" y="825239"/>
                    </a:cubicBezTo>
                    <a:close/>
                  </a:path>
                </a:pathLst>
              </a:cu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弦形 6"/>
              <p:cNvSpPr/>
              <p:nvPr/>
            </p:nvSpPr>
            <p:spPr>
              <a:xfrm rot="1036148">
                <a:off x="1617736" y="1355978"/>
                <a:ext cx="1077469" cy="1438744"/>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1" fmla="*/ 780530 w 780530"/>
                  <a:gd name="connsiteY0-2" fmla="*/ 780646 h 914567"/>
                  <a:gd name="connsiteX1-3" fmla="*/ 228641 w 780530"/>
                  <a:gd name="connsiteY1-4" fmla="*/ 853304 h 914567"/>
                  <a:gd name="connsiteX2-5" fmla="*/ 15620 w 780530"/>
                  <a:gd name="connsiteY2-6" fmla="*/ 339025 h 914567"/>
                  <a:gd name="connsiteX3-7" fmla="*/ 457241 w 780530"/>
                  <a:gd name="connsiteY3-8" fmla="*/ 157 h 914567"/>
                  <a:gd name="connsiteX4-9" fmla="*/ 587063 w 780530"/>
                  <a:gd name="connsiteY4-10" fmla="*/ 372690 h 914567"/>
                  <a:gd name="connsiteX5" fmla="*/ 780530 w 780530"/>
                  <a:gd name="connsiteY5" fmla="*/ 780646 h 914567"/>
                  <a:gd name="connsiteX0-11" fmla="*/ 780530 w 780530"/>
                  <a:gd name="connsiteY0-12" fmla="*/ 780646 h 914567"/>
                  <a:gd name="connsiteX1-13" fmla="*/ 228641 w 780530"/>
                  <a:gd name="connsiteY1-14" fmla="*/ 853304 h 914567"/>
                  <a:gd name="connsiteX2-15" fmla="*/ 15620 w 780530"/>
                  <a:gd name="connsiteY2-16" fmla="*/ 339025 h 914567"/>
                  <a:gd name="connsiteX3-17" fmla="*/ 457241 w 780530"/>
                  <a:gd name="connsiteY3-18" fmla="*/ 157 h 914567"/>
                  <a:gd name="connsiteX4-19" fmla="*/ 496752 w 780530"/>
                  <a:gd name="connsiteY4-20" fmla="*/ 463001 h 914567"/>
                  <a:gd name="connsiteX5-21" fmla="*/ 780530 w 780530"/>
                  <a:gd name="connsiteY5-22" fmla="*/ 780646 h 914567"/>
                  <a:gd name="connsiteX0-23" fmla="*/ 780530 w 780530"/>
                  <a:gd name="connsiteY0-24" fmla="*/ 780646 h 914567"/>
                  <a:gd name="connsiteX1-25" fmla="*/ 228641 w 780530"/>
                  <a:gd name="connsiteY1-26" fmla="*/ 853304 h 914567"/>
                  <a:gd name="connsiteX2-27" fmla="*/ 15620 w 780530"/>
                  <a:gd name="connsiteY2-28" fmla="*/ 339025 h 914567"/>
                  <a:gd name="connsiteX3-29" fmla="*/ 457241 w 780530"/>
                  <a:gd name="connsiteY3-30" fmla="*/ 157 h 914567"/>
                  <a:gd name="connsiteX4-31" fmla="*/ 496752 w 780530"/>
                  <a:gd name="connsiteY4-32" fmla="*/ 463001 h 914567"/>
                  <a:gd name="connsiteX5-33" fmla="*/ 780530 w 780530"/>
                  <a:gd name="connsiteY5-34" fmla="*/ 780646 h 914567"/>
                  <a:gd name="connsiteX0-35" fmla="*/ 780530 w 780530"/>
                  <a:gd name="connsiteY0-36" fmla="*/ 780646 h 914567"/>
                  <a:gd name="connsiteX1-37" fmla="*/ 228641 w 780530"/>
                  <a:gd name="connsiteY1-38" fmla="*/ 853304 h 914567"/>
                  <a:gd name="connsiteX2-39" fmla="*/ 15620 w 780530"/>
                  <a:gd name="connsiteY2-40" fmla="*/ 339025 h 914567"/>
                  <a:gd name="connsiteX3-41" fmla="*/ 457241 w 780530"/>
                  <a:gd name="connsiteY3-42" fmla="*/ 157 h 914567"/>
                  <a:gd name="connsiteX4-43" fmla="*/ 496752 w 780530"/>
                  <a:gd name="connsiteY4-44" fmla="*/ 463001 h 914567"/>
                  <a:gd name="connsiteX5-45" fmla="*/ 780530 w 780530"/>
                  <a:gd name="connsiteY5-46" fmla="*/ 780646 h 914567"/>
                  <a:gd name="connsiteX0-47" fmla="*/ 780530 w 830052"/>
                  <a:gd name="connsiteY0-48" fmla="*/ 814484 h 948405"/>
                  <a:gd name="connsiteX1-49" fmla="*/ 228641 w 830052"/>
                  <a:gd name="connsiteY1-50" fmla="*/ 887142 h 948405"/>
                  <a:gd name="connsiteX2-51" fmla="*/ 15620 w 830052"/>
                  <a:gd name="connsiteY2-52" fmla="*/ 372863 h 948405"/>
                  <a:gd name="connsiteX3-53" fmla="*/ 829775 w 830052"/>
                  <a:gd name="connsiteY3-54" fmla="*/ 128 h 948405"/>
                  <a:gd name="connsiteX4-55" fmla="*/ 496752 w 830052"/>
                  <a:gd name="connsiteY4-56" fmla="*/ 496839 h 948405"/>
                  <a:gd name="connsiteX5-57" fmla="*/ 780530 w 830052"/>
                  <a:gd name="connsiteY5-58" fmla="*/ 814484 h 948405"/>
                  <a:gd name="connsiteX0-59" fmla="*/ 780530 w 830209"/>
                  <a:gd name="connsiteY0-60" fmla="*/ 814484 h 948405"/>
                  <a:gd name="connsiteX1-61" fmla="*/ 228641 w 830209"/>
                  <a:gd name="connsiteY1-62" fmla="*/ 887142 h 948405"/>
                  <a:gd name="connsiteX2-63" fmla="*/ 15620 w 830209"/>
                  <a:gd name="connsiteY2-64" fmla="*/ 372863 h 948405"/>
                  <a:gd name="connsiteX3-65" fmla="*/ 829775 w 830209"/>
                  <a:gd name="connsiteY3-66" fmla="*/ 128 h 948405"/>
                  <a:gd name="connsiteX4-67" fmla="*/ 666085 w 830209"/>
                  <a:gd name="connsiteY4-68" fmla="*/ 496839 h 948405"/>
                  <a:gd name="connsiteX5-69" fmla="*/ 780530 w 830209"/>
                  <a:gd name="connsiteY5-70" fmla="*/ 814484 h 948405"/>
                  <a:gd name="connsiteX0-71" fmla="*/ 780530 w 830209"/>
                  <a:gd name="connsiteY0-72" fmla="*/ 814484 h 948405"/>
                  <a:gd name="connsiteX1-73" fmla="*/ 228641 w 830209"/>
                  <a:gd name="connsiteY1-74" fmla="*/ 887142 h 948405"/>
                  <a:gd name="connsiteX2-75" fmla="*/ 15620 w 830209"/>
                  <a:gd name="connsiteY2-76" fmla="*/ 372863 h 948405"/>
                  <a:gd name="connsiteX3-77" fmla="*/ 829775 w 830209"/>
                  <a:gd name="connsiteY3-78" fmla="*/ 128 h 948405"/>
                  <a:gd name="connsiteX4-79" fmla="*/ 666085 w 830209"/>
                  <a:gd name="connsiteY4-80" fmla="*/ 496839 h 948405"/>
                  <a:gd name="connsiteX5-81" fmla="*/ 780530 w 830209"/>
                  <a:gd name="connsiteY5-82" fmla="*/ 814484 h 948405"/>
                  <a:gd name="connsiteX0-83" fmla="*/ 1005077 w 1005077"/>
                  <a:gd name="connsiteY0-84" fmla="*/ 825773 h 940792"/>
                  <a:gd name="connsiteX1-85" fmla="*/ 227410 w 1005077"/>
                  <a:gd name="connsiteY1-86" fmla="*/ 887142 h 940792"/>
                  <a:gd name="connsiteX2-87" fmla="*/ 14389 w 1005077"/>
                  <a:gd name="connsiteY2-88" fmla="*/ 372863 h 940792"/>
                  <a:gd name="connsiteX3-89" fmla="*/ 828544 w 1005077"/>
                  <a:gd name="connsiteY3-90" fmla="*/ 128 h 940792"/>
                  <a:gd name="connsiteX4-91" fmla="*/ 664854 w 1005077"/>
                  <a:gd name="connsiteY4-92" fmla="*/ 496839 h 940792"/>
                  <a:gd name="connsiteX5-93" fmla="*/ 1005077 w 1005077"/>
                  <a:gd name="connsiteY5-94" fmla="*/ 825773 h 940792"/>
                  <a:gd name="connsiteX0-95" fmla="*/ 991934 w 991934"/>
                  <a:gd name="connsiteY0-96" fmla="*/ 850090 h 965109"/>
                  <a:gd name="connsiteX1-97" fmla="*/ 214267 w 991934"/>
                  <a:gd name="connsiteY1-98" fmla="*/ 911459 h 965109"/>
                  <a:gd name="connsiteX2-99" fmla="*/ 1246 w 991934"/>
                  <a:gd name="connsiteY2-100" fmla="*/ 397180 h 965109"/>
                  <a:gd name="connsiteX3-101" fmla="*/ 200156 w 991934"/>
                  <a:gd name="connsiteY3-102" fmla="*/ 80891 h 965109"/>
                  <a:gd name="connsiteX4-103" fmla="*/ 815401 w 991934"/>
                  <a:gd name="connsiteY4-104" fmla="*/ 24445 h 965109"/>
                  <a:gd name="connsiteX5-105" fmla="*/ 651711 w 991934"/>
                  <a:gd name="connsiteY5-106" fmla="*/ 521156 h 965109"/>
                  <a:gd name="connsiteX6" fmla="*/ 991934 w 991934"/>
                  <a:gd name="connsiteY6" fmla="*/ 850090 h 965109"/>
                  <a:gd name="connsiteX0-107" fmla="*/ 1032041 w 1032041"/>
                  <a:gd name="connsiteY0-108" fmla="*/ 850090 h 946338"/>
                  <a:gd name="connsiteX1-109" fmla="*/ 254374 w 1032041"/>
                  <a:gd name="connsiteY1-110" fmla="*/ 911459 h 946338"/>
                  <a:gd name="connsiteX2-111" fmla="*/ 14484 w 1032041"/>
                  <a:gd name="connsiteY2-112" fmla="*/ 679203 h 946338"/>
                  <a:gd name="connsiteX3-113" fmla="*/ 41353 w 1032041"/>
                  <a:gd name="connsiteY3-114" fmla="*/ 397180 h 946338"/>
                  <a:gd name="connsiteX4-115" fmla="*/ 240263 w 1032041"/>
                  <a:gd name="connsiteY4-116" fmla="*/ 80891 h 946338"/>
                  <a:gd name="connsiteX5-117" fmla="*/ 855508 w 1032041"/>
                  <a:gd name="connsiteY5-118" fmla="*/ 24445 h 946338"/>
                  <a:gd name="connsiteX6-119" fmla="*/ 691818 w 1032041"/>
                  <a:gd name="connsiteY6-120" fmla="*/ 521156 h 946338"/>
                  <a:gd name="connsiteX7" fmla="*/ 1032041 w 1032041"/>
                  <a:gd name="connsiteY7" fmla="*/ 850090 h 946338"/>
                  <a:gd name="connsiteX0-121" fmla="*/ 1032041 w 1032041"/>
                  <a:gd name="connsiteY0-122" fmla="*/ 850090 h 996854"/>
                  <a:gd name="connsiteX1-123" fmla="*/ 646663 w 1032041"/>
                  <a:gd name="connsiteY1-124" fmla="*/ 995292 h 996854"/>
                  <a:gd name="connsiteX2-125" fmla="*/ 254374 w 1032041"/>
                  <a:gd name="connsiteY2-126" fmla="*/ 911459 h 996854"/>
                  <a:gd name="connsiteX3-127" fmla="*/ 14484 w 1032041"/>
                  <a:gd name="connsiteY3-128" fmla="*/ 679203 h 996854"/>
                  <a:gd name="connsiteX4-129" fmla="*/ 41353 w 1032041"/>
                  <a:gd name="connsiteY4-130" fmla="*/ 397180 h 996854"/>
                  <a:gd name="connsiteX5-131" fmla="*/ 240263 w 1032041"/>
                  <a:gd name="connsiteY5-132" fmla="*/ 80891 h 996854"/>
                  <a:gd name="connsiteX6-133" fmla="*/ 855508 w 1032041"/>
                  <a:gd name="connsiteY6-134" fmla="*/ 24445 h 996854"/>
                  <a:gd name="connsiteX7-135" fmla="*/ 691818 w 1032041"/>
                  <a:gd name="connsiteY7-136" fmla="*/ 521156 h 996854"/>
                  <a:gd name="connsiteX8" fmla="*/ 1032041 w 1032041"/>
                  <a:gd name="connsiteY8" fmla="*/ 850090 h 996854"/>
                  <a:gd name="connsiteX0-137" fmla="*/ 1080179 w 1080179"/>
                  <a:gd name="connsiteY0-138" fmla="*/ 850090 h 996854"/>
                  <a:gd name="connsiteX1-139" fmla="*/ 694801 w 1080179"/>
                  <a:gd name="connsiteY1-140" fmla="*/ 995292 h 996854"/>
                  <a:gd name="connsiteX2-141" fmla="*/ 302512 w 1080179"/>
                  <a:gd name="connsiteY2-142" fmla="*/ 911459 h 996854"/>
                  <a:gd name="connsiteX3-143" fmla="*/ 62622 w 1080179"/>
                  <a:gd name="connsiteY3-144" fmla="*/ 679203 h 996854"/>
                  <a:gd name="connsiteX4-145" fmla="*/ 7018 w 1080179"/>
                  <a:gd name="connsiteY4-146" fmla="*/ 367230 h 996854"/>
                  <a:gd name="connsiteX5-147" fmla="*/ 288401 w 1080179"/>
                  <a:gd name="connsiteY5-148" fmla="*/ 80891 h 996854"/>
                  <a:gd name="connsiteX6-149" fmla="*/ 903646 w 1080179"/>
                  <a:gd name="connsiteY6-150" fmla="*/ 24445 h 996854"/>
                  <a:gd name="connsiteX7-151" fmla="*/ 739956 w 1080179"/>
                  <a:gd name="connsiteY7-152" fmla="*/ 521156 h 996854"/>
                  <a:gd name="connsiteX8-153" fmla="*/ 1080179 w 1080179"/>
                  <a:gd name="connsiteY8-154" fmla="*/ 850090 h 996854"/>
                  <a:gd name="connsiteX0-155" fmla="*/ 1086133 w 1086133"/>
                  <a:gd name="connsiteY0-156" fmla="*/ 850090 h 996818"/>
                  <a:gd name="connsiteX1-157" fmla="*/ 700755 w 1086133"/>
                  <a:gd name="connsiteY1-158" fmla="*/ 995292 h 996818"/>
                  <a:gd name="connsiteX2-159" fmla="*/ 308466 w 1086133"/>
                  <a:gd name="connsiteY2-160" fmla="*/ 911459 h 996818"/>
                  <a:gd name="connsiteX3-161" fmla="*/ 35588 w 1086133"/>
                  <a:gd name="connsiteY3-162" fmla="*/ 686690 h 996818"/>
                  <a:gd name="connsiteX4-163" fmla="*/ 12972 w 1086133"/>
                  <a:gd name="connsiteY4-164" fmla="*/ 367230 h 996818"/>
                  <a:gd name="connsiteX5-165" fmla="*/ 294355 w 1086133"/>
                  <a:gd name="connsiteY5-166" fmla="*/ 80891 h 996818"/>
                  <a:gd name="connsiteX6-167" fmla="*/ 909600 w 1086133"/>
                  <a:gd name="connsiteY6-168" fmla="*/ 24445 h 996818"/>
                  <a:gd name="connsiteX7-169" fmla="*/ 745910 w 1086133"/>
                  <a:gd name="connsiteY7-170" fmla="*/ 521156 h 996818"/>
                  <a:gd name="connsiteX8-171" fmla="*/ 1086133 w 1086133"/>
                  <a:gd name="connsiteY8-172" fmla="*/ 850090 h 996818"/>
                  <a:gd name="connsiteX0-173" fmla="*/ 1086133 w 1086133"/>
                  <a:gd name="connsiteY0-174" fmla="*/ 880078 h 1026806"/>
                  <a:gd name="connsiteX1-175" fmla="*/ 700755 w 1086133"/>
                  <a:gd name="connsiteY1-176" fmla="*/ 1025280 h 1026806"/>
                  <a:gd name="connsiteX2-177" fmla="*/ 308466 w 1086133"/>
                  <a:gd name="connsiteY2-178" fmla="*/ 941447 h 1026806"/>
                  <a:gd name="connsiteX3-179" fmla="*/ 35588 w 1086133"/>
                  <a:gd name="connsiteY3-180" fmla="*/ 716678 h 1026806"/>
                  <a:gd name="connsiteX4-181" fmla="*/ 12972 w 1086133"/>
                  <a:gd name="connsiteY4-182" fmla="*/ 397218 h 1026806"/>
                  <a:gd name="connsiteX5-183" fmla="*/ 294355 w 1086133"/>
                  <a:gd name="connsiteY5-184" fmla="*/ 110879 h 1026806"/>
                  <a:gd name="connsiteX6-185" fmla="*/ 598410 w 1086133"/>
                  <a:gd name="connsiteY6-186" fmla="*/ 15013 h 1026806"/>
                  <a:gd name="connsiteX7-187" fmla="*/ 909600 w 1086133"/>
                  <a:gd name="connsiteY7-188" fmla="*/ 54433 h 1026806"/>
                  <a:gd name="connsiteX8-189" fmla="*/ 745910 w 1086133"/>
                  <a:gd name="connsiteY8-190" fmla="*/ 551144 h 1026806"/>
                  <a:gd name="connsiteX9" fmla="*/ 1086133 w 1086133"/>
                  <a:gd name="connsiteY9" fmla="*/ 880078 h 1026806"/>
                  <a:gd name="connsiteX0-191" fmla="*/ 1086133 w 1086133"/>
                  <a:gd name="connsiteY0-192" fmla="*/ 869968 h 1016696"/>
                  <a:gd name="connsiteX1-193" fmla="*/ 700755 w 1086133"/>
                  <a:gd name="connsiteY1-194" fmla="*/ 1015170 h 1016696"/>
                  <a:gd name="connsiteX2-195" fmla="*/ 308466 w 1086133"/>
                  <a:gd name="connsiteY2-196" fmla="*/ 931337 h 1016696"/>
                  <a:gd name="connsiteX3-197" fmla="*/ 35588 w 1086133"/>
                  <a:gd name="connsiteY3-198" fmla="*/ 706568 h 1016696"/>
                  <a:gd name="connsiteX4-199" fmla="*/ 12972 w 1086133"/>
                  <a:gd name="connsiteY4-200" fmla="*/ 387108 h 1016696"/>
                  <a:gd name="connsiteX5-201" fmla="*/ 294355 w 1086133"/>
                  <a:gd name="connsiteY5-202" fmla="*/ 100769 h 1016696"/>
                  <a:gd name="connsiteX6-203" fmla="*/ 598410 w 1086133"/>
                  <a:gd name="connsiteY6-204" fmla="*/ 4903 h 1016696"/>
                  <a:gd name="connsiteX7-205" fmla="*/ 818880 w 1086133"/>
                  <a:gd name="connsiteY7-206" fmla="*/ 74273 h 1016696"/>
                  <a:gd name="connsiteX8-207" fmla="*/ 745910 w 1086133"/>
                  <a:gd name="connsiteY8-208" fmla="*/ 541034 h 1016696"/>
                  <a:gd name="connsiteX9-209" fmla="*/ 1086133 w 1086133"/>
                  <a:gd name="connsiteY9-210" fmla="*/ 869968 h 1016696"/>
                  <a:gd name="connsiteX0-211" fmla="*/ 945930 w 945930"/>
                  <a:gd name="connsiteY0-212" fmla="*/ 884943 h 1016696"/>
                  <a:gd name="connsiteX1-213" fmla="*/ 700755 w 945930"/>
                  <a:gd name="connsiteY1-214" fmla="*/ 1015170 h 1016696"/>
                  <a:gd name="connsiteX2-215" fmla="*/ 308466 w 945930"/>
                  <a:gd name="connsiteY2-216" fmla="*/ 931337 h 1016696"/>
                  <a:gd name="connsiteX3-217" fmla="*/ 35588 w 945930"/>
                  <a:gd name="connsiteY3-218" fmla="*/ 706568 h 1016696"/>
                  <a:gd name="connsiteX4-219" fmla="*/ 12972 w 945930"/>
                  <a:gd name="connsiteY4-220" fmla="*/ 387108 h 1016696"/>
                  <a:gd name="connsiteX5-221" fmla="*/ 294355 w 945930"/>
                  <a:gd name="connsiteY5-222" fmla="*/ 100769 h 1016696"/>
                  <a:gd name="connsiteX6-223" fmla="*/ 598410 w 945930"/>
                  <a:gd name="connsiteY6-224" fmla="*/ 4903 h 1016696"/>
                  <a:gd name="connsiteX7-225" fmla="*/ 818880 w 945930"/>
                  <a:gd name="connsiteY7-226" fmla="*/ 74273 h 1016696"/>
                  <a:gd name="connsiteX8-227" fmla="*/ 745910 w 945930"/>
                  <a:gd name="connsiteY8-228" fmla="*/ 541034 h 1016696"/>
                  <a:gd name="connsiteX9-229" fmla="*/ 945930 w 945930"/>
                  <a:gd name="connsiteY9-230" fmla="*/ 884943 h 1016696"/>
                  <a:gd name="connsiteX0-231" fmla="*/ 945930 w 945930"/>
                  <a:gd name="connsiteY0-232" fmla="*/ 884943 h 1016696"/>
                  <a:gd name="connsiteX1-233" fmla="*/ 700755 w 945930"/>
                  <a:gd name="connsiteY1-234" fmla="*/ 1015170 h 1016696"/>
                  <a:gd name="connsiteX2-235" fmla="*/ 308466 w 945930"/>
                  <a:gd name="connsiteY2-236" fmla="*/ 931337 h 1016696"/>
                  <a:gd name="connsiteX3-237" fmla="*/ 35588 w 945930"/>
                  <a:gd name="connsiteY3-238" fmla="*/ 706568 h 1016696"/>
                  <a:gd name="connsiteX4-239" fmla="*/ 12972 w 945930"/>
                  <a:gd name="connsiteY4-240" fmla="*/ 387108 h 1016696"/>
                  <a:gd name="connsiteX5-241" fmla="*/ 294355 w 945930"/>
                  <a:gd name="connsiteY5-242" fmla="*/ 100769 h 1016696"/>
                  <a:gd name="connsiteX6-243" fmla="*/ 598410 w 945930"/>
                  <a:gd name="connsiteY6-244" fmla="*/ 4903 h 1016696"/>
                  <a:gd name="connsiteX7-245" fmla="*/ 818880 w 945930"/>
                  <a:gd name="connsiteY7-246" fmla="*/ 74273 h 1016696"/>
                  <a:gd name="connsiteX8-247" fmla="*/ 745910 w 945930"/>
                  <a:gd name="connsiteY8-248" fmla="*/ 630882 h 1016696"/>
                  <a:gd name="connsiteX9-249" fmla="*/ 945930 w 945930"/>
                  <a:gd name="connsiteY9-250" fmla="*/ 884943 h 1016696"/>
                  <a:gd name="connsiteX0-251" fmla="*/ 945930 w 945930"/>
                  <a:gd name="connsiteY0-252" fmla="*/ 884943 h 1016696"/>
                  <a:gd name="connsiteX1-253" fmla="*/ 700755 w 945930"/>
                  <a:gd name="connsiteY1-254" fmla="*/ 1015170 h 1016696"/>
                  <a:gd name="connsiteX2-255" fmla="*/ 308466 w 945930"/>
                  <a:gd name="connsiteY2-256" fmla="*/ 931337 h 1016696"/>
                  <a:gd name="connsiteX3-257" fmla="*/ 35588 w 945930"/>
                  <a:gd name="connsiteY3-258" fmla="*/ 706568 h 1016696"/>
                  <a:gd name="connsiteX4-259" fmla="*/ 12972 w 945930"/>
                  <a:gd name="connsiteY4-260" fmla="*/ 387108 h 1016696"/>
                  <a:gd name="connsiteX5-261" fmla="*/ 294355 w 945930"/>
                  <a:gd name="connsiteY5-262" fmla="*/ 100769 h 1016696"/>
                  <a:gd name="connsiteX6-263" fmla="*/ 598410 w 945930"/>
                  <a:gd name="connsiteY6-264" fmla="*/ 4903 h 1016696"/>
                  <a:gd name="connsiteX7-265" fmla="*/ 818880 w 945930"/>
                  <a:gd name="connsiteY7-266" fmla="*/ 74273 h 1016696"/>
                  <a:gd name="connsiteX8-267" fmla="*/ 745910 w 945930"/>
                  <a:gd name="connsiteY8-268" fmla="*/ 630882 h 1016696"/>
                  <a:gd name="connsiteX9-269" fmla="*/ 945930 w 945930"/>
                  <a:gd name="connsiteY9-270" fmla="*/ 884943 h 1016696"/>
                  <a:gd name="connsiteX0-271" fmla="*/ 945930 w 945930"/>
                  <a:gd name="connsiteY0-272" fmla="*/ 881919 h 1013672"/>
                  <a:gd name="connsiteX1-273" fmla="*/ 700755 w 945930"/>
                  <a:gd name="connsiteY1-274" fmla="*/ 1012146 h 1013672"/>
                  <a:gd name="connsiteX2-275" fmla="*/ 308466 w 945930"/>
                  <a:gd name="connsiteY2-276" fmla="*/ 928313 h 1013672"/>
                  <a:gd name="connsiteX3-277" fmla="*/ 35588 w 945930"/>
                  <a:gd name="connsiteY3-278" fmla="*/ 703544 h 1013672"/>
                  <a:gd name="connsiteX4-279" fmla="*/ 12972 w 945930"/>
                  <a:gd name="connsiteY4-280" fmla="*/ 384084 h 1013672"/>
                  <a:gd name="connsiteX5-281" fmla="*/ 294355 w 945930"/>
                  <a:gd name="connsiteY5-282" fmla="*/ 97745 h 1013672"/>
                  <a:gd name="connsiteX6-283" fmla="*/ 598410 w 945930"/>
                  <a:gd name="connsiteY6-284" fmla="*/ 1879 h 1013672"/>
                  <a:gd name="connsiteX7-285" fmla="*/ 818880 w 945930"/>
                  <a:gd name="connsiteY7-286" fmla="*/ 71249 h 1013672"/>
                  <a:gd name="connsiteX8-287" fmla="*/ 796343 w 945930"/>
                  <a:gd name="connsiteY8-288" fmla="*/ 361272 h 1013672"/>
                  <a:gd name="connsiteX9-289" fmla="*/ 745910 w 945930"/>
                  <a:gd name="connsiteY9-290" fmla="*/ 627858 h 1013672"/>
                  <a:gd name="connsiteX10" fmla="*/ 945930 w 945930"/>
                  <a:gd name="connsiteY10" fmla="*/ 881919 h 1013672"/>
                  <a:gd name="connsiteX0-291" fmla="*/ 945930 w 945930"/>
                  <a:gd name="connsiteY0-292" fmla="*/ 881919 h 1013672"/>
                  <a:gd name="connsiteX1-293" fmla="*/ 700755 w 945930"/>
                  <a:gd name="connsiteY1-294" fmla="*/ 1012146 h 1013672"/>
                  <a:gd name="connsiteX2-295" fmla="*/ 308466 w 945930"/>
                  <a:gd name="connsiteY2-296" fmla="*/ 928313 h 1013672"/>
                  <a:gd name="connsiteX3-297" fmla="*/ 35588 w 945930"/>
                  <a:gd name="connsiteY3-298" fmla="*/ 703544 h 1013672"/>
                  <a:gd name="connsiteX4-299" fmla="*/ 12972 w 945930"/>
                  <a:gd name="connsiteY4-300" fmla="*/ 384084 h 1013672"/>
                  <a:gd name="connsiteX5-301" fmla="*/ 294355 w 945930"/>
                  <a:gd name="connsiteY5-302" fmla="*/ 97745 h 1013672"/>
                  <a:gd name="connsiteX6-303" fmla="*/ 598410 w 945930"/>
                  <a:gd name="connsiteY6-304" fmla="*/ 1879 h 1013672"/>
                  <a:gd name="connsiteX7-305" fmla="*/ 818880 w 945930"/>
                  <a:gd name="connsiteY7-306" fmla="*/ 71249 h 1013672"/>
                  <a:gd name="connsiteX8-307" fmla="*/ 796343 w 945930"/>
                  <a:gd name="connsiteY8-308" fmla="*/ 361272 h 1013672"/>
                  <a:gd name="connsiteX9-309" fmla="*/ 745910 w 945930"/>
                  <a:gd name="connsiteY9-310" fmla="*/ 627858 h 1013672"/>
                  <a:gd name="connsiteX10-311" fmla="*/ 945930 w 945930"/>
                  <a:gd name="connsiteY10-312" fmla="*/ 881919 h 1013672"/>
                  <a:gd name="connsiteX0-313" fmla="*/ 945930 w 945930"/>
                  <a:gd name="connsiteY0-314" fmla="*/ 881919 h 1013672"/>
                  <a:gd name="connsiteX1-315" fmla="*/ 700755 w 945930"/>
                  <a:gd name="connsiteY1-316" fmla="*/ 1012146 h 1013672"/>
                  <a:gd name="connsiteX2-317" fmla="*/ 308466 w 945930"/>
                  <a:gd name="connsiteY2-318" fmla="*/ 928313 h 1013672"/>
                  <a:gd name="connsiteX3-319" fmla="*/ 35588 w 945930"/>
                  <a:gd name="connsiteY3-320" fmla="*/ 703544 h 1013672"/>
                  <a:gd name="connsiteX4-321" fmla="*/ 12972 w 945930"/>
                  <a:gd name="connsiteY4-322" fmla="*/ 384084 h 1013672"/>
                  <a:gd name="connsiteX5-323" fmla="*/ 294355 w 945930"/>
                  <a:gd name="connsiteY5-324" fmla="*/ 97745 h 1013672"/>
                  <a:gd name="connsiteX6-325" fmla="*/ 598410 w 945930"/>
                  <a:gd name="connsiteY6-326" fmla="*/ 1879 h 1013672"/>
                  <a:gd name="connsiteX7-327" fmla="*/ 818880 w 945930"/>
                  <a:gd name="connsiteY7-328" fmla="*/ 71249 h 1013672"/>
                  <a:gd name="connsiteX8-329" fmla="*/ 796343 w 945930"/>
                  <a:gd name="connsiteY8-330" fmla="*/ 361272 h 1013672"/>
                  <a:gd name="connsiteX9-331" fmla="*/ 745910 w 945930"/>
                  <a:gd name="connsiteY9-332" fmla="*/ 627858 h 1013672"/>
                  <a:gd name="connsiteX10-333" fmla="*/ 945930 w 945930"/>
                  <a:gd name="connsiteY10-334" fmla="*/ 881919 h 1013672"/>
                  <a:gd name="connsiteX0-335" fmla="*/ 945930 w 945930"/>
                  <a:gd name="connsiteY0-336" fmla="*/ 880971 h 1012724"/>
                  <a:gd name="connsiteX1-337" fmla="*/ 700755 w 945930"/>
                  <a:gd name="connsiteY1-338" fmla="*/ 1011198 h 1012724"/>
                  <a:gd name="connsiteX2-339" fmla="*/ 308466 w 945930"/>
                  <a:gd name="connsiteY2-340" fmla="*/ 927365 h 1012724"/>
                  <a:gd name="connsiteX3-341" fmla="*/ 35588 w 945930"/>
                  <a:gd name="connsiteY3-342" fmla="*/ 702596 h 1012724"/>
                  <a:gd name="connsiteX4-343" fmla="*/ 12972 w 945930"/>
                  <a:gd name="connsiteY4-344" fmla="*/ 383136 h 1012724"/>
                  <a:gd name="connsiteX5-345" fmla="*/ 294355 w 945930"/>
                  <a:gd name="connsiteY5-346" fmla="*/ 96797 h 1012724"/>
                  <a:gd name="connsiteX6-347" fmla="*/ 598410 w 945930"/>
                  <a:gd name="connsiteY6-348" fmla="*/ 931 h 1012724"/>
                  <a:gd name="connsiteX7-349" fmla="*/ 901353 w 945930"/>
                  <a:gd name="connsiteY7-350" fmla="*/ 107737 h 1012724"/>
                  <a:gd name="connsiteX8-351" fmla="*/ 796343 w 945930"/>
                  <a:gd name="connsiteY8-352" fmla="*/ 360324 h 1012724"/>
                  <a:gd name="connsiteX9-353" fmla="*/ 745910 w 945930"/>
                  <a:gd name="connsiteY9-354" fmla="*/ 626910 h 1012724"/>
                  <a:gd name="connsiteX10-355" fmla="*/ 945930 w 945930"/>
                  <a:gd name="connsiteY10-356" fmla="*/ 880971 h 1012724"/>
                  <a:gd name="connsiteX0-357" fmla="*/ 945930 w 945930"/>
                  <a:gd name="connsiteY0-358" fmla="*/ 866236 h 997989"/>
                  <a:gd name="connsiteX1-359" fmla="*/ 700755 w 945930"/>
                  <a:gd name="connsiteY1-360" fmla="*/ 996463 h 997989"/>
                  <a:gd name="connsiteX2-361" fmla="*/ 308466 w 945930"/>
                  <a:gd name="connsiteY2-362" fmla="*/ 912630 h 997989"/>
                  <a:gd name="connsiteX3-363" fmla="*/ 35588 w 945930"/>
                  <a:gd name="connsiteY3-364" fmla="*/ 687861 h 997989"/>
                  <a:gd name="connsiteX4-365" fmla="*/ 12972 w 945930"/>
                  <a:gd name="connsiteY4-366" fmla="*/ 368401 h 997989"/>
                  <a:gd name="connsiteX5-367" fmla="*/ 294355 w 945930"/>
                  <a:gd name="connsiteY5-368" fmla="*/ 82062 h 997989"/>
                  <a:gd name="connsiteX6-369" fmla="*/ 631398 w 945930"/>
                  <a:gd name="connsiteY6-370" fmla="*/ 1171 h 997989"/>
                  <a:gd name="connsiteX7-371" fmla="*/ 901353 w 945930"/>
                  <a:gd name="connsiteY7-372" fmla="*/ 93002 h 997989"/>
                  <a:gd name="connsiteX8-373" fmla="*/ 796343 w 945930"/>
                  <a:gd name="connsiteY8-374" fmla="*/ 345589 h 997989"/>
                  <a:gd name="connsiteX9-375" fmla="*/ 745910 w 945930"/>
                  <a:gd name="connsiteY9-376" fmla="*/ 612175 h 997989"/>
                  <a:gd name="connsiteX10-377" fmla="*/ 945930 w 945930"/>
                  <a:gd name="connsiteY10-378" fmla="*/ 866236 h 997989"/>
                  <a:gd name="connsiteX0-379" fmla="*/ 924828 w 924828"/>
                  <a:gd name="connsiteY0-380" fmla="*/ 866236 h 997989"/>
                  <a:gd name="connsiteX1-381" fmla="*/ 679653 w 924828"/>
                  <a:gd name="connsiteY1-382" fmla="*/ 996463 h 997989"/>
                  <a:gd name="connsiteX2-383" fmla="*/ 287364 w 924828"/>
                  <a:gd name="connsiteY2-384" fmla="*/ 912630 h 997989"/>
                  <a:gd name="connsiteX3-385" fmla="*/ 14486 w 924828"/>
                  <a:gd name="connsiteY3-386" fmla="*/ 687861 h 997989"/>
                  <a:gd name="connsiteX4-387" fmla="*/ 41353 w 924828"/>
                  <a:gd name="connsiteY4-388" fmla="*/ 345939 h 997989"/>
                  <a:gd name="connsiteX5-389" fmla="*/ 273253 w 924828"/>
                  <a:gd name="connsiteY5-390" fmla="*/ 82062 h 997989"/>
                  <a:gd name="connsiteX6-391" fmla="*/ 610296 w 924828"/>
                  <a:gd name="connsiteY6-392" fmla="*/ 1171 h 997989"/>
                  <a:gd name="connsiteX7-393" fmla="*/ 880251 w 924828"/>
                  <a:gd name="connsiteY7-394" fmla="*/ 93002 h 997989"/>
                  <a:gd name="connsiteX8-395" fmla="*/ 775241 w 924828"/>
                  <a:gd name="connsiteY8-396" fmla="*/ 345589 h 997989"/>
                  <a:gd name="connsiteX9-397" fmla="*/ 724808 w 924828"/>
                  <a:gd name="connsiteY9-398" fmla="*/ 612175 h 997989"/>
                  <a:gd name="connsiteX10-399" fmla="*/ 924828 w 924828"/>
                  <a:gd name="connsiteY10-400" fmla="*/ 866236 h 997989"/>
                  <a:gd name="connsiteX0-401" fmla="*/ 924828 w 924828"/>
                  <a:gd name="connsiteY0-402" fmla="*/ 866236 h 997989"/>
                  <a:gd name="connsiteX1-403" fmla="*/ 679653 w 924828"/>
                  <a:gd name="connsiteY1-404" fmla="*/ 996463 h 997989"/>
                  <a:gd name="connsiteX2-405" fmla="*/ 287364 w 924828"/>
                  <a:gd name="connsiteY2-406" fmla="*/ 912630 h 997989"/>
                  <a:gd name="connsiteX3-407" fmla="*/ 14486 w 924828"/>
                  <a:gd name="connsiteY3-408" fmla="*/ 687861 h 997989"/>
                  <a:gd name="connsiteX4-409" fmla="*/ 41353 w 924828"/>
                  <a:gd name="connsiteY4-410" fmla="*/ 345939 h 997989"/>
                  <a:gd name="connsiteX5-411" fmla="*/ 273253 w 924828"/>
                  <a:gd name="connsiteY5-412" fmla="*/ 82062 h 997989"/>
                  <a:gd name="connsiteX6-413" fmla="*/ 610296 w 924828"/>
                  <a:gd name="connsiteY6-414" fmla="*/ 1171 h 997989"/>
                  <a:gd name="connsiteX7-415" fmla="*/ 880251 w 924828"/>
                  <a:gd name="connsiteY7-416" fmla="*/ 93002 h 997989"/>
                  <a:gd name="connsiteX8-417" fmla="*/ 775241 w 924828"/>
                  <a:gd name="connsiteY8-418" fmla="*/ 345589 h 997989"/>
                  <a:gd name="connsiteX9-419" fmla="*/ 724808 w 924828"/>
                  <a:gd name="connsiteY9-420" fmla="*/ 612175 h 997989"/>
                  <a:gd name="connsiteX10-421" fmla="*/ 924828 w 924828"/>
                  <a:gd name="connsiteY10-422" fmla="*/ 866236 h 997989"/>
                  <a:gd name="connsiteX0-423" fmla="*/ 935892 w 935892"/>
                  <a:gd name="connsiteY0-424" fmla="*/ 866236 h 997989"/>
                  <a:gd name="connsiteX1-425" fmla="*/ 690717 w 935892"/>
                  <a:gd name="connsiteY1-426" fmla="*/ 996463 h 997989"/>
                  <a:gd name="connsiteX2-427" fmla="*/ 298428 w 935892"/>
                  <a:gd name="connsiteY2-428" fmla="*/ 912630 h 997989"/>
                  <a:gd name="connsiteX3-429" fmla="*/ 25550 w 935892"/>
                  <a:gd name="connsiteY3-430" fmla="*/ 687861 h 997989"/>
                  <a:gd name="connsiteX4-431" fmla="*/ 19427 w 935892"/>
                  <a:gd name="connsiteY4-432" fmla="*/ 345939 h 997989"/>
                  <a:gd name="connsiteX5-433" fmla="*/ 284317 w 935892"/>
                  <a:gd name="connsiteY5-434" fmla="*/ 82062 h 997989"/>
                  <a:gd name="connsiteX6-435" fmla="*/ 621360 w 935892"/>
                  <a:gd name="connsiteY6-436" fmla="*/ 1171 h 997989"/>
                  <a:gd name="connsiteX7-437" fmla="*/ 891315 w 935892"/>
                  <a:gd name="connsiteY7-438" fmla="*/ 93002 h 997989"/>
                  <a:gd name="connsiteX8-439" fmla="*/ 786305 w 935892"/>
                  <a:gd name="connsiteY8-440" fmla="*/ 345589 h 997989"/>
                  <a:gd name="connsiteX9-441" fmla="*/ 735872 w 935892"/>
                  <a:gd name="connsiteY9-442" fmla="*/ 612175 h 997989"/>
                  <a:gd name="connsiteX10-443" fmla="*/ 935892 w 935892"/>
                  <a:gd name="connsiteY10-444" fmla="*/ 866236 h 997989"/>
                  <a:gd name="connsiteX0-445" fmla="*/ 949384 w 949384"/>
                  <a:gd name="connsiteY0-446" fmla="*/ 866236 h 997989"/>
                  <a:gd name="connsiteX1-447" fmla="*/ 704209 w 949384"/>
                  <a:gd name="connsiteY1-448" fmla="*/ 996463 h 997989"/>
                  <a:gd name="connsiteX2-449" fmla="*/ 311920 w 949384"/>
                  <a:gd name="connsiteY2-450" fmla="*/ 912630 h 997989"/>
                  <a:gd name="connsiteX3-451" fmla="*/ 39042 w 949384"/>
                  <a:gd name="connsiteY3-452" fmla="*/ 687861 h 997989"/>
                  <a:gd name="connsiteX4-453" fmla="*/ 32919 w 949384"/>
                  <a:gd name="connsiteY4-454" fmla="*/ 345939 h 997989"/>
                  <a:gd name="connsiteX5-455" fmla="*/ 297809 w 949384"/>
                  <a:gd name="connsiteY5-456" fmla="*/ 82062 h 997989"/>
                  <a:gd name="connsiteX6-457" fmla="*/ 634852 w 949384"/>
                  <a:gd name="connsiteY6-458" fmla="*/ 1171 h 997989"/>
                  <a:gd name="connsiteX7-459" fmla="*/ 904807 w 949384"/>
                  <a:gd name="connsiteY7-460" fmla="*/ 93002 h 997989"/>
                  <a:gd name="connsiteX8-461" fmla="*/ 799797 w 949384"/>
                  <a:gd name="connsiteY8-462" fmla="*/ 345589 h 997989"/>
                  <a:gd name="connsiteX9-463" fmla="*/ 749364 w 949384"/>
                  <a:gd name="connsiteY9-464" fmla="*/ 612175 h 997989"/>
                  <a:gd name="connsiteX10-465" fmla="*/ 949384 w 949384"/>
                  <a:gd name="connsiteY10-466" fmla="*/ 866236 h 997989"/>
                  <a:gd name="connsiteX0-467" fmla="*/ 949384 w 949384"/>
                  <a:gd name="connsiteY0-468" fmla="*/ 866236 h 997989"/>
                  <a:gd name="connsiteX1-469" fmla="*/ 704209 w 949384"/>
                  <a:gd name="connsiteY1-470" fmla="*/ 996463 h 997989"/>
                  <a:gd name="connsiteX2-471" fmla="*/ 311920 w 949384"/>
                  <a:gd name="connsiteY2-472" fmla="*/ 912630 h 997989"/>
                  <a:gd name="connsiteX3-473" fmla="*/ 39042 w 949384"/>
                  <a:gd name="connsiteY3-474" fmla="*/ 687861 h 997989"/>
                  <a:gd name="connsiteX4-475" fmla="*/ 32919 w 949384"/>
                  <a:gd name="connsiteY4-476" fmla="*/ 345939 h 997989"/>
                  <a:gd name="connsiteX5-477" fmla="*/ 297809 w 949384"/>
                  <a:gd name="connsiteY5-478" fmla="*/ 82062 h 997989"/>
                  <a:gd name="connsiteX6-479" fmla="*/ 634852 w 949384"/>
                  <a:gd name="connsiteY6-480" fmla="*/ 1171 h 997989"/>
                  <a:gd name="connsiteX7-481" fmla="*/ 904807 w 949384"/>
                  <a:gd name="connsiteY7-482" fmla="*/ 93002 h 997989"/>
                  <a:gd name="connsiteX8-483" fmla="*/ 799797 w 949384"/>
                  <a:gd name="connsiteY8-484" fmla="*/ 345589 h 997989"/>
                  <a:gd name="connsiteX9-485" fmla="*/ 749364 w 949384"/>
                  <a:gd name="connsiteY9-486" fmla="*/ 612175 h 997989"/>
                  <a:gd name="connsiteX10-487" fmla="*/ 949384 w 949384"/>
                  <a:gd name="connsiteY10-488" fmla="*/ 866236 h 997989"/>
                  <a:gd name="connsiteX0-489" fmla="*/ 866912 w 911428"/>
                  <a:gd name="connsiteY0-490" fmla="*/ 866236 h 997989"/>
                  <a:gd name="connsiteX1-491" fmla="*/ 704209 w 911428"/>
                  <a:gd name="connsiteY1-492" fmla="*/ 996463 h 997989"/>
                  <a:gd name="connsiteX2-493" fmla="*/ 311920 w 911428"/>
                  <a:gd name="connsiteY2-494" fmla="*/ 912630 h 997989"/>
                  <a:gd name="connsiteX3-495" fmla="*/ 39042 w 911428"/>
                  <a:gd name="connsiteY3-496" fmla="*/ 687861 h 997989"/>
                  <a:gd name="connsiteX4-497" fmla="*/ 32919 w 911428"/>
                  <a:gd name="connsiteY4-498" fmla="*/ 345939 h 997989"/>
                  <a:gd name="connsiteX5-499" fmla="*/ 297809 w 911428"/>
                  <a:gd name="connsiteY5-500" fmla="*/ 82062 h 997989"/>
                  <a:gd name="connsiteX6-501" fmla="*/ 634852 w 911428"/>
                  <a:gd name="connsiteY6-502" fmla="*/ 1171 h 997989"/>
                  <a:gd name="connsiteX7-503" fmla="*/ 904807 w 911428"/>
                  <a:gd name="connsiteY7-504" fmla="*/ 93002 h 997989"/>
                  <a:gd name="connsiteX8-505" fmla="*/ 799797 w 911428"/>
                  <a:gd name="connsiteY8-506" fmla="*/ 345589 h 997989"/>
                  <a:gd name="connsiteX9-507" fmla="*/ 749364 w 911428"/>
                  <a:gd name="connsiteY9-508" fmla="*/ 612175 h 997989"/>
                  <a:gd name="connsiteX10-509" fmla="*/ 866912 w 911428"/>
                  <a:gd name="connsiteY10-510" fmla="*/ 866236 h 997989"/>
                  <a:gd name="connsiteX0-511" fmla="*/ 866912 w 911428"/>
                  <a:gd name="connsiteY0-512" fmla="*/ 866236 h 997989"/>
                  <a:gd name="connsiteX1-513" fmla="*/ 704209 w 911428"/>
                  <a:gd name="connsiteY1-514" fmla="*/ 996463 h 997989"/>
                  <a:gd name="connsiteX2-515" fmla="*/ 311920 w 911428"/>
                  <a:gd name="connsiteY2-516" fmla="*/ 912630 h 997989"/>
                  <a:gd name="connsiteX3-517" fmla="*/ 39042 w 911428"/>
                  <a:gd name="connsiteY3-518" fmla="*/ 687861 h 997989"/>
                  <a:gd name="connsiteX4-519" fmla="*/ 32919 w 911428"/>
                  <a:gd name="connsiteY4-520" fmla="*/ 345939 h 997989"/>
                  <a:gd name="connsiteX5-521" fmla="*/ 297809 w 911428"/>
                  <a:gd name="connsiteY5-522" fmla="*/ 82062 h 997989"/>
                  <a:gd name="connsiteX6-523" fmla="*/ 634852 w 911428"/>
                  <a:gd name="connsiteY6-524" fmla="*/ 1171 h 997989"/>
                  <a:gd name="connsiteX7-525" fmla="*/ 904807 w 911428"/>
                  <a:gd name="connsiteY7-526" fmla="*/ 93002 h 997989"/>
                  <a:gd name="connsiteX8-527" fmla="*/ 799797 w 911428"/>
                  <a:gd name="connsiteY8-528" fmla="*/ 345589 h 997989"/>
                  <a:gd name="connsiteX9-529" fmla="*/ 749364 w 911428"/>
                  <a:gd name="connsiteY9-530" fmla="*/ 612175 h 997989"/>
                  <a:gd name="connsiteX10-531" fmla="*/ 866912 w 911428"/>
                  <a:gd name="connsiteY10-532" fmla="*/ 866236 h 997989"/>
                  <a:gd name="connsiteX0-533" fmla="*/ 866912 w 911428"/>
                  <a:gd name="connsiteY0-534" fmla="*/ 866236 h 969320"/>
                  <a:gd name="connsiteX1-535" fmla="*/ 654726 w 911428"/>
                  <a:gd name="connsiteY1-536" fmla="*/ 966513 h 969320"/>
                  <a:gd name="connsiteX2-537" fmla="*/ 311920 w 911428"/>
                  <a:gd name="connsiteY2-538" fmla="*/ 912630 h 969320"/>
                  <a:gd name="connsiteX3-539" fmla="*/ 39042 w 911428"/>
                  <a:gd name="connsiteY3-540" fmla="*/ 687861 h 969320"/>
                  <a:gd name="connsiteX4-541" fmla="*/ 32919 w 911428"/>
                  <a:gd name="connsiteY4-542" fmla="*/ 345939 h 969320"/>
                  <a:gd name="connsiteX5-543" fmla="*/ 297809 w 911428"/>
                  <a:gd name="connsiteY5-544" fmla="*/ 82062 h 969320"/>
                  <a:gd name="connsiteX6-545" fmla="*/ 634852 w 911428"/>
                  <a:gd name="connsiteY6-546" fmla="*/ 1171 h 969320"/>
                  <a:gd name="connsiteX7-547" fmla="*/ 904807 w 911428"/>
                  <a:gd name="connsiteY7-548" fmla="*/ 93002 h 969320"/>
                  <a:gd name="connsiteX8-549" fmla="*/ 799797 w 911428"/>
                  <a:gd name="connsiteY8-550" fmla="*/ 345589 h 969320"/>
                  <a:gd name="connsiteX9-551" fmla="*/ 749364 w 911428"/>
                  <a:gd name="connsiteY9-552" fmla="*/ 612175 h 969320"/>
                  <a:gd name="connsiteX10-553" fmla="*/ 866912 w 911428"/>
                  <a:gd name="connsiteY10-554" fmla="*/ 866236 h 969320"/>
                  <a:gd name="connsiteX0-555" fmla="*/ 866912 w 922712"/>
                  <a:gd name="connsiteY0-556" fmla="*/ 866001 h 969085"/>
                  <a:gd name="connsiteX1-557" fmla="*/ 654726 w 922712"/>
                  <a:gd name="connsiteY1-558" fmla="*/ 966278 h 969085"/>
                  <a:gd name="connsiteX2-559" fmla="*/ 311920 w 922712"/>
                  <a:gd name="connsiteY2-560" fmla="*/ 912395 h 969085"/>
                  <a:gd name="connsiteX3-561" fmla="*/ 39042 w 922712"/>
                  <a:gd name="connsiteY3-562" fmla="*/ 687626 h 969085"/>
                  <a:gd name="connsiteX4-563" fmla="*/ 32919 w 922712"/>
                  <a:gd name="connsiteY4-564" fmla="*/ 345704 h 969085"/>
                  <a:gd name="connsiteX5-565" fmla="*/ 297809 w 922712"/>
                  <a:gd name="connsiteY5-566" fmla="*/ 81827 h 969085"/>
                  <a:gd name="connsiteX6-567" fmla="*/ 634852 w 922712"/>
                  <a:gd name="connsiteY6-568" fmla="*/ 936 h 969085"/>
                  <a:gd name="connsiteX7-569" fmla="*/ 904807 w 922712"/>
                  <a:gd name="connsiteY7-570" fmla="*/ 92767 h 969085"/>
                  <a:gd name="connsiteX8-571" fmla="*/ 890518 w 922712"/>
                  <a:gd name="connsiteY8-572" fmla="*/ 233044 h 969085"/>
                  <a:gd name="connsiteX9-573" fmla="*/ 799797 w 922712"/>
                  <a:gd name="connsiteY9-574" fmla="*/ 345354 h 969085"/>
                  <a:gd name="connsiteX10-575" fmla="*/ 749364 w 922712"/>
                  <a:gd name="connsiteY10-576" fmla="*/ 611940 h 969085"/>
                  <a:gd name="connsiteX11" fmla="*/ 866912 w 922712"/>
                  <a:gd name="connsiteY11" fmla="*/ 866001 h 969085"/>
                  <a:gd name="connsiteX0-577" fmla="*/ 866912 w 922712"/>
                  <a:gd name="connsiteY0-578" fmla="*/ 843959 h 947043"/>
                  <a:gd name="connsiteX1-579" fmla="*/ 654726 w 922712"/>
                  <a:gd name="connsiteY1-580" fmla="*/ 944236 h 947043"/>
                  <a:gd name="connsiteX2-581" fmla="*/ 311920 w 922712"/>
                  <a:gd name="connsiteY2-582" fmla="*/ 890353 h 947043"/>
                  <a:gd name="connsiteX3-583" fmla="*/ 39042 w 922712"/>
                  <a:gd name="connsiteY3-584" fmla="*/ 665584 h 947043"/>
                  <a:gd name="connsiteX4-585" fmla="*/ 32919 w 922712"/>
                  <a:gd name="connsiteY4-586" fmla="*/ 323662 h 947043"/>
                  <a:gd name="connsiteX5-587" fmla="*/ 297809 w 922712"/>
                  <a:gd name="connsiteY5-588" fmla="*/ 59785 h 947043"/>
                  <a:gd name="connsiteX6-589" fmla="*/ 651347 w 922712"/>
                  <a:gd name="connsiteY6-590" fmla="*/ 1356 h 947043"/>
                  <a:gd name="connsiteX7-591" fmla="*/ 904807 w 922712"/>
                  <a:gd name="connsiteY7-592" fmla="*/ 70725 h 947043"/>
                  <a:gd name="connsiteX8-593" fmla="*/ 890518 w 922712"/>
                  <a:gd name="connsiteY8-594" fmla="*/ 211002 h 947043"/>
                  <a:gd name="connsiteX9-595" fmla="*/ 799797 w 922712"/>
                  <a:gd name="connsiteY9-596" fmla="*/ 323312 h 947043"/>
                  <a:gd name="connsiteX10-597" fmla="*/ 749364 w 922712"/>
                  <a:gd name="connsiteY10-598" fmla="*/ 589898 h 947043"/>
                  <a:gd name="connsiteX11-599" fmla="*/ 866912 w 922712"/>
                  <a:gd name="connsiteY11-600" fmla="*/ 843959 h 947043"/>
                  <a:gd name="connsiteX0-601" fmla="*/ 866912 w 922712"/>
                  <a:gd name="connsiteY0-602" fmla="*/ 858621 h 961705"/>
                  <a:gd name="connsiteX1-603" fmla="*/ 654726 w 922712"/>
                  <a:gd name="connsiteY1-604" fmla="*/ 958898 h 961705"/>
                  <a:gd name="connsiteX2-605" fmla="*/ 311920 w 922712"/>
                  <a:gd name="connsiteY2-606" fmla="*/ 905015 h 961705"/>
                  <a:gd name="connsiteX3-607" fmla="*/ 39042 w 922712"/>
                  <a:gd name="connsiteY3-608" fmla="*/ 680246 h 961705"/>
                  <a:gd name="connsiteX4-609" fmla="*/ 32919 w 922712"/>
                  <a:gd name="connsiteY4-610" fmla="*/ 338324 h 961705"/>
                  <a:gd name="connsiteX5-611" fmla="*/ 297809 w 922712"/>
                  <a:gd name="connsiteY5-612" fmla="*/ 74447 h 961705"/>
                  <a:gd name="connsiteX6-613" fmla="*/ 568875 w 922712"/>
                  <a:gd name="connsiteY6-614" fmla="*/ 1043 h 961705"/>
                  <a:gd name="connsiteX7-615" fmla="*/ 904807 w 922712"/>
                  <a:gd name="connsiteY7-616" fmla="*/ 85387 h 961705"/>
                  <a:gd name="connsiteX8-617" fmla="*/ 890518 w 922712"/>
                  <a:gd name="connsiteY8-618" fmla="*/ 225664 h 961705"/>
                  <a:gd name="connsiteX9-619" fmla="*/ 799797 w 922712"/>
                  <a:gd name="connsiteY9-620" fmla="*/ 337974 h 961705"/>
                  <a:gd name="connsiteX10-621" fmla="*/ 749364 w 922712"/>
                  <a:gd name="connsiteY10-622" fmla="*/ 604560 h 961705"/>
                  <a:gd name="connsiteX11-623" fmla="*/ 866912 w 922712"/>
                  <a:gd name="connsiteY11-624" fmla="*/ 858621 h 961705"/>
                  <a:gd name="connsiteX0-625" fmla="*/ 866912 w 912474"/>
                  <a:gd name="connsiteY0-626" fmla="*/ 859020 h 962104"/>
                  <a:gd name="connsiteX1-627" fmla="*/ 654726 w 912474"/>
                  <a:gd name="connsiteY1-628" fmla="*/ 959297 h 962104"/>
                  <a:gd name="connsiteX2-629" fmla="*/ 311920 w 912474"/>
                  <a:gd name="connsiteY2-630" fmla="*/ 905414 h 962104"/>
                  <a:gd name="connsiteX3-631" fmla="*/ 39042 w 912474"/>
                  <a:gd name="connsiteY3-632" fmla="*/ 680645 h 962104"/>
                  <a:gd name="connsiteX4-633" fmla="*/ 32919 w 912474"/>
                  <a:gd name="connsiteY4-634" fmla="*/ 338723 h 962104"/>
                  <a:gd name="connsiteX5-635" fmla="*/ 297809 w 912474"/>
                  <a:gd name="connsiteY5-636" fmla="*/ 74846 h 962104"/>
                  <a:gd name="connsiteX6-637" fmla="*/ 568875 w 912474"/>
                  <a:gd name="connsiteY6-638" fmla="*/ 1442 h 962104"/>
                  <a:gd name="connsiteX7-639" fmla="*/ 904807 w 912474"/>
                  <a:gd name="connsiteY7-640" fmla="*/ 85786 h 962104"/>
                  <a:gd name="connsiteX8-641" fmla="*/ 799797 w 912474"/>
                  <a:gd name="connsiteY8-642" fmla="*/ 338373 h 962104"/>
                  <a:gd name="connsiteX9-643" fmla="*/ 749364 w 912474"/>
                  <a:gd name="connsiteY9-644" fmla="*/ 604959 h 962104"/>
                  <a:gd name="connsiteX10-645" fmla="*/ 866912 w 912474"/>
                  <a:gd name="connsiteY10-646" fmla="*/ 859020 h 962104"/>
                  <a:gd name="connsiteX0-647" fmla="*/ 866912 w 912474"/>
                  <a:gd name="connsiteY0-648" fmla="*/ 861538 h 964622"/>
                  <a:gd name="connsiteX1-649" fmla="*/ 654726 w 912474"/>
                  <a:gd name="connsiteY1-650" fmla="*/ 961815 h 964622"/>
                  <a:gd name="connsiteX2-651" fmla="*/ 311920 w 912474"/>
                  <a:gd name="connsiteY2-652" fmla="*/ 907932 h 964622"/>
                  <a:gd name="connsiteX3-653" fmla="*/ 39042 w 912474"/>
                  <a:gd name="connsiteY3-654" fmla="*/ 683163 h 964622"/>
                  <a:gd name="connsiteX4-655" fmla="*/ 32919 w 912474"/>
                  <a:gd name="connsiteY4-656" fmla="*/ 341241 h 964622"/>
                  <a:gd name="connsiteX5-657" fmla="*/ 297809 w 912474"/>
                  <a:gd name="connsiteY5-658" fmla="*/ 77364 h 964622"/>
                  <a:gd name="connsiteX6-659" fmla="*/ 568875 w 912474"/>
                  <a:gd name="connsiteY6-660" fmla="*/ 3960 h 964622"/>
                  <a:gd name="connsiteX7-661" fmla="*/ 904807 w 912474"/>
                  <a:gd name="connsiteY7-662" fmla="*/ 88304 h 964622"/>
                  <a:gd name="connsiteX8-663" fmla="*/ 799797 w 912474"/>
                  <a:gd name="connsiteY8-664" fmla="*/ 340891 h 964622"/>
                  <a:gd name="connsiteX9-665" fmla="*/ 749364 w 912474"/>
                  <a:gd name="connsiteY9-666" fmla="*/ 607477 h 964622"/>
                  <a:gd name="connsiteX10-667" fmla="*/ 866912 w 912474"/>
                  <a:gd name="connsiteY10-668" fmla="*/ 861538 h 964622"/>
                  <a:gd name="connsiteX0-669" fmla="*/ 866912 w 943348"/>
                  <a:gd name="connsiteY0-670" fmla="*/ 861538 h 964622"/>
                  <a:gd name="connsiteX1-671" fmla="*/ 654726 w 943348"/>
                  <a:gd name="connsiteY1-672" fmla="*/ 961815 h 964622"/>
                  <a:gd name="connsiteX2-673" fmla="*/ 311920 w 943348"/>
                  <a:gd name="connsiteY2-674" fmla="*/ 907932 h 964622"/>
                  <a:gd name="connsiteX3-675" fmla="*/ 39042 w 943348"/>
                  <a:gd name="connsiteY3-676" fmla="*/ 683163 h 964622"/>
                  <a:gd name="connsiteX4-677" fmla="*/ 32919 w 943348"/>
                  <a:gd name="connsiteY4-678" fmla="*/ 341241 h 964622"/>
                  <a:gd name="connsiteX5-679" fmla="*/ 297809 w 943348"/>
                  <a:gd name="connsiteY5-680" fmla="*/ 77364 h 964622"/>
                  <a:gd name="connsiteX6-681" fmla="*/ 568875 w 943348"/>
                  <a:gd name="connsiteY6-682" fmla="*/ 3960 h 964622"/>
                  <a:gd name="connsiteX7-683" fmla="*/ 904807 w 943348"/>
                  <a:gd name="connsiteY7-684" fmla="*/ 88304 h 964622"/>
                  <a:gd name="connsiteX8-685" fmla="*/ 799797 w 943348"/>
                  <a:gd name="connsiteY8-686" fmla="*/ 340891 h 964622"/>
                  <a:gd name="connsiteX9-687" fmla="*/ 749364 w 943348"/>
                  <a:gd name="connsiteY9-688" fmla="*/ 607477 h 964622"/>
                  <a:gd name="connsiteX10-689" fmla="*/ 866912 w 943348"/>
                  <a:gd name="connsiteY10-690" fmla="*/ 861538 h 964622"/>
                  <a:gd name="connsiteX0-691" fmla="*/ 866912 w 943348"/>
                  <a:gd name="connsiteY0-692" fmla="*/ 861538 h 964622"/>
                  <a:gd name="connsiteX1-693" fmla="*/ 654726 w 943348"/>
                  <a:gd name="connsiteY1-694" fmla="*/ 961815 h 964622"/>
                  <a:gd name="connsiteX2-695" fmla="*/ 311920 w 943348"/>
                  <a:gd name="connsiteY2-696" fmla="*/ 907932 h 964622"/>
                  <a:gd name="connsiteX3-697" fmla="*/ 39042 w 943348"/>
                  <a:gd name="connsiteY3-698" fmla="*/ 683163 h 964622"/>
                  <a:gd name="connsiteX4-699" fmla="*/ 32919 w 943348"/>
                  <a:gd name="connsiteY4-700" fmla="*/ 341241 h 964622"/>
                  <a:gd name="connsiteX5-701" fmla="*/ 297809 w 943348"/>
                  <a:gd name="connsiteY5-702" fmla="*/ 77364 h 964622"/>
                  <a:gd name="connsiteX6-703" fmla="*/ 568875 w 943348"/>
                  <a:gd name="connsiteY6-704" fmla="*/ 3960 h 964622"/>
                  <a:gd name="connsiteX7-705" fmla="*/ 904807 w 943348"/>
                  <a:gd name="connsiteY7-706" fmla="*/ 88304 h 964622"/>
                  <a:gd name="connsiteX8-707" fmla="*/ 799797 w 943348"/>
                  <a:gd name="connsiteY8-708" fmla="*/ 340891 h 964622"/>
                  <a:gd name="connsiteX9-709" fmla="*/ 749364 w 943348"/>
                  <a:gd name="connsiteY9-710" fmla="*/ 585015 h 964622"/>
                  <a:gd name="connsiteX10-711" fmla="*/ 866912 w 943348"/>
                  <a:gd name="connsiteY10-712" fmla="*/ 861538 h 964622"/>
                  <a:gd name="connsiteX0-713" fmla="*/ 866912 w 934777"/>
                  <a:gd name="connsiteY0-714" fmla="*/ 861538 h 964622"/>
                  <a:gd name="connsiteX1-715" fmla="*/ 654726 w 934777"/>
                  <a:gd name="connsiteY1-716" fmla="*/ 961815 h 964622"/>
                  <a:gd name="connsiteX2-717" fmla="*/ 311920 w 934777"/>
                  <a:gd name="connsiteY2-718" fmla="*/ 907932 h 964622"/>
                  <a:gd name="connsiteX3-719" fmla="*/ 39042 w 934777"/>
                  <a:gd name="connsiteY3-720" fmla="*/ 683163 h 964622"/>
                  <a:gd name="connsiteX4-721" fmla="*/ 32919 w 934777"/>
                  <a:gd name="connsiteY4-722" fmla="*/ 341241 h 964622"/>
                  <a:gd name="connsiteX5-723" fmla="*/ 297809 w 934777"/>
                  <a:gd name="connsiteY5-724" fmla="*/ 77364 h 964622"/>
                  <a:gd name="connsiteX6-725" fmla="*/ 568875 w 934777"/>
                  <a:gd name="connsiteY6-726" fmla="*/ 3960 h 964622"/>
                  <a:gd name="connsiteX7-727" fmla="*/ 904807 w 934777"/>
                  <a:gd name="connsiteY7-728" fmla="*/ 88304 h 964622"/>
                  <a:gd name="connsiteX8-729" fmla="*/ 717325 w 934777"/>
                  <a:gd name="connsiteY8-730" fmla="*/ 423252 h 964622"/>
                  <a:gd name="connsiteX9-731" fmla="*/ 749364 w 934777"/>
                  <a:gd name="connsiteY9-732" fmla="*/ 585015 h 964622"/>
                  <a:gd name="connsiteX10-733" fmla="*/ 866912 w 934777"/>
                  <a:gd name="connsiteY10-734" fmla="*/ 861538 h 964622"/>
                  <a:gd name="connsiteX0-735" fmla="*/ 866912 w 908207"/>
                  <a:gd name="connsiteY0-736" fmla="*/ 861538 h 964622"/>
                  <a:gd name="connsiteX1-737" fmla="*/ 654726 w 908207"/>
                  <a:gd name="connsiteY1-738" fmla="*/ 961815 h 964622"/>
                  <a:gd name="connsiteX2-739" fmla="*/ 311920 w 908207"/>
                  <a:gd name="connsiteY2-740" fmla="*/ 907932 h 964622"/>
                  <a:gd name="connsiteX3-741" fmla="*/ 39042 w 908207"/>
                  <a:gd name="connsiteY3-742" fmla="*/ 683163 h 964622"/>
                  <a:gd name="connsiteX4-743" fmla="*/ 32919 w 908207"/>
                  <a:gd name="connsiteY4-744" fmla="*/ 341241 h 964622"/>
                  <a:gd name="connsiteX5-745" fmla="*/ 297809 w 908207"/>
                  <a:gd name="connsiteY5-746" fmla="*/ 77364 h 964622"/>
                  <a:gd name="connsiteX6-747" fmla="*/ 568875 w 908207"/>
                  <a:gd name="connsiteY6-748" fmla="*/ 3960 h 964622"/>
                  <a:gd name="connsiteX7-749" fmla="*/ 904807 w 908207"/>
                  <a:gd name="connsiteY7-750" fmla="*/ 88304 h 964622"/>
                  <a:gd name="connsiteX8-751" fmla="*/ 749364 w 908207"/>
                  <a:gd name="connsiteY8-752" fmla="*/ 585015 h 964622"/>
                  <a:gd name="connsiteX9-753" fmla="*/ 866912 w 908207"/>
                  <a:gd name="connsiteY9-754" fmla="*/ 861538 h 964622"/>
                  <a:gd name="connsiteX0-755" fmla="*/ 866912 w 907376"/>
                  <a:gd name="connsiteY0-756" fmla="*/ 861538 h 964622"/>
                  <a:gd name="connsiteX1-757" fmla="*/ 654726 w 907376"/>
                  <a:gd name="connsiteY1-758" fmla="*/ 961815 h 964622"/>
                  <a:gd name="connsiteX2-759" fmla="*/ 311920 w 907376"/>
                  <a:gd name="connsiteY2-760" fmla="*/ 907932 h 964622"/>
                  <a:gd name="connsiteX3-761" fmla="*/ 39042 w 907376"/>
                  <a:gd name="connsiteY3-762" fmla="*/ 683163 h 964622"/>
                  <a:gd name="connsiteX4-763" fmla="*/ 32919 w 907376"/>
                  <a:gd name="connsiteY4-764" fmla="*/ 341241 h 964622"/>
                  <a:gd name="connsiteX5-765" fmla="*/ 297809 w 907376"/>
                  <a:gd name="connsiteY5-766" fmla="*/ 77364 h 964622"/>
                  <a:gd name="connsiteX6-767" fmla="*/ 568875 w 907376"/>
                  <a:gd name="connsiteY6-768" fmla="*/ 3960 h 964622"/>
                  <a:gd name="connsiteX7-769" fmla="*/ 904807 w 907376"/>
                  <a:gd name="connsiteY7-770" fmla="*/ 88304 h 964622"/>
                  <a:gd name="connsiteX8-771" fmla="*/ 749364 w 907376"/>
                  <a:gd name="connsiteY8-772" fmla="*/ 585015 h 964622"/>
                  <a:gd name="connsiteX9-773" fmla="*/ 866912 w 907376"/>
                  <a:gd name="connsiteY9-774" fmla="*/ 861538 h 964622"/>
                  <a:gd name="connsiteX0-775" fmla="*/ 866912 w 907376"/>
                  <a:gd name="connsiteY0-776" fmla="*/ 861538 h 964622"/>
                  <a:gd name="connsiteX1-777" fmla="*/ 654726 w 907376"/>
                  <a:gd name="connsiteY1-778" fmla="*/ 961815 h 964622"/>
                  <a:gd name="connsiteX2-779" fmla="*/ 311920 w 907376"/>
                  <a:gd name="connsiteY2-780" fmla="*/ 907932 h 964622"/>
                  <a:gd name="connsiteX3-781" fmla="*/ 39042 w 907376"/>
                  <a:gd name="connsiteY3-782" fmla="*/ 683163 h 964622"/>
                  <a:gd name="connsiteX4-783" fmla="*/ 32919 w 907376"/>
                  <a:gd name="connsiteY4-784" fmla="*/ 341241 h 964622"/>
                  <a:gd name="connsiteX5-785" fmla="*/ 297809 w 907376"/>
                  <a:gd name="connsiteY5-786" fmla="*/ 77364 h 964622"/>
                  <a:gd name="connsiteX6-787" fmla="*/ 568875 w 907376"/>
                  <a:gd name="connsiteY6-788" fmla="*/ 3960 h 964622"/>
                  <a:gd name="connsiteX7-789" fmla="*/ 904807 w 907376"/>
                  <a:gd name="connsiteY7-790" fmla="*/ 88304 h 964622"/>
                  <a:gd name="connsiteX8-791" fmla="*/ 749364 w 907376"/>
                  <a:gd name="connsiteY8-792" fmla="*/ 585015 h 964622"/>
                  <a:gd name="connsiteX9-793" fmla="*/ 866912 w 907376"/>
                  <a:gd name="connsiteY9-794" fmla="*/ 861538 h 964622"/>
                  <a:gd name="connsiteX0-795" fmla="*/ 866912 w 909155"/>
                  <a:gd name="connsiteY0-796" fmla="*/ 861538 h 964622"/>
                  <a:gd name="connsiteX1-797" fmla="*/ 654726 w 909155"/>
                  <a:gd name="connsiteY1-798" fmla="*/ 961815 h 964622"/>
                  <a:gd name="connsiteX2-799" fmla="*/ 311920 w 909155"/>
                  <a:gd name="connsiteY2-800" fmla="*/ 907932 h 964622"/>
                  <a:gd name="connsiteX3-801" fmla="*/ 39042 w 909155"/>
                  <a:gd name="connsiteY3-802" fmla="*/ 683163 h 964622"/>
                  <a:gd name="connsiteX4-803" fmla="*/ 32919 w 909155"/>
                  <a:gd name="connsiteY4-804" fmla="*/ 341241 h 964622"/>
                  <a:gd name="connsiteX5-805" fmla="*/ 297809 w 909155"/>
                  <a:gd name="connsiteY5-806" fmla="*/ 77364 h 964622"/>
                  <a:gd name="connsiteX6-807" fmla="*/ 568875 w 909155"/>
                  <a:gd name="connsiteY6-808" fmla="*/ 3960 h 964622"/>
                  <a:gd name="connsiteX7-809" fmla="*/ 904807 w 909155"/>
                  <a:gd name="connsiteY7-810" fmla="*/ 88304 h 964622"/>
                  <a:gd name="connsiteX8-811" fmla="*/ 856579 w 909155"/>
                  <a:gd name="connsiteY8-812" fmla="*/ 629939 h 964622"/>
                  <a:gd name="connsiteX9-813" fmla="*/ 866912 w 909155"/>
                  <a:gd name="connsiteY9-814" fmla="*/ 861538 h 964622"/>
                  <a:gd name="connsiteX0-815" fmla="*/ 866912 w 1039111"/>
                  <a:gd name="connsiteY0-816" fmla="*/ 857982 h 961066"/>
                  <a:gd name="connsiteX1-817" fmla="*/ 654726 w 1039111"/>
                  <a:gd name="connsiteY1-818" fmla="*/ 958259 h 961066"/>
                  <a:gd name="connsiteX2-819" fmla="*/ 311920 w 1039111"/>
                  <a:gd name="connsiteY2-820" fmla="*/ 904376 h 961066"/>
                  <a:gd name="connsiteX3-821" fmla="*/ 39042 w 1039111"/>
                  <a:gd name="connsiteY3-822" fmla="*/ 679607 h 961066"/>
                  <a:gd name="connsiteX4-823" fmla="*/ 32919 w 1039111"/>
                  <a:gd name="connsiteY4-824" fmla="*/ 337685 h 961066"/>
                  <a:gd name="connsiteX5-825" fmla="*/ 297809 w 1039111"/>
                  <a:gd name="connsiteY5-826" fmla="*/ 73808 h 961066"/>
                  <a:gd name="connsiteX6-827" fmla="*/ 568875 w 1039111"/>
                  <a:gd name="connsiteY6-828" fmla="*/ 404 h 961066"/>
                  <a:gd name="connsiteX7-829" fmla="*/ 1036763 w 1039111"/>
                  <a:gd name="connsiteY7-830" fmla="*/ 241983 h 961066"/>
                  <a:gd name="connsiteX8-831" fmla="*/ 856579 w 1039111"/>
                  <a:gd name="connsiteY8-832" fmla="*/ 626383 h 961066"/>
                  <a:gd name="connsiteX9-833" fmla="*/ 866912 w 1039111"/>
                  <a:gd name="connsiteY9-834" fmla="*/ 857982 h 961066"/>
                  <a:gd name="connsiteX0-835" fmla="*/ 866912 w 1039111"/>
                  <a:gd name="connsiteY0-836" fmla="*/ 828122 h 931206"/>
                  <a:gd name="connsiteX1-837" fmla="*/ 654726 w 1039111"/>
                  <a:gd name="connsiteY1-838" fmla="*/ 928399 h 931206"/>
                  <a:gd name="connsiteX2-839" fmla="*/ 311920 w 1039111"/>
                  <a:gd name="connsiteY2-840" fmla="*/ 874516 h 931206"/>
                  <a:gd name="connsiteX3-841" fmla="*/ 39042 w 1039111"/>
                  <a:gd name="connsiteY3-842" fmla="*/ 649747 h 931206"/>
                  <a:gd name="connsiteX4-843" fmla="*/ 32919 w 1039111"/>
                  <a:gd name="connsiteY4-844" fmla="*/ 307825 h 931206"/>
                  <a:gd name="connsiteX5-845" fmla="*/ 297809 w 1039111"/>
                  <a:gd name="connsiteY5-846" fmla="*/ 43948 h 931206"/>
                  <a:gd name="connsiteX6-847" fmla="*/ 684336 w 1039111"/>
                  <a:gd name="connsiteY6-848" fmla="*/ 493 h 931206"/>
                  <a:gd name="connsiteX7-849" fmla="*/ 1036763 w 1039111"/>
                  <a:gd name="connsiteY7-850" fmla="*/ 212123 h 931206"/>
                  <a:gd name="connsiteX8-851" fmla="*/ 856579 w 1039111"/>
                  <a:gd name="connsiteY8-852" fmla="*/ 596523 h 931206"/>
                  <a:gd name="connsiteX9-853" fmla="*/ 866912 w 1039111"/>
                  <a:gd name="connsiteY9-854" fmla="*/ 828122 h 931206"/>
                  <a:gd name="connsiteX0-855" fmla="*/ 866912 w 1039111"/>
                  <a:gd name="connsiteY0-856" fmla="*/ 828122 h 931206"/>
                  <a:gd name="connsiteX1-857" fmla="*/ 654726 w 1039111"/>
                  <a:gd name="connsiteY1-858" fmla="*/ 928399 h 931206"/>
                  <a:gd name="connsiteX2-859" fmla="*/ 311920 w 1039111"/>
                  <a:gd name="connsiteY2-860" fmla="*/ 874516 h 931206"/>
                  <a:gd name="connsiteX3-861" fmla="*/ 39042 w 1039111"/>
                  <a:gd name="connsiteY3-862" fmla="*/ 649747 h 931206"/>
                  <a:gd name="connsiteX4-863" fmla="*/ 32919 w 1039111"/>
                  <a:gd name="connsiteY4-864" fmla="*/ 307825 h 931206"/>
                  <a:gd name="connsiteX5-865" fmla="*/ 314304 w 1039111"/>
                  <a:gd name="connsiteY5-866" fmla="*/ 66410 h 931206"/>
                  <a:gd name="connsiteX6-867" fmla="*/ 684336 w 1039111"/>
                  <a:gd name="connsiteY6-868" fmla="*/ 493 h 931206"/>
                  <a:gd name="connsiteX7-869" fmla="*/ 1036763 w 1039111"/>
                  <a:gd name="connsiteY7-870" fmla="*/ 212123 h 931206"/>
                  <a:gd name="connsiteX8-871" fmla="*/ 856579 w 1039111"/>
                  <a:gd name="connsiteY8-872" fmla="*/ 596523 h 931206"/>
                  <a:gd name="connsiteX9-873" fmla="*/ 866912 w 1039111"/>
                  <a:gd name="connsiteY9-874" fmla="*/ 828122 h 931206"/>
                  <a:gd name="connsiteX0-875" fmla="*/ 866912 w 1039111"/>
                  <a:gd name="connsiteY0-876" fmla="*/ 857981 h 961065"/>
                  <a:gd name="connsiteX1-877" fmla="*/ 654726 w 1039111"/>
                  <a:gd name="connsiteY1-878" fmla="*/ 958258 h 961065"/>
                  <a:gd name="connsiteX2-879" fmla="*/ 311920 w 1039111"/>
                  <a:gd name="connsiteY2-880" fmla="*/ 904375 h 961065"/>
                  <a:gd name="connsiteX3-881" fmla="*/ 39042 w 1039111"/>
                  <a:gd name="connsiteY3-882" fmla="*/ 679606 h 961065"/>
                  <a:gd name="connsiteX4-883" fmla="*/ 32919 w 1039111"/>
                  <a:gd name="connsiteY4-884" fmla="*/ 337684 h 961065"/>
                  <a:gd name="connsiteX5-885" fmla="*/ 314304 w 1039111"/>
                  <a:gd name="connsiteY5-886" fmla="*/ 96269 h 961065"/>
                  <a:gd name="connsiteX6-887" fmla="*/ 684336 w 1039111"/>
                  <a:gd name="connsiteY6-888" fmla="*/ 403 h 961065"/>
                  <a:gd name="connsiteX7-889" fmla="*/ 1036763 w 1039111"/>
                  <a:gd name="connsiteY7-890" fmla="*/ 241982 h 961065"/>
                  <a:gd name="connsiteX8-891" fmla="*/ 856579 w 1039111"/>
                  <a:gd name="connsiteY8-892" fmla="*/ 626382 h 961065"/>
                  <a:gd name="connsiteX9-893" fmla="*/ 866912 w 1039111"/>
                  <a:gd name="connsiteY9-894" fmla="*/ 857981 h 961065"/>
                  <a:gd name="connsiteX0-895" fmla="*/ 866912 w 1039111"/>
                  <a:gd name="connsiteY0-896" fmla="*/ 861754 h 964838"/>
                  <a:gd name="connsiteX1-897" fmla="*/ 654726 w 1039111"/>
                  <a:gd name="connsiteY1-898" fmla="*/ 962031 h 964838"/>
                  <a:gd name="connsiteX2-899" fmla="*/ 311920 w 1039111"/>
                  <a:gd name="connsiteY2-900" fmla="*/ 908148 h 964838"/>
                  <a:gd name="connsiteX3-901" fmla="*/ 39042 w 1039111"/>
                  <a:gd name="connsiteY3-902" fmla="*/ 683379 h 964838"/>
                  <a:gd name="connsiteX4-903" fmla="*/ 32919 w 1039111"/>
                  <a:gd name="connsiteY4-904" fmla="*/ 341457 h 964838"/>
                  <a:gd name="connsiteX5-905" fmla="*/ 314304 w 1039111"/>
                  <a:gd name="connsiteY5-906" fmla="*/ 100042 h 964838"/>
                  <a:gd name="connsiteX6-907" fmla="*/ 684336 w 1039111"/>
                  <a:gd name="connsiteY6-908" fmla="*/ 4176 h 964838"/>
                  <a:gd name="connsiteX7-909" fmla="*/ 1036763 w 1039111"/>
                  <a:gd name="connsiteY7-910" fmla="*/ 245755 h 964838"/>
                  <a:gd name="connsiteX8-911" fmla="*/ 856579 w 1039111"/>
                  <a:gd name="connsiteY8-912" fmla="*/ 630155 h 964838"/>
                  <a:gd name="connsiteX9-913" fmla="*/ 866912 w 1039111"/>
                  <a:gd name="connsiteY9-914" fmla="*/ 861754 h 964838"/>
                  <a:gd name="connsiteX0-915" fmla="*/ 866912 w 1039111"/>
                  <a:gd name="connsiteY0-916" fmla="*/ 861754 h 964838"/>
                  <a:gd name="connsiteX1-917" fmla="*/ 654726 w 1039111"/>
                  <a:gd name="connsiteY1-918" fmla="*/ 962031 h 964838"/>
                  <a:gd name="connsiteX2-919" fmla="*/ 311920 w 1039111"/>
                  <a:gd name="connsiteY2-920" fmla="*/ 908148 h 964838"/>
                  <a:gd name="connsiteX3-921" fmla="*/ 39042 w 1039111"/>
                  <a:gd name="connsiteY3-922" fmla="*/ 683379 h 964838"/>
                  <a:gd name="connsiteX4-923" fmla="*/ 32919 w 1039111"/>
                  <a:gd name="connsiteY4-924" fmla="*/ 341457 h 964838"/>
                  <a:gd name="connsiteX5-925" fmla="*/ 314304 w 1039111"/>
                  <a:gd name="connsiteY5-926" fmla="*/ 100042 h 964838"/>
                  <a:gd name="connsiteX6-927" fmla="*/ 684336 w 1039111"/>
                  <a:gd name="connsiteY6-928" fmla="*/ 4176 h 964838"/>
                  <a:gd name="connsiteX7-929" fmla="*/ 1036763 w 1039111"/>
                  <a:gd name="connsiteY7-930" fmla="*/ 245755 h 964838"/>
                  <a:gd name="connsiteX8-931" fmla="*/ 856579 w 1039111"/>
                  <a:gd name="connsiteY8-932" fmla="*/ 630155 h 964838"/>
                  <a:gd name="connsiteX9-933" fmla="*/ 866912 w 1039111"/>
                  <a:gd name="connsiteY9-934" fmla="*/ 861754 h 964838"/>
                  <a:gd name="connsiteX0-935" fmla="*/ 866912 w 1039111"/>
                  <a:gd name="connsiteY0-936" fmla="*/ 864167 h 967251"/>
                  <a:gd name="connsiteX1-937" fmla="*/ 654726 w 1039111"/>
                  <a:gd name="connsiteY1-938" fmla="*/ 964444 h 967251"/>
                  <a:gd name="connsiteX2-939" fmla="*/ 311920 w 1039111"/>
                  <a:gd name="connsiteY2-940" fmla="*/ 910561 h 967251"/>
                  <a:gd name="connsiteX3-941" fmla="*/ 39042 w 1039111"/>
                  <a:gd name="connsiteY3-942" fmla="*/ 685792 h 967251"/>
                  <a:gd name="connsiteX4-943" fmla="*/ 32919 w 1039111"/>
                  <a:gd name="connsiteY4-944" fmla="*/ 343870 h 967251"/>
                  <a:gd name="connsiteX5-945" fmla="*/ 273068 w 1039111"/>
                  <a:gd name="connsiteY5-946" fmla="*/ 72506 h 967251"/>
                  <a:gd name="connsiteX6-947" fmla="*/ 684336 w 1039111"/>
                  <a:gd name="connsiteY6-948" fmla="*/ 6589 h 967251"/>
                  <a:gd name="connsiteX7-949" fmla="*/ 1036763 w 1039111"/>
                  <a:gd name="connsiteY7-950" fmla="*/ 248168 h 967251"/>
                  <a:gd name="connsiteX8-951" fmla="*/ 856579 w 1039111"/>
                  <a:gd name="connsiteY8-952" fmla="*/ 632568 h 967251"/>
                  <a:gd name="connsiteX9-953" fmla="*/ 866912 w 1039111"/>
                  <a:gd name="connsiteY9-954" fmla="*/ 864167 h 967251"/>
                  <a:gd name="connsiteX0-955" fmla="*/ 866912 w 1039111"/>
                  <a:gd name="connsiteY0-956" fmla="*/ 882202 h 985286"/>
                  <a:gd name="connsiteX1-957" fmla="*/ 654726 w 1039111"/>
                  <a:gd name="connsiteY1-958" fmla="*/ 982479 h 985286"/>
                  <a:gd name="connsiteX2-959" fmla="*/ 311920 w 1039111"/>
                  <a:gd name="connsiteY2-960" fmla="*/ 928596 h 985286"/>
                  <a:gd name="connsiteX3-961" fmla="*/ 39042 w 1039111"/>
                  <a:gd name="connsiteY3-962" fmla="*/ 703827 h 985286"/>
                  <a:gd name="connsiteX4-963" fmla="*/ 32919 w 1039111"/>
                  <a:gd name="connsiteY4-964" fmla="*/ 361905 h 985286"/>
                  <a:gd name="connsiteX5-965" fmla="*/ 273068 w 1039111"/>
                  <a:gd name="connsiteY5-966" fmla="*/ 90541 h 985286"/>
                  <a:gd name="connsiteX6-967" fmla="*/ 684336 w 1039111"/>
                  <a:gd name="connsiteY6-968" fmla="*/ 24624 h 985286"/>
                  <a:gd name="connsiteX7-969" fmla="*/ 1036763 w 1039111"/>
                  <a:gd name="connsiteY7-970" fmla="*/ 266203 h 985286"/>
                  <a:gd name="connsiteX8-971" fmla="*/ 856579 w 1039111"/>
                  <a:gd name="connsiteY8-972" fmla="*/ 650603 h 985286"/>
                  <a:gd name="connsiteX9-973" fmla="*/ 866912 w 1039111"/>
                  <a:gd name="connsiteY9-974" fmla="*/ 882202 h 985286"/>
                  <a:gd name="connsiteX0-975" fmla="*/ 866912 w 1039111"/>
                  <a:gd name="connsiteY0-976" fmla="*/ 882202 h 985286"/>
                  <a:gd name="connsiteX1-977" fmla="*/ 654726 w 1039111"/>
                  <a:gd name="connsiteY1-978" fmla="*/ 982479 h 985286"/>
                  <a:gd name="connsiteX2-979" fmla="*/ 311920 w 1039111"/>
                  <a:gd name="connsiteY2-980" fmla="*/ 928596 h 985286"/>
                  <a:gd name="connsiteX3-981" fmla="*/ 39042 w 1039111"/>
                  <a:gd name="connsiteY3-982" fmla="*/ 703827 h 985286"/>
                  <a:gd name="connsiteX4-983" fmla="*/ 32919 w 1039111"/>
                  <a:gd name="connsiteY4-984" fmla="*/ 361905 h 985286"/>
                  <a:gd name="connsiteX5-985" fmla="*/ 273068 w 1039111"/>
                  <a:gd name="connsiteY5-986" fmla="*/ 90541 h 985286"/>
                  <a:gd name="connsiteX6-987" fmla="*/ 684336 w 1039111"/>
                  <a:gd name="connsiteY6-988" fmla="*/ 24624 h 985286"/>
                  <a:gd name="connsiteX7-989" fmla="*/ 1036763 w 1039111"/>
                  <a:gd name="connsiteY7-990" fmla="*/ 266203 h 985286"/>
                  <a:gd name="connsiteX8-991" fmla="*/ 856579 w 1039111"/>
                  <a:gd name="connsiteY8-992" fmla="*/ 650603 h 985286"/>
                  <a:gd name="connsiteX9-993" fmla="*/ 866912 w 1039111"/>
                  <a:gd name="connsiteY9-994" fmla="*/ 882202 h 985286"/>
                  <a:gd name="connsiteX0-995" fmla="*/ 911008 w 1083207"/>
                  <a:gd name="connsiteY0-996" fmla="*/ 882202 h 985286"/>
                  <a:gd name="connsiteX1-997" fmla="*/ 698822 w 1083207"/>
                  <a:gd name="connsiteY1-998" fmla="*/ 982479 h 985286"/>
                  <a:gd name="connsiteX2-999" fmla="*/ 356016 w 1083207"/>
                  <a:gd name="connsiteY2-1000" fmla="*/ 928596 h 985286"/>
                  <a:gd name="connsiteX3-1001" fmla="*/ 83138 w 1083207"/>
                  <a:gd name="connsiteY3-1002" fmla="*/ 703827 h 985286"/>
                  <a:gd name="connsiteX4-1003" fmla="*/ 19285 w 1083207"/>
                  <a:gd name="connsiteY4-1004" fmla="*/ 406830 h 985286"/>
                  <a:gd name="connsiteX5-1005" fmla="*/ 317164 w 1083207"/>
                  <a:gd name="connsiteY5-1006" fmla="*/ 90541 h 985286"/>
                  <a:gd name="connsiteX6-1007" fmla="*/ 728432 w 1083207"/>
                  <a:gd name="connsiteY6-1008" fmla="*/ 24624 h 985286"/>
                  <a:gd name="connsiteX7-1009" fmla="*/ 1080859 w 1083207"/>
                  <a:gd name="connsiteY7-1010" fmla="*/ 266203 h 985286"/>
                  <a:gd name="connsiteX8-1011" fmla="*/ 900675 w 1083207"/>
                  <a:gd name="connsiteY8-1012" fmla="*/ 650603 h 985286"/>
                  <a:gd name="connsiteX9-1013" fmla="*/ 911008 w 1083207"/>
                  <a:gd name="connsiteY9-1014" fmla="*/ 882202 h 985286"/>
                  <a:gd name="connsiteX0-1015" fmla="*/ 911008 w 1083207"/>
                  <a:gd name="connsiteY0-1016" fmla="*/ 882202 h 985286"/>
                  <a:gd name="connsiteX1-1017" fmla="*/ 698822 w 1083207"/>
                  <a:gd name="connsiteY1-1018" fmla="*/ 982479 h 985286"/>
                  <a:gd name="connsiteX2-1019" fmla="*/ 356016 w 1083207"/>
                  <a:gd name="connsiteY2-1020" fmla="*/ 928596 h 985286"/>
                  <a:gd name="connsiteX3-1021" fmla="*/ 83138 w 1083207"/>
                  <a:gd name="connsiteY3-1022" fmla="*/ 703827 h 985286"/>
                  <a:gd name="connsiteX4-1023" fmla="*/ 19285 w 1083207"/>
                  <a:gd name="connsiteY4-1024" fmla="*/ 406830 h 985286"/>
                  <a:gd name="connsiteX5-1025" fmla="*/ 317164 w 1083207"/>
                  <a:gd name="connsiteY5-1026" fmla="*/ 90541 h 985286"/>
                  <a:gd name="connsiteX6-1027" fmla="*/ 728432 w 1083207"/>
                  <a:gd name="connsiteY6-1028" fmla="*/ 24624 h 985286"/>
                  <a:gd name="connsiteX7-1029" fmla="*/ 1080859 w 1083207"/>
                  <a:gd name="connsiteY7-1030" fmla="*/ 266203 h 985286"/>
                  <a:gd name="connsiteX8-1031" fmla="*/ 900675 w 1083207"/>
                  <a:gd name="connsiteY8-1032" fmla="*/ 650603 h 985286"/>
                  <a:gd name="connsiteX9-1033" fmla="*/ 911008 w 1083207"/>
                  <a:gd name="connsiteY9-1034" fmla="*/ 882202 h 985286"/>
                  <a:gd name="connsiteX0-1035" fmla="*/ 914455 w 1086654"/>
                  <a:gd name="connsiteY0-1036" fmla="*/ 882202 h 985286"/>
                  <a:gd name="connsiteX1-1037" fmla="*/ 702269 w 1086654"/>
                  <a:gd name="connsiteY1-1038" fmla="*/ 982479 h 985286"/>
                  <a:gd name="connsiteX2-1039" fmla="*/ 359463 w 1086654"/>
                  <a:gd name="connsiteY2-1040" fmla="*/ 928596 h 985286"/>
                  <a:gd name="connsiteX3-1041" fmla="*/ 86585 w 1086654"/>
                  <a:gd name="connsiteY3-1042" fmla="*/ 703827 h 985286"/>
                  <a:gd name="connsiteX4-1043" fmla="*/ 22732 w 1086654"/>
                  <a:gd name="connsiteY4-1044" fmla="*/ 406830 h 985286"/>
                  <a:gd name="connsiteX5-1045" fmla="*/ 320611 w 1086654"/>
                  <a:gd name="connsiteY5-1046" fmla="*/ 90541 h 985286"/>
                  <a:gd name="connsiteX6-1047" fmla="*/ 731879 w 1086654"/>
                  <a:gd name="connsiteY6-1048" fmla="*/ 24624 h 985286"/>
                  <a:gd name="connsiteX7-1049" fmla="*/ 1084306 w 1086654"/>
                  <a:gd name="connsiteY7-1050" fmla="*/ 266203 h 985286"/>
                  <a:gd name="connsiteX8-1051" fmla="*/ 904122 w 1086654"/>
                  <a:gd name="connsiteY8-1052" fmla="*/ 650603 h 985286"/>
                  <a:gd name="connsiteX9-1053" fmla="*/ 914455 w 1086654"/>
                  <a:gd name="connsiteY9-1054" fmla="*/ 882202 h 985286"/>
                  <a:gd name="connsiteX0-1055" fmla="*/ 914455 w 1086654"/>
                  <a:gd name="connsiteY0-1056" fmla="*/ 882202 h 985286"/>
                  <a:gd name="connsiteX1-1057" fmla="*/ 702269 w 1086654"/>
                  <a:gd name="connsiteY1-1058" fmla="*/ 982479 h 985286"/>
                  <a:gd name="connsiteX2-1059" fmla="*/ 359463 w 1086654"/>
                  <a:gd name="connsiteY2-1060" fmla="*/ 928596 h 985286"/>
                  <a:gd name="connsiteX3-1061" fmla="*/ 86585 w 1086654"/>
                  <a:gd name="connsiteY3-1062" fmla="*/ 703827 h 985286"/>
                  <a:gd name="connsiteX4-1063" fmla="*/ 22732 w 1086654"/>
                  <a:gd name="connsiteY4-1064" fmla="*/ 406830 h 985286"/>
                  <a:gd name="connsiteX5-1065" fmla="*/ 320611 w 1086654"/>
                  <a:gd name="connsiteY5-1066" fmla="*/ 90541 h 985286"/>
                  <a:gd name="connsiteX6-1067" fmla="*/ 731879 w 1086654"/>
                  <a:gd name="connsiteY6-1068" fmla="*/ 24624 h 985286"/>
                  <a:gd name="connsiteX7-1069" fmla="*/ 1084306 w 1086654"/>
                  <a:gd name="connsiteY7-1070" fmla="*/ 266203 h 985286"/>
                  <a:gd name="connsiteX8-1071" fmla="*/ 904122 w 1086654"/>
                  <a:gd name="connsiteY8-1072" fmla="*/ 650603 h 985286"/>
                  <a:gd name="connsiteX9-1073" fmla="*/ 914455 w 1086654"/>
                  <a:gd name="connsiteY9-1074" fmla="*/ 882202 h 985286"/>
                  <a:gd name="connsiteX0-1075" fmla="*/ 891723 w 1063922"/>
                  <a:gd name="connsiteY0-1076" fmla="*/ 882202 h 995803"/>
                  <a:gd name="connsiteX1-1077" fmla="*/ 679537 w 1063922"/>
                  <a:gd name="connsiteY1-1078" fmla="*/ 982479 h 995803"/>
                  <a:gd name="connsiteX2-1079" fmla="*/ 336731 w 1063922"/>
                  <a:gd name="connsiteY2-1080" fmla="*/ 928596 h 995803"/>
                  <a:gd name="connsiteX3-1081" fmla="*/ 0 w 1063922"/>
                  <a:gd name="connsiteY3-1082" fmla="*/ 406830 h 995803"/>
                  <a:gd name="connsiteX4-1083" fmla="*/ 297879 w 1063922"/>
                  <a:gd name="connsiteY4-1084" fmla="*/ 90541 h 995803"/>
                  <a:gd name="connsiteX5-1085" fmla="*/ 709147 w 1063922"/>
                  <a:gd name="connsiteY5-1086" fmla="*/ 24624 h 995803"/>
                  <a:gd name="connsiteX6-1087" fmla="*/ 1061574 w 1063922"/>
                  <a:gd name="connsiteY6-1088" fmla="*/ 266203 h 995803"/>
                  <a:gd name="connsiteX7-1089" fmla="*/ 881390 w 1063922"/>
                  <a:gd name="connsiteY7-1090" fmla="*/ 650603 h 995803"/>
                  <a:gd name="connsiteX8-1091" fmla="*/ 891723 w 1063922"/>
                  <a:gd name="connsiteY8-1092" fmla="*/ 882202 h 995803"/>
                  <a:gd name="connsiteX0-1093" fmla="*/ 891723 w 1063922"/>
                  <a:gd name="connsiteY0-1094" fmla="*/ 882202 h 983779"/>
                  <a:gd name="connsiteX1-1095" fmla="*/ 679537 w 1063922"/>
                  <a:gd name="connsiteY1-1096" fmla="*/ 982479 h 983779"/>
                  <a:gd name="connsiteX2-1097" fmla="*/ 204776 w 1063922"/>
                  <a:gd name="connsiteY2-1098" fmla="*/ 846236 h 983779"/>
                  <a:gd name="connsiteX3-1099" fmla="*/ 0 w 1063922"/>
                  <a:gd name="connsiteY3-1100" fmla="*/ 406830 h 983779"/>
                  <a:gd name="connsiteX4-1101" fmla="*/ 297879 w 1063922"/>
                  <a:gd name="connsiteY4-1102" fmla="*/ 90541 h 983779"/>
                  <a:gd name="connsiteX5-1103" fmla="*/ 709147 w 1063922"/>
                  <a:gd name="connsiteY5-1104" fmla="*/ 24624 h 983779"/>
                  <a:gd name="connsiteX6-1105" fmla="*/ 1061574 w 1063922"/>
                  <a:gd name="connsiteY6-1106" fmla="*/ 266203 h 983779"/>
                  <a:gd name="connsiteX7-1107" fmla="*/ 881390 w 1063922"/>
                  <a:gd name="connsiteY7-1108" fmla="*/ 650603 h 983779"/>
                  <a:gd name="connsiteX8-1109" fmla="*/ 891723 w 1063922"/>
                  <a:gd name="connsiteY8-1110" fmla="*/ 882202 h 983779"/>
                  <a:gd name="connsiteX0-1111" fmla="*/ 891723 w 1063922"/>
                  <a:gd name="connsiteY0-1112" fmla="*/ 882202 h 985388"/>
                  <a:gd name="connsiteX1-1113" fmla="*/ 679537 w 1063922"/>
                  <a:gd name="connsiteY1-1114" fmla="*/ 982479 h 985388"/>
                  <a:gd name="connsiteX2-1115" fmla="*/ 130551 w 1063922"/>
                  <a:gd name="connsiteY2-1116" fmla="*/ 883672 h 985388"/>
                  <a:gd name="connsiteX3-1117" fmla="*/ 0 w 1063922"/>
                  <a:gd name="connsiteY3-1118" fmla="*/ 406830 h 985388"/>
                  <a:gd name="connsiteX4-1119" fmla="*/ 297879 w 1063922"/>
                  <a:gd name="connsiteY4-1120" fmla="*/ 90541 h 985388"/>
                  <a:gd name="connsiteX5-1121" fmla="*/ 709147 w 1063922"/>
                  <a:gd name="connsiteY5-1122" fmla="*/ 24624 h 985388"/>
                  <a:gd name="connsiteX6-1123" fmla="*/ 1061574 w 1063922"/>
                  <a:gd name="connsiteY6-1124" fmla="*/ 266203 h 985388"/>
                  <a:gd name="connsiteX7-1125" fmla="*/ 881390 w 1063922"/>
                  <a:gd name="connsiteY7-1126" fmla="*/ 650603 h 985388"/>
                  <a:gd name="connsiteX8-1127" fmla="*/ 891723 w 1063922"/>
                  <a:gd name="connsiteY8-1128" fmla="*/ 882202 h 985388"/>
                  <a:gd name="connsiteX0-1129" fmla="*/ 924712 w 1096911"/>
                  <a:gd name="connsiteY0-1130" fmla="*/ 882202 h 985388"/>
                  <a:gd name="connsiteX1-1131" fmla="*/ 712526 w 1096911"/>
                  <a:gd name="connsiteY1-1132" fmla="*/ 982479 h 985388"/>
                  <a:gd name="connsiteX2-1133" fmla="*/ 163540 w 1096911"/>
                  <a:gd name="connsiteY2-1134" fmla="*/ 883672 h 985388"/>
                  <a:gd name="connsiteX3-1135" fmla="*/ 0 w 1096911"/>
                  <a:gd name="connsiteY3-1136" fmla="*/ 406830 h 985388"/>
                  <a:gd name="connsiteX4-1137" fmla="*/ 330868 w 1096911"/>
                  <a:gd name="connsiteY4-1138" fmla="*/ 90541 h 985388"/>
                  <a:gd name="connsiteX5-1139" fmla="*/ 742136 w 1096911"/>
                  <a:gd name="connsiteY5-1140" fmla="*/ 24624 h 985388"/>
                  <a:gd name="connsiteX6-1141" fmla="*/ 1094563 w 1096911"/>
                  <a:gd name="connsiteY6-1142" fmla="*/ 266203 h 985388"/>
                  <a:gd name="connsiteX7-1143" fmla="*/ 914379 w 1096911"/>
                  <a:gd name="connsiteY7-1144" fmla="*/ 650603 h 985388"/>
                  <a:gd name="connsiteX8-1145" fmla="*/ 924712 w 1096911"/>
                  <a:gd name="connsiteY8-1146" fmla="*/ 882202 h 985388"/>
                  <a:gd name="connsiteX0-1147" fmla="*/ 924712 w 1096911"/>
                  <a:gd name="connsiteY0-1148" fmla="*/ 893543 h 996729"/>
                  <a:gd name="connsiteX1-1149" fmla="*/ 712526 w 1096911"/>
                  <a:gd name="connsiteY1-1150" fmla="*/ 993820 h 996729"/>
                  <a:gd name="connsiteX2-1151" fmla="*/ 163540 w 1096911"/>
                  <a:gd name="connsiteY2-1152" fmla="*/ 895013 h 996729"/>
                  <a:gd name="connsiteX3-1153" fmla="*/ 0 w 1096911"/>
                  <a:gd name="connsiteY3-1154" fmla="*/ 418171 h 996729"/>
                  <a:gd name="connsiteX4-1155" fmla="*/ 297879 w 1096911"/>
                  <a:gd name="connsiteY4-1156" fmla="*/ 79420 h 996729"/>
                  <a:gd name="connsiteX5-1157" fmla="*/ 742136 w 1096911"/>
                  <a:gd name="connsiteY5-1158" fmla="*/ 35965 h 996729"/>
                  <a:gd name="connsiteX6-1159" fmla="*/ 1094563 w 1096911"/>
                  <a:gd name="connsiteY6-1160" fmla="*/ 277544 h 996729"/>
                  <a:gd name="connsiteX7-1161" fmla="*/ 914379 w 1096911"/>
                  <a:gd name="connsiteY7-1162" fmla="*/ 661944 h 996729"/>
                  <a:gd name="connsiteX8-1163" fmla="*/ 924712 w 1096911"/>
                  <a:gd name="connsiteY8-1164" fmla="*/ 893543 h 996729"/>
                  <a:gd name="connsiteX0-1165" fmla="*/ 924712 w 1096911"/>
                  <a:gd name="connsiteY0-1166" fmla="*/ 893543 h 996729"/>
                  <a:gd name="connsiteX1-1167" fmla="*/ 712526 w 1096911"/>
                  <a:gd name="connsiteY1-1168" fmla="*/ 993820 h 996729"/>
                  <a:gd name="connsiteX2-1169" fmla="*/ 163540 w 1096911"/>
                  <a:gd name="connsiteY2-1170" fmla="*/ 895013 h 996729"/>
                  <a:gd name="connsiteX3-1171" fmla="*/ 0 w 1096911"/>
                  <a:gd name="connsiteY3-1172" fmla="*/ 418171 h 996729"/>
                  <a:gd name="connsiteX4-1173" fmla="*/ 297879 w 1096911"/>
                  <a:gd name="connsiteY4-1174" fmla="*/ 79420 h 996729"/>
                  <a:gd name="connsiteX5-1175" fmla="*/ 742136 w 1096911"/>
                  <a:gd name="connsiteY5-1176" fmla="*/ 35965 h 996729"/>
                  <a:gd name="connsiteX6-1177" fmla="*/ 1094563 w 1096911"/>
                  <a:gd name="connsiteY6-1178" fmla="*/ 277544 h 996729"/>
                  <a:gd name="connsiteX7-1179" fmla="*/ 914379 w 1096911"/>
                  <a:gd name="connsiteY7-1180" fmla="*/ 661944 h 996729"/>
                  <a:gd name="connsiteX8-1181" fmla="*/ 924712 w 1096911"/>
                  <a:gd name="connsiteY8-1182" fmla="*/ 893543 h 996729"/>
                  <a:gd name="connsiteX0-1183" fmla="*/ 924712 w 1096143"/>
                  <a:gd name="connsiteY0-1184" fmla="*/ 893543 h 996729"/>
                  <a:gd name="connsiteX1-1185" fmla="*/ 712526 w 1096143"/>
                  <a:gd name="connsiteY1-1186" fmla="*/ 993820 h 996729"/>
                  <a:gd name="connsiteX2-1187" fmla="*/ 163540 w 1096143"/>
                  <a:gd name="connsiteY2-1188" fmla="*/ 895013 h 996729"/>
                  <a:gd name="connsiteX3-1189" fmla="*/ 0 w 1096143"/>
                  <a:gd name="connsiteY3-1190" fmla="*/ 418171 h 996729"/>
                  <a:gd name="connsiteX4-1191" fmla="*/ 297879 w 1096143"/>
                  <a:gd name="connsiteY4-1192" fmla="*/ 79420 h 996729"/>
                  <a:gd name="connsiteX5-1193" fmla="*/ 742136 w 1096143"/>
                  <a:gd name="connsiteY5-1194" fmla="*/ 35965 h 996729"/>
                  <a:gd name="connsiteX6-1195" fmla="*/ 1094563 w 1096143"/>
                  <a:gd name="connsiteY6-1196" fmla="*/ 277544 h 996729"/>
                  <a:gd name="connsiteX7-1197" fmla="*/ 774176 w 1096143"/>
                  <a:gd name="connsiteY7-1198" fmla="*/ 639483 h 996729"/>
                  <a:gd name="connsiteX8-1199" fmla="*/ 924712 w 1096143"/>
                  <a:gd name="connsiteY8-1200" fmla="*/ 893543 h 996729"/>
                  <a:gd name="connsiteX0-1201" fmla="*/ 924712 w 1096143"/>
                  <a:gd name="connsiteY0-1202" fmla="*/ 896981 h 1000167"/>
                  <a:gd name="connsiteX1-1203" fmla="*/ 712526 w 1096143"/>
                  <a:gd name="connsiteY1-1204" fmla="*/ 997258 h 1000167"/>
                  <a:gd name="connsiteX2-1205" fmla="*/ 163540 w 1096143"/>
                  <a:gd name="connsiteY2-1206" fmla="*/ 898451 h 1000167"/>
                  <a:gd name="connsiteX3-1207" fmla="*/ 0 w 1096143"/>
                  <a:gd name="connsiteY3-1208" fmla="*/ 421609 h 1000167"/>
                  <a:gd name="connsiteX4-1209" fmla="*/ 297879 w 1096143"/>
                  <a:gd name="connsiteY4-1210" fmla="*/ 82858 h 1000167"/>
                  <a:gd name="connsiteX5-1211" fmla="*/ 758631 w 1096143"/>
                  <a:gd name="connsiteY5-1212" fmla="*/ 31916 h 1000167"/>
                  <a:gd name="connsiteX6-1213" fmla="*/ 1094563 w 1096143"/>
                  <a:gd name="connsiteY6-1214" fmla="*/ 280982 h 1000167"/>
                  <a:gd name="connsiteX7-1215" fmla="*/ 774176 w 1096143"/>
                  <a:gd name="connsiteY7-1216" fmla="*/ 642921 h 1000167"/>
                  <a:gd name="connsiteX8-1217" fmla="*/ 924712 w 1096143"/>
                  <a:gd name="connsiteY8-1218" fmla="*/ 896981 h 1000167"/>
                  <a:gd name="connsiteX0-1219" fmla="*/ 924712 w 1096143"/>
                  <a:gd name="connsiteY0-1220" fmla="*/ 911340 h 1014526"/>
                  <a:gd name="connsiteX1-1221" fmla="*/ 712526 w 1096143"/>
                  <a:gd name="connsiteY1-1222" fmla="*/ 1011617 h 1014526"/>
                  <a:gd name="connsiteX2-1223" fmla="*/ 163540 w 1096143"/>
                  <a:gd name="connsiteY2-1224" fmla="*/ 912810 h 1014526"/>
                  <a:gd name="connsiteX3-1225" fmla="*/ 0 w 1096143"/>
                  <a:gd name="connsiteY3-1226" fmla="*/ 435968 h 1014526"/>
                  <a:gd name="connsiteX4-1227" fmla="*/ 297879 w 1096143"/>
                  <a:gd name="connsiteY4-1228" fmla="*/ 97217 h 1014526"/>
                  <a:gd name="connsiteX5-1229" fmla="*/ 758631 w 1096143"/>
                  <a:gd name="connsiteY5-1230" fmla="*/ 46275 h 1014526"/>
                  <a:gd name="connsiteX6-1231" fmla="*/ 1094563 w 1096143"/>
                  <a:gd name="connsiteY6-1232" fmla="*/ 295341 h 1014526"/>
                  <a:gd name="connsiteX7-1233" fmla="*/ 774176 w 1096143"/>
                  <a:gd name="connsiteY7-1234" fmla="*/ 657280 h 1014526"/>
                  <a:gd name="connsiteX8-1235" fmla="*/ 924712 w 1096143"/>
                  <a:gd name="connsiteY8-1236" fmla="*/ 911340 h 1014526"/>
                  <a:gd name="connsiteX0-1237" fmla="*/ 924712 w 1096143"/>
                  <a:gd name="connsiteY0-1238" fmla="*/ 911340 h 1014526"/>
                  <a:gd name="connsiteX1-1239" fmla="*/ 712526 w 1096143"/>
                  <a:gd name="connsiteY1-1240" fmla="*/ 1011617 h 1014526"/>
                  <a:gd name="connsiteX2-1241" fmla="*/ 163540 w 1096143"/>
                  <a:gd name="connsiteY2-1242" fmla="*/ 912810 h 1014526"/>
                  <a:gd name="connsiteX3-1243" fmla="*/ 0 w 1096143"/>
                  <a:gd name="connsiteY3-1244" fmla="*/ 435968 h 1014526"/>
                  <a:gd name="connsiteX4-1245" fmla="*/ 297879 w 1096143"/>
                  <a:gd name="connsiteY4-1246" fmla="*/ 97217 h 1014526"/>
                  <a:gd name="connsiteX5-1247" fmla="*/ 758631 w 1096143"/>
                  <a:gd name="connsiteY5-1248" fmla="*/ 46275 h 1014526"/>
                  <a:gd name="connsiteX6-1249" fmla="*/ 1094563 w 1096143"/>
                  <a:gd name="connsiteY6-1250" fmla="*/ 295341 h 1014526"/>
                  <a:gd name="connsiteX7-1251" fmla="*/ 774176 w 1096143"/>
                  <a:gd name="connsiteY7-1252" fmla="*/ 657280 h 1014526"/>
                  <a:gd name="connsiteX8-1253" fmla="*/ 924712 w 1096143"/>
                  <a:gd name="connsiteY8-1254" fmla="*/ 911340 h 1014526"/>
                  <a:gd name="connsiteX0-1255" fmla="*/ 924712 w 1096143"/>
                  <a:gd name="connsiteY0-1256" fmla="*/ 914358 h 1017544"/>
                  <a:gd name="connsiteX1-1257" fmla="*/ 712526 w 1096143"/>
                  <a:gd name="connsiteY1-1258" fmla="*/ 1014635 h 1017544"/>
                  <a:gd name="connsiteX2-1259" fmla="*/ 163540 w 1096143"/>
                  <a:gd name="connsiteY2-1260" fmla="*/ 915828 h 1017544"/>
                  <a:gd name="connsiteX3-1261" fmla="*/ 0 w 1096143"/>
                  <a:gd name="connsiteY3-1262" fmla="*/ 438986 h 1017544"/>
                  <a:gd name="connsiteX4-1263" fmla="*/ 297879 w 1096143"/>
                  <a:gd name="connsiteY4-1264" fmla="*/ 100235 h 1017544"/>
                  <a:gd name="connsiteX5-1265" fmla="*/ 758631 w 1096143"/>
                  <a:gd name="connsiteY5-1266" fmla="*/ 49293 h 1017544"/>
                  <a:gd name="connsiteX6-1267" fmla="*/ 1094563 w 1096143"/>
                  <a:gd name="connsiteY6-1268" fmla="*/ 298359 h 1017544"/>
                  <a:gd name="connsiteX7-1269" fmla="*/ 774176 w 1096143"/>
                  <a:gd name="connsiteY7-1270" fmla="*/ 660298 h 1017544"/>
                  <a:gd name="connsiteX8-1271" fmla="*/ 924712 w 1096143"/>
                  <a:gd name="connsiteY8-1272" fmla="*/ 914358 h 1017544"/>
                  <a:gd name="connsiteX0-1273" fmla="*/ 924712 w 1096143"/>
                  <a:gd name="connsiteY0-1274" fmla="*/ 905625 h 1008811"/>
                  <a:gd name="connsiteX1-1275" fmla="*/ 712526 w 1096143"/>
                  <a:gd name="connsiteY1-1276" fmla="*/ 1005902 h 1008811"/>
                  <a:gd name="connsiteX2-1277" fmla="*/ 163540 w 1096143"/>
                  <a:gd name="connsiteY2-1278" fmla="*/ 907095 h 1008811"/>
                  <a:gd name="connsiteX3-1279" fmla="*/ 0 w 1096143"/>
                  <a:gd name="connsiteY3-1280" fmla="*/ 430253 h 1008811"/>
                  <a:gd name="connsiteX4-1281" fmla="*/ 264890 w 1096143"/>
                  <a:gd name="connsiteY4-1282" fmla="*/ 113964 h 1008811"/>
                  <a:gd name="connsiteX5-1283" fmla="*/ 758631 w 1096143"/>
                  <a:gd name="connsiteY5-1284" fmla="*/ 40560 h 1008811"/>
                  <a:gd name="connsiteX6-1285" fmla="*/ 1094563 w 1096143"/>
                  <a:gd name="connsiteY6-1286" fmla="*/ 289626 h 1008811"/>
                  <a:gd name="connsiteX7-1287" fmla="*/ 774176 w 1096143"/>
                  <a:gd name="connsiteY7-1288" fmla="*/ 651565 h 1008811"/>
                  <a:gd name="connsiteX8-1289" fmla="*/ 924712 w 1096143"/>
                  <a:gd name="connsiteY8-1290" fmla="*/ 905625 h 1008811"/>
                  <a:gd name="connsiteX0-1291" fmla="*/ 924712 w 1096143"/>
                  <a:gd name="connsiteY0-1292" fmla="*/ 886261 h 989447"/>
                  <a:gd name="connsiteX1-1293" fmla="*/ 712526 w 1096143"/>
                  <a:gd name="connsiteY1-1294" fmla="*/ 986538 h 989447"/>
                  <a:gd name="connsiteX2-1295" fmla="*/ 163540 w 1096143"/>
                  <a:gd name="connsiteY2-1296" fmla="*/ 887731 h 989447"/>
                  <a:gd name="connsiteX3-1297" fmla="*/ 0 w 1096143"/>
                  <a:gd name="connsiteY3-1298" fmla="*/ 410889 h 989447"/>
                  <a:gd name="connsiteX4-1299" fmla="*/ 264890 w 1096143"/>
                  <a:gd name="connsiteY4-1300" fmla="*/ 94600 h 989447"/>
                  <a:gd name="connsiteX5-1301" fmla="*/ 758631 w 1096143"/>
                  <a:gd name="connsiteY5-1302" fmla="*/ 21196 h 989447"/>
                  <a:gd name="connsiteX6-1303" fmla="*/ 1094563 w 1096143"/>
                  <a:gd name="connsiteY6-1304" fmla="*/ 270262 h 989447"/>
                  <a:gd name="connsiteX7-1305" fmla="*/ 774176 w 1096143"/>
                  <a:gd name="connsiteY7-1306" fmla="*/ 632201 h 989447"/>
                  <a:gd name="connsiteX8-1307" fmla="*/ 924712 w 1096143"/>
                  <a:gd name="connsiteY8-1308" fmla="*/ 886261 h 989447"/>
                  <a:gd name="connsiteX0-1309" fmla="*/ 924712 w 1096143"/>
                  <a:gd name="connsiteY0-1310" fmla="*/ 886261 h 989447"/>
                  <a:gd name="connsiteX1-1311" fmla="*/ 712526 w 1096143"/>
                  <a:gd name="connsiteY1-1312" fmla="*/ 986538 h 989447"/>
                  <a:gd name="connsiteX2-1313" fmla="*/ 163540 w 1096143"/>
                  <a:gd name="connsiteY2-1314" fmla="*/ 887731 h 989447"/>
                  <a:gd name="connsiteX3-1315" fmla="*/ 0 w 1096143"/>
                  <a:gd name="connsiteY3-1316" fmla="*/ 410889 h 989447"/>
                  <a:gd name="connsiteX4-1317" fmla="*/ 264890 w 1096143"/>
                  <a:gd name="connsiteY4-1318" fmla="*/ 94600 h 989447"/>
                  <a:gd name="connsiteX5-1319" fmla="*/ 758631 w 1096143"/>
                  <a:gd name="connsiteY5-1320" fmla="*/ 21196 h 989447"/>
                  <a:gd name="connsiteX6-1321" fmla="*/ 1094563 w 1096143"/>
                  <a:gd name="connsiteY6-1322" fmla="*/ 270262 h 989447"/>
                  <a:gd name="connsiteX7-1323" fmla="*/ 774176 w 1096143"/>
                  <a:gd name="connsiteY7-1324" fmla="*/ 632201 h 989447"/>
                  <a:gd name="connsiteX8-1325" fmla="*/ 924712 w 1096143"/>
                  <a:gd name="connsiteY8-1326" fmla="*/ 886261 h 989447"/>
                  <a:gd name="connsiteX0-1327" fmla="*/ 924712 w 1096143"/>
                  <a:gd name="connsiteY0-1328" fmla="*/ 888487 h 991673"/>
                  <a:gd name="connsiteX1-1329" fmla="*/ 712526 w 1096143"/>
                  <a:gd name="connsiteY1-1330" fmla="*/ 988764 h 991673"/>
                  <a:gd name="connsiteX2-1331" fmla="*/ 163540 w 1096143"/>
                  <a:gd name="connsiteY2-1332" fmla="*/ 889957 h 991673"/>
                  <a:gd name="connsiteX3-1333" fmla="*/ 0 w 1096143"/>
                  <a:gd name="connsiteY3-1334" fmla="*/ 413115 h 991673"/>
                  <a:gd name="connsiteX4-1335" fmla="*/ 240148 w 1096143"/>
                  <a:gd name="connsiteY4-1336" fmla="*/ 81851 h 991673"/>
                  <a:gd name="connsiteX5-1337" fmla="*/ 758631 w 1096143"/>
                  <a:gd name="connsiteY5-1338" fmla="*/ 23422 h 991673"/>
                  <a:gd name="connsiteX6-1339" fmla="*/ 1094563 w 1096143"/>
                  <a:gd name="connsiteY6-1340" fmla="*/ 272488 h 991673"/>
                  <a:gd name="connsiteX7-1341" fmla="*/ 774176 w 1096143"/>
                  <a:gd name="connsiteY7-1342" fmla="*/ 634427 h 991673"/>
                  <a:gd name="connsiteX8-1343" fmla="*/ 924712 w 1096143"/>
                  <a:gd name="connsiteY8-1344" fmla="*/ 888487 h 991673"/>
                  <a:gd name="connsiteX0-1345" fmla="*/ 930234 w 1101665"/>
                  <a:gd name="connsiteY0-1346" fmla="*/ 888487 h 991673"/>
                  <a:gd name="connsiteX1-1347" fmla="*/ 718048 w 1101665"/>
                  <a:gd name="connsiteY1-1348" fmla="*/ 988764 h 991673"/>
                  <a:gd name="connsiteX2-1349" fmla="*/ 169062 w 1101665"/>
                  <a:gd name="connsiteY2-1350" fmla="*/ 889957 h 991673"/>
                  <a:gd name="connsiteX3-1351" fmla="*/ 5522 w 1101665"/>
                  <a:gd name="connsiteY3-1352" fmla="*/ 413115 h 991673"/>
                  <a:gd name="connsiteX4-1353" fmla="*/ 245670 w 1101665"/>
                  <a:gd name="connsiteY4-1354" fmla="*/ 81851 h 991673"/>
                  <a:gd name="connsiteX5-1355" fmla="*/ 764153 w 1101665"/>
                  <a:gd name="connsiteY5-1356" fmla="*/ 23422 h 991673"/>
                  <a:gd name="connsiteX6-1357" fmla="*/ 1100085 w 1101665"/>
                  <a:gd name="connsiteY6-1358" fmla="*/ 272488 h 991673"/>
                  <a:gd name="connsiteX7-1359" fmla="*/ 779698 w 1101665"/>
                  <a:gd name="connsiteY7-1360" fmla="*/ 634427 h 991673"/>
                  <a:gd name="connsiteX8-1361" fmla="*/ 930234 w 1101665"/>
                  <a:gd name="connsiteY8-1362" fmla="*/ 888487 h 991673"/>
                  <a:gd name="connsiteX0-1363" fmla="*/ 930234 w 1101665"/>
                  <a:gd name="connsiteY0-1364" fmla="*/ 888487 h 991022"/>
                  <a:gd name="connsiteX1-1365" fmla="*/ 718048 w 1101665"/>
                  <a:gd name="connsiteY1-1366" fmla="*/ 988764 h 991022"/>
                  <a:gd name="connsiteX2-1367" fmla="*/ 169062 w 1101665"/>
                  <a:gd name="connsiteY2-1368" fmla="*/ 889957 h 991022"/>
                  <a:gd name="connsiteX3-1369" fmla="*/ 5522 w 1101665"/>
                  <a:gd name="connsiteY3-1370" fmla="*/ 473013 h 991022"/>
                  <a:gd name="connsiteX4-1371" fmla="*/ 245670 w 1101665"/>
                  <a:gd name="connsiteY4-1372" fmla="*/ 81851 h 991022"/>
                  <a:gd name="connsiteX5-1373" fmla="*/ 764153 w 1101665"/>
                  <a:gd name="connsiteY5-1374" fmla="*/ 23422 h 991022"/>
                  <a:gd name="connsiteX6-1375" fmla="*/ 1100085 w 1101665"/>
                  <a:gd name="connsiteY6-1376" fmla="*/ 272488 h 991022"/>
                  <a:gd name="connsiteX7-1377" fmla="*/ 779698 w 1101665"/>
                  <a:gd name="connsiteY7-1378" fmla="*/ 634427 h 991022"/>
                  <a:gd name="connsiteX8-1379" fmla="*/ 930234 w 1101665"/>
                  <a:gd name="connsiteY8-1380" fmla="*/ 888487 h 991022"/>
                  <a:gd name="connsiteX0-1381" fmla="*/ 930234 w 1101665"/>
                  <a:gd name="connsiteY0-1382" fmla="*/ 888487 h 991022"/>
                  <a:gd name="connsiteX1-1383" fmla="*/ 718048 w 1101665"/>
                  <a:gd name="connsiteY1-1384" fmla="*/ 988764 h 991022"/>
                  <a:gd name="connsiteX2-1385" fmla="*/ 169062 w 1101665"/>
                  <a:gd name="connsiteY2-1386" fmla="*/ 889957 h 991022"/>
                  <a:gd name="connsiteX3-1387" fmla="*/ 5522 w 1101665"/>
                  <a:gd name="connsiteY3-1388" fmla="*/ 473013 h 991022"/>
                  <a:gd name="connsiteX4-1389" fmla="*/ 245670 w 1101665"/>
                  <a:gd name="connsiteY4-1390" fmla="*/ 81851 h 991022"/>
                  <a:gd name="connsiteX5-1391" fmla="*/ 764153 w 1101665"/>
                  <a:gd name="connsiteY5-1392" fmla="*/ 23422 h 991022"/>
                  <a:gd name="connsiteX6-1393" fmla="*/ 1100085 w 1101665"/>
                  <a:gd name="connsiteY6-1394" fmla="*/ 272488 h 991022"/>
                  <a:gd name="connsiteX7-1395" fmla="*/ 779698 w 1101665"/>
                  <a:gd name="connsiteY7-1396" fmla="*/ 634427 h 991022"/>
                  <a:gd name="connsiteX8-1397" fmla="*/ 930234 w 1101665"/>
                  <a:gd name="connsiteY8-1398" fmla="*/ 888487 h 991022"/>
                  <a:gd name="connsiteX0-1399" fmla="*/ 930234 w 1101665"/>
                  <a:gd name="connsiteY0-1400" fmla="*/ 888487 h 991022"/>
                  <a:gd name="connsiteX1-1401" fmla="*/ 718048 w 1101665"/>
                  <a:gd name="connsiteY1-1402" fmla="*/ 988764 h 991022"/>
                  <a:gd name="connsiteX2-1403" fmla="*/ 169062 w 1101665"/>
                  <a:gd name="connsiteY2-1404" fmla="*/ 889957 h 991022"/>
                  <a:gd name="connsiteX3-1405" fmla="*/ 5522 w 1101665"/>
                  <a:gd name="connsiteY3-1406" fmla="*/ 473013 h 991022"/>
                  <a:gd name="connsiteX4-1407" fmla="*/ 278659 w 1101665"/>
                  <a:gd name="connsiteY4-1408" fmla="*/ 81851 h 991022"/>
                  <a:gd name="connsiteX5-1409" fmla="*/ 764153 w 1101665"/>
                  <a:gd name="connsiteY5-1410" fmla="*/ 23422 h 991022"/>
                  <a:gd name="connsiteX6-1411" fmla="*/ 1100085 w 1101665"/>
                  <a:gd name="connsiteY6-1412" fmla="*/ 272488 h 991022"/>
                  <a:gd name="connsiteX7-1413" fmla="*/ 779698 w 1101665"/>
                  <a:gd name="connsiteY7-1414" fmla="*/ 634427 h 991022"/>
                  <a:gd name="connsiteX8-1415" fmla="*/ 930234 w 1101665"/>
                  <a:gd name="connsiteY8-1416" fmla="*/ 888487 h 991022"/>
                  <a:gd name="connsiteX0-1417" fmla="*/ 930234 w 1101665"/>
                  <a:gd name="connsiteY0-1418" fmla="*/ 892182 h 994717"/>
                  <a:gd name="connsiteX1-1419" fmla="*/ 718048 w 1101665"/>
                  <a:gd name="connsiteY1-1420" fmla="*/ 992459 h 994717"/>
                  <a:gd name="connsiteX2-1421" fmla="*/ 169062 w 1101665"/>
                  <a:gd name="connsiteY2-1422" fmla="*/ 893652 h 994717"/>
                  <a:gd name="connsiteX3-1423" fmla="*/ 5522 w 1101665"/>
                  <a:gd name="connsiteY3-1424" fmla="*/ 476708 h 994717"/>
                  <a:gd name="connsiteX4-1425" fmla="*/ 278659 w 1101665"/>
                  <a:gd name="connsiteY4-1426" fmla="*/ 85546 h 994717"/>
                  <a:gd name="connsiteX5-1427" fmla="*/ 764153 w 1101665"/>
                  <a:gd name="connsiteY5-1428" fmla="*/ 27117 h 994717"/>
                  <a:gd name="connsiteX6-1429" fmla="*/ 1100085 w 1101665"/>
                  <a:gd name="connsiteY6-1430" fmla="*/ 276183 h 994717"/>
                  <a:gd name="connsiteX7-1431" fmla="*/ 779698 w 1101665"/>
                  <a:gd name="connsiteY7-1432" fmla="*/ 638122 h 994717"/>
                  <a:gd name="connsiteX8-1433" fmla="*/ 930234 w 1101665"/>
                  <a:gd name="connsiteY8-1434" fmla="*/ 892182 h 994717"/>
                  <a:gd name="connsiteX0-1435" fmla="*/ 930234 w 1101665"/>
                  <a:gd name="connsiteY0-1436" fmla="*/ 897972 h 1000507"/>
                  <a:gd name="connsiteX1-1437" fmla="*/ 718048 w 1101665"/>
                  <a:gd name="connsiteY1-1438" fmla="*/ 998249 h 1000507"/>
                  <a:gd name="connsiteX2-1439" fmla="*/ 169062 w 1101665"/>
                  <a:gd name="connsiteY2-1440" fmla="*/ 899442 h 1000507"/>
                  <a:gd name="connsiteX3-1441" fmla="*/ 5522 w 1101665"/>
                  <a:gd name="connsiteY3-1442" fmla="*/ 482498 h 1000507"/>
                  <a:gd name="connsiteX4-1443" fmla="*/ 278659 w 1101665"/>
                  <a:gd name="connsiteY4-1444" fmla="*/ 91336 h 1000507"/>
                  <a:gd name="connsiteX5-1445" fmla="*/ 764153 w 1101665"/>
                  <a:gd name="connsiteY5-1446" fmla="*/ 32907 h 1000507"/>
                  <a:gd name="connsiteX6-1447" fmla="*/ 1100085 w 1101665"/>
                  <a:gd name="connsiteY6-1448" fmla="*/ 281973 h 1000507"/>
                  <a:gd name="connsiteX7-1449" fmla="*/ 779698 w 1101665"/>
                  <a:gd name="connsiteY7-1450" fmla="*/ 643912 h 1000507"/>
                  <a:gd name="connsiteX8-1451" fmla="*/ 930234 w 1101665"/>
                  <a:gd name="connsiteY8-1452" fmla="*/ 897972 h 1000507"/>
                  <a:gd name="connsiteX0-1453" fmla="*/ 930234 w 1101665"/>
                  <a:gd name="connsiteY0-1454" fmla="*/ 897972 h 1000507"/>
                  <a:gd name="connsiteX1-1455" fmla="*/ 718048 w 1101665"/>
                  <a:gd name="connsiteY1-1456" fmla="*/ 998249 h 1000507"/>
                  <a:gd name="connsiteX2-1457" fmla="*/ 169062 w 1101665"/>
                  <a:gd name="connsiteY2-1458" fmla="*/ 899442 h 1000507"/>
                  <a:gd name="connsiteX3-1459" fmla="*/ 5522 w 1101665"/>
                  <a:gd name="connsiteY3-1460" fmla="*/ 482498 h 1000507"/>
                  <a:gd name="connsiteX4-1461" fmla="*/ 278659 w 1101665"/>
                  <a:gd name="connsiteY4-1462" fmla="*/ 91336 h 1000507"/>
                  <a:gd name="connsiteX5-1463" fmla="*/ 764153 w 1101665"/>
                  <a:gd name="connsiteY5-1464" fmla="*/ 32907 h 1000507"/>
                  <a:gd name="connsiteX6-1465" fmla="*/ 1100085 w 1101665"/>
                  <a:gd name="connsiteY6-1466" fmla="*/ 281973 h 1000507"/>
                  <a:gd name="connsiteX7-1467" fmla="*/ 779698 w 1101665"/>
                  <a:gd name="connsiteY7-1468" fmla="*/ 643912 h 1000507"/>
                  <a:gd name="connsiteX8-1469" fmla="*/ 930234 w 1101665"/>
                  <a:gd name="connsiteY8-1470" fmla="*/ 897972 h 1000507"/>
                  <a:gd name="connsiteX0-1471" fmla="*/ 930234 w 1101665"/>
                  <a:gd name="connsiteY0-1472" fmla="*/ 880821 h 983356"/>
                  <a:gd name="connsiteX1-1473" fmla="*/ 718048 w 1101665"/>
                  <a:gd name="connsiteY1-1474" fmla="*/ 981098 h 983356"/>
                  <a:gd name="connsiteX2-1475" fmla="*/ 169062 w 1101665"/>
                  <a:gd name="connsiteY2-1476" fmla="*/ 882291 h 983356"/>
                  <a:gd name="connsiteX3-1477" fmla="*/ 5522 w 1101665"/>
                  <a:gd name="connsiteY3-1478" fmla="*/ 465347 h 983356"/>
                  <a:gd name="connsiteX4-1479" fmla="*/ 278659 w 1101665"/>
                  <a:gd name="connsiteY4-1480" fmla="*/ 74185 h 983356"/>
                  <a:gd name="connsiteX5-1481" fmla="*/ 764153 w 1101665"/>
                  <a:gd name="connsiteY5-1482" fmla="*/ 15756 h 983356"/>
                  <a:gd name="connsiteX6-1483" fmla="*/ 1100085 w 1101665"/>
                  <a:gd name="connsiteY6-1484" fmla="*/ 264822 h 983356"/>
                  <a:gd name="connsiteX7-1485" fmla="*/ 779698 w 1101665"/>
                  <a:gd name="connsiteY7-1486" fmla="*/ 626761 h 983356"/>
                  <a:gd name="connsiteX8-1487" fmla="*/ 930234 w 1101665"/>
                  <a:gd name="connsiteY8-1488" fmla="*/ 880821 h 983356"/>
                  <a:gd name="connsiteX0-1489" fmla="*/ 930234 w 1101665"/>
                  <a:gd name="connsiteY0-1490" fmla="*/ 880821 h 983356"/>
                  <a:gd name="connsiteX1-1491" fmla="*/ 718048 w 1101665"/>
                  <a:gd name="connsiteY1-1492" fmla="*/ 981098 h 983356"/>
                  <a:gd name="connsiteX2-1493" fmla="*/ 169062 w 1101665"/>
                  <a:gd name="connsiteY2-1494" fmla="*/ 882291 h 983356"/>
                  <a:gd name="connsiteX3-1495" fmla="*/ 5522 w 1101665"/>
                  <a:gd name="connsiteY3-1496" fmla="*/ 465347 h 983356"/>
                  <a:gd name="connsiteX4-1497" fmla="*/ 278659 w 1101665"/>
                  <a:gd name="connsiteY4-1498" fmla="*/ 74185 h 983356"/>
                  <a:gd name="connsiteX5-1499" fmla="*/ 764153 w 1101665"/>
                  <a:gd name="connsiteY5-1500" fmla="*/ 15756 h 983356"/>
                  <a:gd name="connsiteX6-1501" fmla="*/ 1100085 w 1101665"/>
                  <a:gd name="connsiteY6-1502" fmla="*/ 264822 h 983356"/>
                  <a:gd name="connsiteX7-1503" fmla="*/ 779698 w 1101665"/>
                  <a:gd name="connsiteY7-1504" fmla="*/ 626761 h 983356"/>
                  <a:gd name="connsiteX8-1505" fmla="*/ 930234 w 1101665"/>
                  <a:gd name="connsiteY8-1506" fmla="*/ 880821 h 983356"/>
                  <a:gd name="connsiteX0-1507" fmla="*/ 930234 w 1076817"/>
                  <a:gd name="connsiteY0-1508" fmla="*/ 880821 h 983356"/>
                  <a:gd name="connsiteX1-1509" fmla="*/ 718048 w 1076817"/>
                  <a:gd name="connsiteY1-1510" fmla="*/ 981098 h 983356"/>
                  <a:gd name="connsiteX2-1511" fmla="*/ 169062 w 1076817"/>
                  <a:gd name="connsiteY2-1512" fmla="*/ 882291 h 983356"/>
                  <a:gd name="connsiteX3-1513" fmla="*/ 5522 w 1076817"/>
                  <a:gd name="connsiteY3-1514" fmla="*/ 465347 h 983356"/>
                  <a:gd name="connsiteX4-1515" fmla="*/ 278659 w 1076817"/>
                  <a:gd name="connsiteY4-1516" fmla="*/ 74185 h 983356"/>
                  <a:gd name="connsiteX5-1517" fmla="*/ 764153 w 1076817"/>
                  <a:gd name="connsiteY5-1518" fmla="*/ 15756 h 983356"/>
                  <a:gd name="connsiteX6-1519" fmla="*/ 1075140 w 1076817"/>
                  <a:gd name="connsiteY6-1520" fmla="*/ 231665 h 983356"/>
                  <a:gd name="connsiteX7-1521" fmla="*/ 779698 w 1076817"/>
                  <a:gd name="connsiteY7-1522" fmla="*/ 626761 h 983356"/>
                  <a:gd name="connsiteX8-1523" fmla="*/ 930234 w 1076817"/>
                  <a:gd name="connsiteY8-1524" fmla="*/ 880821 h 983356"/>
                  <a:gd name="connsiteX0-1525" fmla="*/ 930234 w 1076817"/>
                  <a:gd name="connsiteY0-1526" fmla="*/ 880821 h 983356"/>
                  <a:gd name="connsiteX1-1527" fmla="*/ 718048 w 1076817"/>
                  <a:gd name="connsiteY1-1528" fmla="*/ 981098 h 983356"/>
                  <a:gd name="connsiteX2-1529" fmla="*/ 169062 w 1076817"/>
                  <a:gd name="connsiteY2-1530" fmla="*/ 882291 h 983356"/>
                  <a:gd name="connsiteX3-1531" fmla="*/ 5522 w 1076817"/>
                  <a:gd name="connsiteY3-1532" fmla="*/ 465347 h 983356"/>
                  <a:gd name="connsiteX4-1533" fmla="*/ 278659 w 1076817"/>
                  <a:gd name="connsiteY4-1534" fmla="*/ 74185 h 983356"/>
                  <a:gd name="connsiteX5-1535" fmla="*/ 764153 w 1076817"/>
                  <a:gd name="connsiteY5-1536" fmla="*/ 15756 h 983356"/>
                  <a:gd name="connsiteX6-1537" fmla="*/ 1075140 w 1076817"/>
                  <a:gd name="connsiteY6-1538" fmla="*/ 231665 h 983356"/>
                  <a:gd name="connsiteX7-1539" fmla="*/ 779698 w 1076817"/>
                  <a:gd name="connsiteY7-1540" fmla="*/ 626761 h 983356"/>
                  <a:gd name="connsiteX8-1541" fmla="*/ 930234 w 1076817"/>
                  <a:gd name="connsiteY8-1542" fmla="*/ 880821 h 983356"/>
                  <a:gd name="connsiteX0-1543" fmla="*/ 930234 w 1039571"/>
                  <a:gd name="connsiteY0-1544" fmla="*/ 880821 h 983356"/>
                  <a:gd name="connsiteX1-1545" fmla="*/ 718048 w 1039571"/>
                  <a:gd name="connsiteY1-1546" fmla="*/ 981098 h 983356"/>
                  <a:gd name="connsiteX2-1547" fmla="*/ 169062 w 1039571"/>
                  <a:gd name="connsiteY2-1548" fmla="*/ 882291 h 983356"/>
                  <a:gd name="connsiteX3-1549" fmla="*/ 5522 w 1039571"/>
                  <a:gd name="connsiteY3-1550" fmla="*/ 465347 h 983356"/>
                  <a:gd name="connsiteX4-1551" fmla="*/ 278659 w 1039571"/>
                  <a:gd name="connsiteY4-1552" fmla="*/ 74185 h 983356"/>
                  <a:gd name="connsiteX5-1553" fmla="*/ 764153 w 1039571"/>
                  <a:gd name="connsiteY5-1554" fmla="*/ 15756 h 983356"/>
                  <a:gd name="connsiteX6-1555" fmla="*/ 1037722 w 1039571"/>
                  <a:gd name="connsiteY6-1556" fmla="*/ 226139 h 983356"/>
                  <a:gd name="connsiteX7-1557" fmla="*/ 779698 w 1039571"/>
                  <a:gd name="connsiteY7-1558" fmla="*/ 626761 h 983356"/>
                  <a:gd name="connsiteX8-1559" fmla="*/ 930234 w 1039571"/>
                  <a:gd name="connsiteY8-1560" fmla="*/ 880821 h 983356"/>
                  <a:gd name="connsiteX0-1561" fmla="*/ 930234 w 1039571"/>
                  <a:gd name="connsiteY0-1562" fmla="*/ 880821 h 983356"/>
                  <a:gd name="connsiteX1-1563" fmla="*/ 718048 w 1039571"/>
                  <a:gd name="connsiteY1-1564" fmla="*/ 981098 h 983356"/>
                  <a:gd name="connsiteX2-1565" fmla="*/ 169062 w 1039571"/>
                  <a:gd name="connsiteY2-1566" fmla="*/ 882291 h 983356"/>
                  <a:gd name="connsiteX3-1567" fmla="*/ 5522 w 1039571"/>
                  <a:gd name="connsiteY3-1568" fmla="*/ 465347 h 983356"/>
                  <a:gd name="connsiteX4-1569" fmla="*/ 278659 w 1039571"/>
                  <a:gd name="connsiteY4-1570" fmla="*/ 74185 h 983356"/>
                  <a:gd name="connsiteX5-1571" fmla="*/ 764153 w 1039571"/>
                  <a:gd name="connsiteY5-1572" fmla="*/ 15756 h 983356"/>
                  <a:gd name="connsiteX6-1573" fmla="*/ 1037722 w 1039571"/>
                  <a:gd name="connsiteY6-1574" fmla="*/ 275875 h 983356"/>
                  <a:gd name="connsiteX7-1575" fmla="*/ 779698 w 1039571"/>
                  <a:gd name="connsiteY7-1576" fmla="*/ 626761 h 983356"/>
                  <a:gd name="connsiteX8-1577" fmla="*/ 930234 w 1039571"/>
                  <a:gd name="connsiteY8-1578" fmla="*/ 880821 h 983356"/>
                  <a:gd name="connsiteX0-1579" fmla="*/ 930234 w 1039603"/>
                  <a:gd name="connsiteY0-1580" fmla="*/ 880821 h 983356"/>
                  <a:gd name="connsiteX1-1581" fmla="*/ 718048 w 1039603"/>
                  <a:gd name="connsiteY1-1582" fmla="*/ 981098 h 983356"/>
                  <a:gd name="connsiteX2-1583" fmla="*/ 169062 w 1039603"/>
                  <a:gd name="connsiteY2-1584" fmla="*/ 882291 h 983356"/>
                  <a:gd name="connsiteX3-1585" fmla="*/ 5522 w 1039603"/>
                  <a:gd name="connsiteY3-1586" fmla="*/ 465347 h 983356"/>
                  <a:gd name="connsiteX4-1587" fmla="*/ 278659 w 1039603"/>
                  <a:gd name="connsiteY4-1588" fmla="*/ 74185 h 983356"/>
                  <a:gd name="connsiteX5-1589" fmla="*/ 764153 w 1039603"/>
                  <a:gd name="connsiteY5-1590" fmla="*/ 15756 h 983356"/>
                  <a:gd name="connsiteX6-1591" fmla="*/ 1037722 w 1039603"/>
                  <a:gd name="connsiteY6-1592" fmla="*/ 275875 h 983356"/>
                  <a:gd name="connsiteX7-1593" fmla="*/ 785934 w 1039603"/>
                  <a:gd name="connsiteY7-1594" fmla="*/ 604656 h 983356"/>
                  <a:gd name="connsiteX8-1595" fmla="*/ 930234 w 1039603"/>
                  <a:gd name="connsiteY8-1596" fmla="*/ 880821 h 983356"/>
                  <a:gd name="connsiteX0-1597" fmla="*/ 930234 w 1039603"/>
                  <a:gd name="connsiteY0-1598" fmla="*/ 880821 h 983356"/>
                  <a:gd name="connsiteX1-1599" fmla="*/ 718048 w 1039603"/>
                  <a:gd name="connsiteY1-1600" fmla="*/ 981098 h 983356"/>
                  <a:gd name="connsiteX2-1601" fmla="*/ 169062 w 1039603"/>
                  <a:gd name="connsiteY2-1602" fmla="*/ 882291 h 983356"/>
                  <a:gd name="connsiteX3-1603" fmla="*/ 5522 w 1039603"/>
                  <a:gd name="connsiteY3-1604" fmla="*/ 465347 h 983356"/>
                  <a:gd name="connsiteX4-1605" fmla="*/ 278659 w 1039603"/>
                  <a:gd name="connsiteY4-1606" fmla="*/ 74185 h 983356"/>
                  <a:gd name="connsiteX5-1607" fmla="*/ 764153 w 1039603"/>
                  <a:gd name="connsiteY5-1608" fmla="*/ 15756 h 983356"/>
                  <a:gd name="connsiteX6-1609" fmla="*/ 1037722 w 1039603"/>
                  <a:gd name="connsiteY6-1610" fmla="*/ 275875 h 983356"/>
                  <a:gd name="connsiteX7-1611" fmla="*/ 785934 w 1039603"/>
                  <a:gd name="connsiteY7-1612" fmla="*/ 621235 h 983356"/>
                  <a:gd name="connsiteX8-1613" fmla="*/ 930234 w 1039603"/>
                  <a:gd name="connsiteY8-1614" fmla="*/ 880821 h 983356"/>
                  <a:gd name="connsiteX0-1615" fmla="*/ 930234 w 1039376"/>
                  <a:gd name="connsiteY0-1616" fmla="*/ 880821 h 983356"/>
                  <a:gd name="connsiteX1-1617" fmla="*/ 718048 w 1039376"/>
                  <a:gd name="connsiteY1-1618" fmla="*/ 981098 h 983356"/>
                  <a:gd name="connsiteX2-1619" fmla="*/ 169062 w 1039376"/>
                  <a:gd name="connsiteY2-1620" fmla="*/ 882291 h 983356"/>
                  <a:gd name="connsiteX3-1621" fmla="*/ 5522 w 1039376"/>
                  <a:gd name="connsiteY3-1622" fmla="*/ 465347 h 983356"/>
                  <a:gd name="connsiteX4-1623" fmla="*/ 278659 w 1039376"/>
                  <a:gd name="connsiteY4-1624" fmla="*/ 74185 h 983356"/>
                  <a:gd name="connsiteX5-1625" fmla="*/ 764153 w 1039376"/>
                  <a:gd name="connsiteY5-1626" fmla="*/ 15756 h 983356"/>
                  <a:gd name="connsiteX6-1627" fmla="*/ 1037722 w 1039376"/>
                  <a:gd name="connsiteY6-1628" fmla="*/ 275875 h 983356"/>
                  <a:gd name="connsiteX7-1629" fmla="*/ 785934 w 1039376"/>
                  <a:gd name="connsiteY7-1630" fmla="*/ 621235 h 983356"/>
                  <a:gd name="connsiteX8-1631" fmla="*/ 930234 w 1039376"/>
                  <a:gd name="connsiteY8-1632" fmla="*/ 880821 h 983356"/>
                  <a:gd name="connsiteX0-1633" fmla="*/ 930234 w 1039376"/>
                  <a:gd name="connsiteY0-1634" fmla="*/ 880821 h 983356"/>
                  <a:gd name="connsiteX1-1635" fmla="*/ 718048 w 1039376"/>
                  <a:gd name="connsiteY1-1636" fmla="*/ 981098 h 983356"/>
                  <a:gd name="connsiteX2-1637" fmla="*/ 169062 w 1039376"/>
                  <a:gd name="connsiteY2-1638" fmla="*/ 882291 h 983356"/>
                  <a:gd name="connsiteX3-1639" fmla="*/ 5522 w 1039376"/>
                  <a:gd name="connsiteY3-1640" fmla="*/ 465347 h 983356"/>
                  <a:gd name="connsiteX4-1641" fmla="*/ 278659 w 1039376"/>
                  <a:gd name="connsiteY4-1642" fmla="*/ 74185 h 983356"/>
                  <a:gd name="connsiteX5-1643" fmla="*/ 764153 w 1039376"/>
                  <a:gd name="connsiteY5-1644" fmla="*/ 15756 h 983356"/>
                  <a:gd name="connsiteX6-1645" fmla="*/ 1037722 w 1039376"/>
                  <a:gd name="connsiteY6-1646" fmla="*/ 275875 h 983356"/>
                  <a:gd name="connsiteX7-1647" fmla="*/ 785934 w 1039376"/>
                  <a:gd name="connsiteY7-1648" fmla="*/ 621235 h 983356"/>
                  <a:gd name="connsiteX8-1649" fmla="*/ 930234 w 1039376"/>
                  <a:gd name="connsiteY8-1650" fmla="*/ 880821 h 983356"/>
                  <a:gd name="connsiteX0-1651" fmla="*/ 930234 w 1039376"/>
                  <a:gd name="connsiteY0-1652" fmla="*/ 880821 h 983356"/>
                  <a:gd name="connsiteX1-1653" fmla="*/ 718048 w 1039376"/>
                  <a:gd name="connsiteY1-1654" fmla="*/ 981098 h 983356"/>
                  <a:gd name="connsiteX2-1655" fmla="*/ 169062 w 1039376"/>
                  <a:gd name="connsiteY2-1656" fmla="*/ 882291 h 983356"/>
                  <a:gd name="connsiteX3-1657" fmla="*/ 5522 w 1039376"/>
                  <a:gd name="connsiteY3-1658" fmla="*/ 465347 h 983356"/>
                  <a:gd name="connsiteX4-1659" fmla="*/ 278659 w 1039376"/>
                  <a:gd name="connsiteY4-1660" fmla="*/ 74185 h 983356"/>
                  <a:gd name="connsiteX5-1661" fmla="*/ 764153 w 1039376"/>
                  <a:gd name="connsiteY5-1662" fmla="*/ 15756 h 983356"/>
                  <a:gd name="connsiteX6-1663" fmla="*/ 1037722 w 1039376"/>
                  <a:gd name="connsiteY6-1664" fmla="*/ 275875 h 983356"/>
                  <a:gd name="connsiteX7-1665" fmla="*/ 785934 w 1039376"/>
                  <a:gd name="connsiteY7-1666" fmla="*/ 621235 h 983356"/>
                  <a:gd name="connsiteX8-1667" fmla="*/ 930234 w 1039376"/>
                  <a:gd name="connsiteY8-1668" fmla="*/ 880821 h 983356"/>
                  <a:gd name="connsiteX0-1669" fmla="*/ 930234 w 1039376"/>
                  <a:gd name="connsiteY0-1670" fmla="*/ 880821 h 983356"/>
                  <a:gd name="connsiteX1-1671" fmla="*/ 718048 w 1039376"/>
                  <a:gd name="connsiteY1-1672" fmla="*/ 981098 h 983356"/>
                  <a:gd name="connsiteX2-1673" fmla="*/ 169062 w 1039376"/>
                  <a:gd name="connsiteY2-1674" fmla="*/ 882291 h 983356"/>
                  <a:gd name="connsiteX3-1675" fmla="*/ 5522 w 1039376"/>
                  <a:gd name="connsiteY3-1676" fmla="*/ 465347 h 983356"/>
                  <a:gd name="connsiteX4-1677" fmla="*/ 278659 w 1039376"/>
                  <a:gd name="connsiteY4-1678" fmla="*/ 74185 h 983356"/>
                  <a:gd name="connsiteX5-1679" fmla="*/ 764153 w 1039376"/>
                  <a:gd name="connsiteY5-1680" fmla="*/ 15756 h 983356"/>
                  <a:gd name="connsiteX6-1681" fmla="*/ 1037722 w 1039376"/>
                  <a:gd name="connsiteY6-1682" fmla="*/ 275875 h 983356"/>
                  <a:gd name="connsiteX7-1683" fmla="*/ 785934 w 1039376"/>
                  <a:gd name="connsiteY7-1684" fmla="*/ 621235 h 983356"/>
                  <a:gd name="connsiteX8-1685" fmla="*/ 930234 w 1039376"/>
                  <a:gd name="connsiteY8-1686" fmla="*/ 880821 h 983356"/>
                  <a:gd name="connsiteX0-1687" fmla="*/ 930234 w 1039376"/>
                  <a:gd name="connsiteY0-1688" fmla="*/ 877205 h 979740"/>
                  <a:gd name="connsiteX1-1689" fmla="*/ 718048 w 1039376"/>
                  <a:gd name="connsiteY1-1690" fmla="*/ 977482 h 979740"/>
                  <a:gd name="connsiteX2-1691" fmla="*/ 169062 w 1039376"/>
                  <a:gd name="connsiteY2-1692" fmla="*/ 878675 h 979740"/>
                  <a:gd name="connsiteX3-1693" fmla="*/ 5522 w 1039376"/>
                  <a:gd name="connsiteY3-1694" fmla="*/ 461731 h 979740"/>
                  <a:gd name="connsiteX4-1695" fmla="*/ 278659 w 1039376"/>
                  <a:gd name="connsiteY4-1696" fmla="*/ 70569 h 979740"/>
                  <a:gd name="connsiteX5-1697" fmla="*/ 764153 w 1039376"/>
                  <a:gd name="connsiteY5-1698" fmla="*/ 12140 h 979740"/>
                  <a:gd name="connsiteX6-1699" fmla="*/ 1037722 w 1039376"/>
                  <a:gd name="connsiteY6-1700" fmla="*/ 272259 h 979740"/>
                  <a:gd name="connsiteX7-1701" fmla="*/ 785934 w 1039376"/>
                  <a:gd name="connsiteY7-1702" fmla="*/ 617619 h 979740"/>
                  <a:gd name="connsiteX8-1703" fmla="*/ 930234 w 1039376"/>
                  <a:gd name="connsiteY8-1704" fmla="*/ 877205 h 979740"/>
                  <a:gd name="connsiteX0-1705" fmla="*/ 930234 w 1039376"/>
                  <a:gd name="connsiteY0-1706" fmla="*/ 880820 h 983355"/>
                  <a:gd name="connsiteX1-1707" fmla="*/ 718048 w 1039376"/>
                  <a:gd name="connsiteY1-1708" fmla="*/ 981097 h 983355"/>
                  <a:gd name="connsiteX2-1709" fmla="*/ 169062 w 1039376"/>
                  <a:gd name="connsiteY2-1710" fmla="*/ 882290 h 983355"/>
                  <a:gd name="connsiteX3-1711" fmla="*/ 5522 w 1039376"/>
                  <a:gd name="connsiteY3-1712" fmla="*/ 465346 h 983355"/>
                  <a:gd name="connsiteX4-1713" fmla="*/ 278659 w 1039376"/>
                  <a:gd name="connsiteY4-1714" fmla="*/ 74184 h 983355"/>
                  <a:gd name="connsiteX5-1715" fmla="*/ 764153 w 1039376"/>
                  <a:gd name="connsiteY5-1716" fmla="*/ 15755 h 983355"/>
                  <a:gd name="connsiteX6-1717" fmla="*/ 1037722 w 1039376"/>
                  <a:gd name="connsiteY6-1718" fmla="*/ 275874 h 983355"/>
                  <a:gd name="connsiteX7-1719" fmla="*/ 785934 w 1039376"/>
                  <a:gd name="connsiteY7-1720" fmla="*/ 621234 h 983355"/>
                  <a:gd name="connsiteX8-1721" fmla="*/ 930234 w 1039376"/>
                  <a:gd name="connsiteY8-1722" fmla="*/ 880820 h 983355"/>
                  <a:gd name="connsiteX0-1723" fmla="*/ 930234 w 1039376"/>
                  <a:gd name="connsiteY0-1724" fmla="*/ 880820 h 983355"/>
                  <a:gd name="connsiteX1-1725" fmla="*/ 718048 w 1039376"/>
                  <a:gd name="connsiteY1-1726" fmla="*/ 981097 h 983355"/>
                  <a:gd name="connsiteX2-1727" fmla="*/ 169062 w 1039376"/>
                  <a:gd name="connsiteY2-1728" fmla="*/ 882290 h 983355"/>
                  <a:gd name="connsiteX3-1729" fmla="*/ 5522 w 1039376"/>
                  <a:gd name="connsiteY3-1730" fmla="*/ 465346 h 983355"/>
                  <a:gd name="connsiteX4-1731" fmla="*/ 278659 w 1039376"/>
                  <a:gd name="connsiteY4-1732" fmla="*/ 74184 h 983355"/>
                  <a:gd name="connsiteX5-1733" fmla="*/ 764153 w 1039376"/>
                  <a:gd name="connsiteY5-1734" fmla="*/ 15755 h 983355"/>
                  <a:gd name="connsiteX6-1735" fmla="*/ 1037722 w 1039376"/>
                  <a:gd name="connsiteY6-1736" fmla="*/ 275874 h 983355"/>
                  <a:gd name="connsiteX7-1737" fmla="*/ 785934 w 1039376"/>
                  <a:gd name="connsiteY7-1738" fmla="*/ 621234 h 983355"/>
                  <a:gd name="connsiteX8-1739" fmla="*/ 930234 w 1039376"/>
                  <a:gd name="connsiteY8-1740" fmla="*/ 880820 h 983355"/>
                  <a:gd name="connsiteX0-1741" fmla="*/ 930234 w 1039376"/>
                  <a:gd name="connsiteY0-1742" fmla="*/ 879296 h 981831"/>
                  <a:gd name="connsiteX1-1743" fmla="*/ 718048 w 1039376"/>
                  <a:gd name="connsiteY1-1744" fmla="*/ 979573 h 981831"/>
                  <a:gd name="connsiteX2-1745" fmla="*/ 169062 w 1039376"/>
                  <a:gd name="connsiteY2-1746" fmla="*/ 880766 h 981831"/>
                  <a:gd name="connsiteX3-1747" fmla="*/ 5522 w 1039376"/>
                  <a:gd name="connsiteY3-1748" fmla="*/ 463822 h 981831"/>
                  <a:gd name="connsiteX4-1749" fmla="*/ 316076 w 1039376"/>
                  <a:gd name="connsiteY4-1750" fmla="*/ 78187 h 981831"/>
                  <a:gd name="connsiteX5-1751" fmla="*/ 764153 w 1039376"/>
                  <a:gd name="connsiteY5-1752" fmla="*/ 14231 h 981831"/>
                  <a:gd name="connsiteX6-1753" fmla="*/ 1037722 w 1039376"/>
                  <a:gd name="connsiteY6-1754" fmla="*/ 274350 h 981831"/>
                  <a:gd name="connsiteX7-1755" fmla="*/ 785934 w 1039376"/>
                  <a:gd name="connsiteY7-1756" fmla="*/ 619710 h 981831"/>
                  <a:gd name="connsiteX8-1757" fmla="*/ 930234 w 1039376"/>
                  <a:gd name="connsiteY8-1758" fmla="*/ 879296 h 981831"/>
                  <a:gd name="connsiteX0-1759" fmla="*/ 930234 w 1039376"/>
                  <a:gd name="connsiteY0-1760" fmla="*/ 871496 h 974031"/>
                  <a:gd name="connsiteX1-1761" fmla="*/ 718048 w 1039376"/>
                  <a:gd name="connsiteY1-1762" fmla="*/ 971773 h 974031"/>
                  <a:gd name="connsiteX2-1763" fmla="*/ 169062 w 1039376"/>
                  <a:gd name="connsiteY2-1764" fmla="*/ 872966 h 974031"/>
                  <a:gd name="connsiteX3-1765" fmla="*/ 5522 w 1039376"/>
                  <a:gd name="connsiteY3-1766" fmla="*/ 456022 h 974031"/>
                  <a:gd name="connsiteX4-1767" fmla="*/ 316076 w 1039376"/>
                  <a:gd name="connsiteY4-1768" fmla="*/ 70387 h 974031"/>
                  <a:gd name="connsiteX5-1769" fmla="*/ 695554 w 1039376"/>
                  <a:gd name="connsiteY5-1770" fmla="*/ 17483 h 974031"/>
                  <a:gd name="connsiteX6-1771" fmla="*/ 1037722 w 1039376"/>
                  <a:gd name="connsiteY6-1772" fmla="*/ 266550 h 974031"/>
                  <a:gd name="connsiteX7-1773" fmla="*/ 785934 w 1039376"/>
                  <a:gd name="connsiteY7-1774" fmla="*/ 611910 h 974031"/>
                  <a:gd name="connsiteX8-1775" fmla="*/ 930234 w 1039376"/>
                  <a:gd name="connsiteY8-1776" fmla="*/ 871496 h 974031"/>
                  <a:gd name="connsiteX0-1777" fmla="*/ 930234 w 940132"/>
                  <a:gd name="connsiteY0-1778" fmla="*/ 871496 h 974031"/>
                  <a:gd name="connsiteX1-1779" fmla="*/ 718048 w 940132"/>
                  <a:gd name="connsiteY1-1780" fmla="*/ 971773 h 974031"/>
                  <a:gd name="connsiteX2-1781" fmla="*/ 169062 w 940132"/>
                  <a:gd name="connsiteY2-1782" fmla="*/ 872966 h 974031"/>
                  <a:gd name="connsiteX3-1783" fmla="*/ 5522 w 940132"/>
                  <a:gd name="connsiteY3-1784" fmla="*/ 456022 h 974031"/>
                  <a:gd name="connsiteX4-1785" fmla="*/ 316076 w 940132"/>
                  <a:gd name="connsiteY4-1786" fmla="*/ 70387 h 974031"/>
                  <a:gd name="connsiteX5-1787" fmla="*/ 695554 w 940132"/>
                  <a:gd name="connsiteY5-1788" fmla="*/ 17483 h 974031"/>
                  <a:gd name="connsiteX6-1789" fmla="*/ 937943 w 940132"/>
                  <a:gd name="connsiteY6-1790" fmla="*/ 261024 h 974031"/>
                  <a:gd name="connsiteX7-1791" fmla="*/ 785934 w 940132"/>
                  <a:gd name="connsiteY7-1792" fmla="*/ 611910 h 974031"/>
                  <a:gd name="connsiteX8-1793" fmla="*/ 930234 w 940132"/>
                  <a:gd name="connsiteY8-1794" fmla="*/ 871496 h 974031"/>
                  <a:gd name="connsiteX0-1795" fmla="*/ 930234 w 964913"/>
                  <a:gd name="connsiteY0-1796" fmla="*/ 871496 h 974031"/>
                  <a:gd name="connsiteX1-1797" fmla="*/ 718048 w 964913"/>
                  <a:gd name="connsiteY1-1798" fmla="*/ 971773 h 974031"/>
                  <a:gd name="connsiteX2-1799" fmla="*/ 169062 w 964913"/>
                  <a:gd name="connsiteY2-1800" fmla="*/ 872966 h 974031"/>
                  <a:gd name="connsiteX3-1801" fmla="*/ 5522 w 964913"/>
                  <a:gd name="connsiteY3-1802" fmla="*/ 456022 h 974031"/>
                  <a:gd name="connsiteX4-1803" fmla="*/ 316076 w 964913"/>
                  <a:gd name="connsiteY4-1804" fmla="*/ 70387 h 974031"/>
                  <a:gd name="connsiteX5-1805" fmla="*/ 695554 w 964913"/>
                  <a:gd name="connsiteY5-1806" fmla="*/ 17483 h 974031"/>
                  <a:gd name="connsiteX6-1807" fmla="*/ 962888 w 964913"/>
                  <a:gd name="connsiteY6-1808" fmla="*/ 255498 h 974031"/>
                  <a:gd name="connsiteX7-1809" fmla="*/ 785934 w 964913"/>
                  <a:gd name="connsiteY7-1810" fmla="*/ 611910 h 974031"/>
                  <a:gd name="connsiteX8-1811" fmla="*/ 930234 w 964913"/>
                  <a:gd name="connsiteY8-1812" fmla="*/ 871496 h 974031"/>
                  <a:gd name="connsiteX0-1813" fmla="*/ 930234 w 962888"/>
                  <a:gd name="connsiteY0-1814" fmla="*/ 871496 h 974031"/>
                  <a:gd name="connsiteX1-1815" fmla="*/ 718048 w 962888"/>
                  <a:gd name="connsiteY1-1816" fmla="*/ 971773 h 974031"/>
                  <a:gd name="connsiteX2-1817" fmla="*/ 169062 w 962888"/>
                  <a:gd name="connsiteY2-1818" fmla="*/ 872966 h 974031"/>
                  <a:gd name="connsiteX3-1819" fmla="*/ 5522 w 962888"/>
                  <a:gd name="connsiteY3-1820" fmla="*/ 456022 h 974031"/>
                  <a:gd name="connsiteX4-1821" fmla="*/ 316076 w 962888"/>
                  <a:gd name="connsiteY4-1822" fmla="*/ 70387 h 974031"/>
                  <a:gd name="connsiteX5-1823" fmla="*/ 695554 w 962888"/>
                  <a:gd name="connsiteY5-1824" fmla="*/ 17483 h 974031"/>
                  <a:gd name="connsiteX6-1825" fmla="*/ 962888 w 962888"/>
                  <a:gd name="connsiteY6-1826" fmla="*/ 255498 h 974031"/>
                  <a:gd name="connsiteX7-1827" fmla="*/ 785934 w 962888"/>
                  <a:gd name="connsiteY7-1828" fmla="*/ 611910 h 974031"/>
                  <a:gd name="connsiteX8-1829" fmla="*/ 930234 w 962888"/>
                  <a:gd name="connsiteY8-1830" fmla="*/ 871496 h 974031"/>
                  <a:gd name="connsiteX0-1831" fmla="*/ 930234 w 962888"/>
                  <a:gd name="connsiteY0-1832" fmla="*/ 861400 h 963935"/>
                  <a:gd name="connsiteX1-1833" fmla="*/ 718048 w 962888"/>
                  <a:gd name="connsiteY1-1834" fmla="*/ 961677 h 963935"/>
                  <a:gd name="connsiteX2-1835" fmla="*/ 169062 w 962888"/>
                  <a:gd name="connsiteY2-1836" fmla="*/ 862870 h 963935"/>
                  <a:gd name="connsiteX3-1837" fmla="*/ 5522 w 962888"/>
                  <a:gd name="connsiteY3-1838" fmla="*/ 445926 h 963935"/>
                  <a:gd name="connsiteX4-1839" fmla="*/ 316076 w 962888"/>
                  <a:gd name="connsiteY4-1840" fmla="*/ 60291 h 963935"/>
                  <a:gd name="connsiteX5-1841" fmla="*/ 782862 w 962888"/>
                  <a:gd name="connsiteY5-1842" fmla="*/ 23965 h 963935"/>
                  <a:gd name="connsiteX6-1843" fmla="*/ 962888 w 962888"/>
                  <a:gd name="connsiteY6-1844" fmla="*/ 245402 h 963935"/>
                  <a:gd name="connsiteX7-1845" fmla="*/ 785934 w 962888"/>
                  <a:gd name="connsiteY7-1846" fmla="*/ 601814 h 963935"/>
                  <a:gd name="connsiteX8-1847" fmla="*/ 930234 w 962888"/>
                  <a:gd name="connsiteY8-1848" fmla="*/ 861400 h 963935"/>
                  <a:gd name="connsiteX0-1849" fmla="*/ 930234 w 963766"/>
                  <a:gd name="connsiteY0-1850" fmla="*/ 861400 h 963935"/>
                  <a:gd name="connsiteX1-1851" fmla="*/ 718048 w 963766"/>
                  <a:gd name="connsiteY1-1852" fmla="*/ 961677 h 963935"/>
                  <a:gd name="connsiteX2-1853" fmla="*/ 169062 w 963766"/>
                  <a:gd name="connsiteY2-1854" fmla="*/ 862870 h 963935"/>
                  <a:gd name="connsiteX3-1855" fmla="*/ 5522 w 963766"/>
                  <a:gd name="connsiteY3-1856" fmla="*/ 445926 h 963935"/>
                  <a:gd name="connsiteX4-1857" fmla="*/ 316076 w 963766"/>
                  <a:gd name="connsiteY4-1858" fmla="*/ 60291 h 963935"/>
                  <a:gd name="connsiteX5-1859" fmla="*/ 782862 w 963766"/>
                  <a:gd name="connsiteY5-1860" fmla="*/ 23965 h 963935"/>
                  <a:gd name="connsiteX6-1861" fmla="*/ 962888 w 963766"/>
                  <a:gd name="connsiteY6-1862" fmla="*/ 245402 h 963935"/>
                  <a:gd name="connsiteX7-1863" fmla="*/ 785934 w 963766"/>
                  <a:gd name="connsiteY7-1864" fmla="*/ 601814 h 963935"/>
                  <a:gd name="connsiteX8-1865" fmla="*/ 930234 w 963766"/>
                  <a:gd name="connsiteY8-1866" fmla="*/ 861400 h 963935"/>
                  <a:gd name="connsiteX0-1867" fmla="*/ 930234 w 963766"/>
                  <a:gd name="connsiteY0-1868" fmla="*/ 861400 h 963935"/>
                  <a:gd name="connsiteX1-1869" fmla="*/ 718048 w 963766"/>
                  <a:gd name="connsiteY1-1870" fmla="*/ 961677 h 963935"/>
                  <a:gd name="connsiteX2-1871" fmla="*/ 169062 w 963766"/>
                  <a:gd name="connsiteY2-1872" fmla="*/ 862870 h 963935"/>
                  <a:gd name="connsiteX3-1873" fmla="*/ 5522 w 963766"/>
                  <a:gd name="connsiteY3-1874" fmla="*/ 445926 h 963935"/>
                  <a:gd name="connsiteX4-1875" fmla="*/ 316076 w 963766"/>
                  <a:gd name="connsiteY4-1876" fmla="*/ 60291 h 963935"/>
                  <a:gd name="connsiteX5-1877" fmla="*/ 782862 w 963766"/>
                  <a:gd name="connsiteY5-1878" fmla="*/ 23965 h 963935"/>
                  <a:gd name="connsiteX6-1879" fmla="*/ 962888 w 963766"/>
                  <a:gd name="connsiteY6-1880" fmla="*/ 245402 h 963935"/>
                  <a:gd name="connsiteX7-1881" fmla="*/ 760989 w 963766"/>
                  <a:gd name="connsiteY7-1882" fmla="*/ 723390 h 963935"/>
                  <a:gd name="connsiteX8-1883" fmla="*/ 930234 w 963766"/>
                  <a:gd name="connsiteY8-1884" fmla="*/ 861400 h 963935"/>
                  <a:gd name="connsiteX0-1885" fmla="*/ 930234 w 963766"/>
                  <a:gd name="connsiteY0-1886" fmla="*/ 861400 h 963935"/>
                  <a:gd name="connsiteX1-1887" fmla="*/ 718048 w 963766"/>
                  <a:gd name="connsiteY1-1888" fmla="*/ 961677 h 963935"/>
                  <a:gd name="connsiteX2-1889" fmla="*/ 169062 w 963766"/>
                  <a:gd name="connsiteY2-1890" fmla="*/ 862870 h 963935"/>
                  <a:gd name="connsiteX3-1891" fmla="*/ 5522 w 963766"/>
                  <a:gd name="connsiteY3-1892" fmla="*/ 445926 h 963935"/>
                  <a:gd name="connsiteX4-1893" fmla="*/ 316076 w 963766"/>
                  <a:gd name="connsiteY4-1894" fmla="*/ 60291 h 963935"/>
                  <a:gd name="connsiteX5-1895" fmla="*/ 782862 w 963766"/>
                  <a:gd name="connsiteY5-1896" fmla="*/ 23965 h 963935"/>
                  <a:gd name="connsiteX6-1897" fmla="*/ 962888 w 963766"/>
                  <a:gd name="connsiteY6-1898" fmla="*/ 245402 h 963935"/>
                  <a:gd name="connsiteX7-1899" fmla="*/ 704863 w 963766"/>
                  <a:gd name="connsiteY7-1900" fmla="*/ 634971 h 963935"/>
                  <a:gd name="connsiteX8-1901" fmla="*/ 930234 w 963766"/>
                  <a:gd name="connsiteY8-1902" fmla="*/ 861400 h 963935"/>
                  <a:gd name="connsiteX0-1903" fmla="*/ 886581 w 963766"/>
                  <a:gd name="connsiteY0-1904" fmla="*/ 828243 h 963935"/>
                  <a:gd name="connsiteX1-1905" fmla="*/ 718048 w 963766"/>
                  <a:gd name="connsiteY1-1906" fmla="*/ 961677 h 963935"/>
                  <a:gd name="connsiteX2-1907" fmla="*/ 169062 w 963766"/>
                  <a:gd name="connsiteY2-1908" fmla="*/ 862870 h 963935"/>
                  <a:gd name="connsiteX3-1909" fmla="*/ 5522 w 963766"/>
                  <a:gd name="connsiteY3-1910" fmla="*/ 445926 h 963935"/>
                  <a:gd name="connsiteX4-1911" fmla="*/ 316076 w 963766"/>
                  <a:gd name="connsiteY4-1912" fmla="*/ 60291 h 963935"/>
                  <a:gd name="connsiteX5-1913" fmla="*/ 782862 w 963766"/>
                  <a:gd name="connsiteY5-1914" fmla="*/ 23965 h 963935"/>
                  <a:gd name="connsiteX6-1915" fmla="*/ 962888 w 963766"/>
                  <a:gd name="connsiteY6-1916" fmla="*/ 245402 h 963935"/>
                  <a:gd name="connsiteX7-1917" fmla="*/ 704863 w 963766"/>
                  <a:gd name="connsiteY7-1918" fmla="*/ 634971 h 963935"/>
                  <a:gd name="connsiteX8-1919" fmla="*/ 886581 w 963766"/>
                  <a:gd name="connsiteY8-1920" fmla="*/ 828243 h 963935"/>
                  <a:gd name="connsiteX0-1921" fmla="*/ 886581 w 963766"/>
                  <a:gd name="connsiteY0-1922" fmla="*/ 828243 h 963935"/>
                  <a:gd name="connsiteX1-1923" fmla="*/ 718048 w 963766"/>
                  <a:gd name="connsiteY1-1924" fmla="*/ 961677 h 963935"/>
                  <a:gd name="connsiteX2-1925" fmla="*/ 169062 w 963766"/>
                  <a:gd name="connsiteY2-1926" fmla="*/ 862870 h 963935"/>
                  <a:gd name="connsiteX3-1927" fmla="*/ 5522 w 963766"/>
                  <a:gd name="connsiteY3-1928" fmla="*/ 445926 h 963935"/>
                  <a:gd name="connsiteX4-1929" fmla="*/ 316076 w 963766"/>
                  <a:gd name="connsiteY4-1930" fmla="*/ 60291 h 963935"/>
                  <a:gd name="connsiteX5-1931" fmla="*/ 782862 w 963766"/>
                  <a:gd name="connsiteY5-1932" fmla="*/ 23965 h 963935"/>
                  <a:gd name="connsiteX6-1933" fmla="*/ 962888 w 963766"/>
                  <a:gd name="connsiteY6-1934" fmla="*/ 317243 h 963935"/>
                  <a:gd name="connsiteX7-1935" fmla="*/ 704863 w 963766"/>
                  <a:gd name="connsiteY7-1936" fmla="*/ 634971 h 963935"/>
                  <a:gd name="connsiteX8-1937" fmla="*/ 886581 w 963766"/>
                  <a:gd name="connsiteY8-1938" fmla="*/ 828243 h 963935"/>
                  <a:gd name="connsiteX0-1939" fmla="*/ 886581 w 963766"/>
                  <a:gd name="connsiteY0-1940" fmla="*/ 828243 h 963935"/>
                  <a:gd name="connsiteX1-1941" fmla="*/ 718048 w 963766"/>
                  <a:gd name="connsiteY1-1942" fmla="*/ 961677 h 963935"/>
                  <a:gd name="connsiteX2-1943" fmla="*/ 169062 w 963766"/>
                  <a:gd name="connsiteY2-1944" fmla="*/ 862870 h 963935"/>
                  <a:gd name="connsiteX3-1945" fmla="*/ 5522 w 963766"/>
                  <a:gd name="connsiteY3-1946" fmla="*/ 445926 h 963935"/>
                  <a:gd name="connsiteX4-1947" fmla="*/ 316076 w 963766"/>
                  <a:gd name="connsiteY4-1948" fmla="*/ 60291 h 963935"/>
                  <a:gd name="connsiteX5-1949" fmla="*/ 782862 w 963766"/>
                  <a:gd name="connsiteY5-1950" fmla="*/ 23965 h 963935"/>
                  <a:gd name="connsiteX6-1951" fmla="*/ 962888 w 963766"/>
                  <a:gd name="connsiteY6-1952" fmla="*/ 317243 h 963935"/>
                  <a:gd name="connsiteX7-1953" fmla="*/ 704863 w 963766"/>
                  <a:gd name="connsiteY7-1954" fmla="*/ 623919 h 963935"/>
                  <a:gd name="connsiteX8-1955" fmla="*/ 886581 w 963766"/>
                  <a:gd name="connsiteY8-1956" fmla="*/ 828243 h 963935"/>
                  <a:gd name="connsiteX0-1957" fmla="*/ 886581 w 963766"/>
                  <a:gd name="connsiteY0-1958" fmla="*/ 828243 h 963935"/>
                  <a:gd name="connsiteX1-1959" fmla="*/ 718048 w 963766"/>
                  <a:gd name="connsiteY1-1960" fmla="*/ 961677 h 963935"/>
                  <a:gd name="connsiteX2-1961" fmla="*/ 169062 w 963766"/>
                  <a:gd name="connsiteY2-1962" fmla="*/ 862870 h 963935"/>
                  <a:gd name="connsiteX3-1963" fmla="*/ 5522 w 963766"/>
                  <a:gd name="connsiteY3-1964" fmla="*/ 445926 h 963935"/>
                  <a:gd name="connsiteX4-1965" fmla="*/ 316076 w 963766"/>
                  <a:gd name="connsiteY4-1966" fmla="*/ 60291 h 963935"/>
                  <a:gd name="connsiteX5-1967" fmla="*/ 782862 w 963766"/>
                  <a:gd name="connsiteY5-1968" fmla="*/ 23965 h 963935"/>
                  <a:gd name="connsiteX6-1969" fmla="*/ 962888 w 963766"/>
                  <a:gd name="connsiteY6-1970" fmla="*/ 317243 h 963935"/>
                  <a:gd name="connsiteX7-1971" fmla="*/ 704863 w 963766"/>
                  <a:gd name="connsiteY7-1972" fmla="*/ 623919 h 963935"/>
                  <a:gd name="connsiteX8-1973" fmla="*/ 886581 w 963766"/>
                  <a:gd name="connsiteY8-1974" fmla="*/ 828243 h 963935"/>
                  <a:gd name="connsiteX0-1975" fmla="*/ 886581 w 963766"/>
                  <a:gd name="connsiteY0-1976" fmla="*/ 828243 h 963935"/>
                  <a:gd name="connsiteX1-1977" fmla="*/ 718048 w 963766"/>
                  <a:gd name="connsiteY1-1978" fmla="*/ 961677 h 963935"/>
                  <a:gd name="connsiteX2-1979" fmla="*/ 169062 w 963766"/>
                  <a:gd name="connsiteY2-1980" fmla="*/ 862870 h 963935"/>
                  <a:gd name="connsiteX3-1981" fmla="*/ 5522 w 963766"/>
                  <a:gd name="connsiteY3-1982" fmla="*/ 445926 h 963935"/>
                  <a:gd name="connsiteX4-1983" fmla="*/ 316076 w 963766"/>
                  <a:gd name="connsiteY4-1984" fmla="*/ 60291 h 963935"/>
                  <a:gd name="connsiteX5-1985" fmla="*/ 782862 w 963766"/>
                  <a:gd name="connsiteY5-1986" fmla="*/ 23965 h 963935"/>
                  <a:gd name="connsiteX6-1987" fmla="*/ 962888 w 963766"/>
                  <a:gd name="connsiteY6-1988" fmla="*/ 317243 h 963935"/>
                  <a:gd name="connsiteX7-1989" fmla="*/ 704863 w 963766"/>
                  <a:gd name="connsiteY7-1990" fmla="*/ 623919 h 963935"/>
                  <a:gd name="connsiteX8-1991" fmla="*/ 886581 w 963766"/>
                  <a:gd name="connsiteY8-1992" fmla="*/ 828243 h 963935"/>
                  <a:gd name="connsiteX0-1993" fmla="*/ 886581 w 963766"/>
                  <a:gd name="connsiteY0-1994" fmla="*/ 828243 h 963935"/>
                  <a:gd name="connsiteX1-1995" fmla="*/ 718048 w 963766"/>
                  <a:gd name="connsiteY1-1996" fmla="*/ 961677 h 963935"/>
                  <a:gd name="connsiteX2-1997" fmla="*/ 169062 w 963766"/>
                  <a:gd name="connsiteY2-1998" fmla="*/ 862870 h 963935"/>
                  <a:gd name="connsiteX3-1999" fmla="*/ 5522 w 963766"/>
                  <a:gd name="connsiteY3-2000" fmla="*/ 445926 h 963935"/>
                  <a:gd name="connsiteX4-2001" fmla="*/ 316076 w 963766"/>
                  <a:gd name="connsiteY4-2002" fmla="*/ 60291 h 963935"/>
                  <a:gd name="connsiteX5-2003" fmla="*/ 782862 w 963766"/>
                  <a:gd name="connsiteY5-2004" fmla="*/ 23965 h 963935"/>
                  <a:gd name="connsiteX6-2005" fmla="*/ 962888 w 963766"/>
                  <a:gd name="connsiteY6-2006" fmla="*/ 317243 h 963935"/>
                  <a:gd name="connsiteX7-2007" fmla="*/ 704863 w 963766"/>
                  <a:gd name="connsiteY7-2008" fmla="*/ 623919 h 963935"/>
                  <a:gd name="connsiteX8-2009" fmla="*/ 886581 w 963766"/>
                  <a:gd name="connsiteY8-2010" fmla="*/ 828243 h 963935"/>
                  <a:gd name="connsiteX0-2011" fmla="*/ 886581 w 963766"/>
                  <a:gd name="connsiteY0-2012" fmla="*/ 828243 h 963935"/>
                  <a:gd name="connsiteX1-2013" fmla="*/ 718048 w 963766"/>
                  <a:gd name="connsiteY1-2014" fmla="*/ 961677 h 963935"/>
                  <a:gd name="connsiteX2-2015" fmla="*/ 169062 w 963766"/>
                  <a:gd name="connsiteY2-2016" fmla="*/ 862870 h 963935"/>
                  <a:gd name="connsiteX3-2017" fmla="*/ 5522 w 963766"/>
                  <a:gd name="connsiteY3-2018" fmla="*/ 445926 h 963935"/>
                  <a:gd name="connsiteX4-2019" fmla="*/ 316076 w 963766"/>
                  <a:gd name="connsiteY4-2020" fmla="*/ 60291 h 963935"/>
                  <a:gd name="connsiteX5-2021" fmla="*/ 782862 w 963766"/>
                  <a:gd name="connsiteY5-2022" fmla="*/ 23965 h 963935"/>
                  <a:gd name="connsiteX6-2023" fmla="*/ 962888 w 963766"/>
                  <a:gd name="connsiteY6-2024" fmla="*/ 317243 h 963935"/>
                  <a:gd name="connsiteX7-2025" fmla="*/ 704863 w 963766"/>
                  <a:gd name="connsiteY7-2026" fmla="*/ 623919 h 963935"/>
                  <a:gd name="connsiteX8-2027" fmla="*/ 886581 w 963766"/>
                  <a:gd name="connsiteY8-2028" fmla="*/ 828243 h 963935"/>
                  <a:gd name="connsiteX0-2029" fmla="*/ 911526 w 963766"/>
                  <a:gd name="connsiteY0-2030" fmla="*/ 828243 h 963935"/>
                  <a:gd name="connsiteX1-2031" fmla="*/ 718048 w 963766"/>
                  <a:gd name="connsiteY1-2032" fmla="*/ 961677 h 963935"/>
                  <a:gd name="connsiteX2-2033" fmla="*/ 169062 w 963766"/>
                  <a:gd name="connsiteY2-2034" fmla="*/ 862870 h 963935"/>
                  <a:gd name="connsiteX3-2035" fmla="*/ 5522 w 963766"/>
                  <a:gd name="connsiteY3-2036" fmla="*/ 445926 h 963935"/>
                  <a:gd name="connsiteX4-2037" fmla="*/ 316076 w 963766"/>
                  <a:gd name="connsiteY4-2038" fmla="*/ 60291 h 963935"/>
                  <a:gd name="connsiteX5-2039" fmla="*/ 782862 w 963766"/>
                  <a:gd name="connsiteY5-2040" fmla="*/ 23965 h 963935"/>
                  <a:gd name="connsiteX6-2041" fmla="*/ 962888 w 963766"/>
                  <a:gd name="connsiteY6-2042" fmla="*/ 317243 h 963935"/>
                  <a:gd name="connsiteX7-2043" fmla="*/ 704863 w 963766"/>
                  <a:gd name="connsiteY7-2044" fmla="*/ 623919 h 963935"/>
                  <a:gd name="connsiteX8-2045" fmla="*/ 911526 w 963766"/>
                  <a:gd name="connsiteY8-2046" fmla="*/ 828243 h 963935"/>
                  <a:gd name="connsiteX0-2047" fmla="*/ 824219 w 963766"/>
                  <a:gd name="connsiteY0-2048" fmla="*/ 828243 h 963935"/>
                  <a:gd name="connsiteX1-2049" fmla="*/ 718048 w 963766"/>
                  <a:gd name="connsiteY1-2050" fmla="*/ 961677 h 963935"/>
                  <a:gd name="connsiteX2-2051" fmla="*/ 169062 w 963766"/>
                  <a:gd name="connsiteY2-2052" fmla="*/ 862870 h 963935"/>
                  <a:gd name="connsiteX3-2053" fmla="*/ 5522 w 963766"/>
                  <a:gd name="connsiteY3-2054" fmla="*/ 445926 h 963935"/>
                  <a:gd name="connsiteX4-2055" fmla="*/ 316076 w 963766"/>
                  <a:gd name="connsiteY4-2056" fmla="*/ 60291 h 963935"/>
                  <a:gd name="connsiteX5-2057" fmla="*/ 782862 w 963766"/>
                  <a:gd name="connsiteY5-2058" fmla="*/ 23965 h 963935"/>
                  <a:gd name="connsiteX6-2059" fmla="*/ 962888 w 963766"/>
                  <a:gd name="connsiteY6-2060" fmla="*/ 317243 h 963935"/>
                  <a:gd name="connsiteX7-2061" fmla="*/ 704863 w 963766"/>
                  <a:gd name="connsiteY7-2062" fmla="*/ 623919 h 963935"/>
                  <a:gd name="connsiteX8-2063" fmla="*/ 824219 w 963766"/>
                  <a:gd name="connsiteY8-2064" fmla="*/ 828243 h 963935"/>
                  <a:gd name="connsiteX0-2065" fmla="*/ 892817 w 963766"/>
                  <a:gd name="connsiteY0-2066" fmla="*/ 839295 h 963935"/>
                  <a:gd name="connsiteX1-2067" fmla="*/ 718048 w 963766"/>
                  <a:gd name="connsiteY1-2068" fmla="*/ 961677 h 963935"/>
                  <a:gd name="connsiteX2-2069" fmla="*/ 169062 w 963766"/>
                  <a:gd name="connsiteY2-2070" fmla="*/ 862870 h 963935"/>
                  <a:gd name="connsiteX3-2071" fmla="*/ 5522 w 963766"/>
                  <a:gd name="connsiteY3-2072" fmla="*/ 445926 h 963935"/>
                  <a:gd name="connsiteX4-2073" fmla="*/ 316076 w 963766"/>
                  <a:gd name="connsiteY4-2074" fmla="*/ 60291 h 963935"/>
                  <a:gd name="connsiteX5-2075" fmla="*/ 782862 w 963766"/>
                  <a:gd name="connsiteY5-2076" fmla="*/ 23965 h 963935"/>
                  <a:gd name="connsiteX6-2077" fmla="*/ 962888 w 963766"/>
                  <a:gd name="connsiteY6-2078" fmla="*/ 317243 h 963935"/>
                  <a:gd name="connsiteX7-2079" fmla="*/ 704863 w 963766"/>
                  <a:gd name="connsiteY7-2080" fmla="*/ 623919 h 963935"/>
                  <a:gd name="connsiteX8-2081" fmla="*/ 892817 w 963766"/>
                  <a:gd name="connsiteY8-2082" fmla="*/ 839295 h 963935"/>
                  <a:gd name="connsiteX0-2083" fmla="*/ 892817 w 963766"/>
                  <a:gd name="connsiteY0-2084" fmla="*/ 839295 h 963935"/>
                  <a:gd name="connsiteX1-2085" fmla="*/ 718048 w 963766"/>
                  <a:gd name="connsiteY1-2086" fmla="*/ 961677 h 963935"/>
                  <a:gd name="connsiteX2-2087" fmla="*/ 169062 w 963766"/>
                  <a:gd name="connsiteY2-2088" fmla="*/ 862870 h 963935"/>
                  <a:gd name="connsiteX3-2089" fmla="*/ 5522 w 963766"/>
                  <a:gd name="connsiteY3-2090" fmla="*/ 445926 h 963935"/>
                  <a:gd name="connsiteX4-2091" fmla="*/ 316076 w 963766"/>
                  <a:gd name="connsiteY4-2092" fmla="*/ 60291 h 963935"/>
                  <a:gd name="connsiteX5-2093" fmla="*/ 782862 w 963766"/>
                  <a:gd name="connsiteY5-2094" fmla="*/ 23965 h 963935"/>
                  <a:gd name="connsiteX6-2095" fmla="*/ 962888 w 963766"/>
                  <a:gd name="connsiteY6-2096" fmla="*/ 317243 h 963935"/>
                  <a:gd name="connsiteX7-2097" fmla="*/ 704863 w 963766"/>
                  <a:gd name="connsiteY7-2098" fmla="*/ 623919 h 963935"/>
                  <a:gd name="connsiteX8-2099" fmla="*/ 892817 w 963766"/>
                  <a:gd name="connsiteY8-2100" fmla="*/ 839295 h 963935"/>
                  <a:gd name="connsiteX0-2101" fmla="*/ 892817 w 963766"/>
                  <a:gd name="connsiteY0-2102" fmla="*/ 839295 h 963935"/>
                  <a:gd name="connsiteX1-2103" fmla="*/ 718048 w 963766"/>
                  <a:gd name="connsiteY1-2104" fmla="*/ 961677 h 963935"/>
                  <a:gd name="connsiteX2-2105" fmla="*/ 169062 w 963766"/>
                  <a:gd name="connsiteY2-2106" fmla="*/ 862870 h 963935"/>
                  <a:gd name="connsiteX3-2107" fmla="*/ 5522 w 963766"/>
                  <a:gd name="connsiteY3-2108" fmla="*/ 445926 h 963935"/>
                  <a:gd name="connsiteX4-2109" fmla="*/ 316076 w 963766"/>
                  <a:gd name="connsiteY4-2110" fmla="*/ 60291 h 963935"/>
                  <a:gd name="connsiteX5-2111" fmla="*/ 782862 w 963766"/>
                  <a:gd name="connsiteY5-2112" fmla="*/ 23965 h 963935"/>
                  <a:gd name="connsiteX6-2113" fmla="*/ 962888 w 963766"/>
                  <a:gd name="connsiteY6-2114" fmla="*/ 317243 h 963935"/>
                  <a:gd name="connsiteX7-2115" fmla="*/ 704863 w 963766"/>
                  <a:gd name="connsiteY7-2116" fmla="*/ 623919 h 963935"/>
                  <a:gd name="connsiteX8-2117" fmla="*/ 892817 w 963766"/>
                  <a:gd name="connsiteY8-2118" fmla="*/ 839295 h 963935"/>
                  <a:gd name="connsiteX0-2119" fmla="*/ 892817 w 963766"/>
                  <a:gd name="connsiteY0-2120" fmla="*/ 839295 h 963935"/>
                  <a:gd name="connsiteX1-2121" fmla="*/ 718048 w 963766"/>
                  <a:gd name="connsiteY1-2122" fmla="*/ 961677 h 963935"/>
                  <a:gd name="connsiteX2-2123" fmla="*/ 169062 w 963766"/>
                  <a:gd name="connsiteY2-2124" fmla="*/ 862870 h 963935"/>
                  <a:gd name="connsiteX3-2125" fmla="*/ 5522 w 963766"/>
                  <a:gd name="connsiteY3-2126" fmla="*/ 445926 h 963935"/>
                  <a:gd name="connsiteX4-2127" fmla="*/ 316076 w 963766"/>
                  <a:gd name="connsiteY4-2128" fmla="*/ 60291 h 963935"/>
                  <a:gd name="connsiteX5-2129" fmla="*/ 782862 w 963766"/>
                  <a:gd name="connsiteY5-2130" fmla="*/ 23965 h 963935"/>
                  <a:gd name="connsiteX6-2131" fmla="*/ 962888 w 963766"/>
                  <a:gd name="connsiteY6-2132" fmla="*/ 317243 h 963935"/>
                  <a:gd name="connsiteX7-2133" fmla="*/ 704863 w 963766"/>
                  <a:gd name="connsiteY7-2134" fmla="*/ 623919 h 963935"/>
                  <a:gd name="connsiteX8-2135" fmla="*/ 892817 w 963766"/>
                  <a:gd name="connsiteY8-2136" fmla="*/ 839295 h 963935"/>
                  <a:gd name="connsiteX0-2137" fmla="*/ 892817 w 963766"/>
                  <a:gd name="connsiteY0-2138" fmla="*/ 839295 h 963935"/>
                  <a:gd name="connsiteX1-2139" fmla="*/ 718048 w 963766"/>
                  <a:gd name="connsiteY1-2140" fmla="*/ 961677 h 963935"/>
                  <a:gd name="connsiteX2-2141" fmla="*/ 169062 w 963766"/>
                  <a:gd name="connsiteY2-2142" fmla="*/ 862870 h 963935"/>
                  <a:gd name="connsiteX3-2143" fmla="*/ 5522 w 963766"/>
                  <a:gd name="connsiteY3-2144" fmla="*/ 445926 h 963935"/>
                  <a:gd name="connsiteX4-2145" fmla="*/ 316076 w 963766"/>
                  <a:gd name="connsiteY4-2146" fmla="*/ 60291 h 963935"/>
                  <a:gd name="connsiteX5-2147" fmla="*/ 782862 w 963766"/>
                  <a:gd name="connsiteY5-2148" fmla="*/ 23965 h 963935"/>
                  <a:gd name="connsiteX6-2149" fmla="*/ 962888 w 963766"/>
                  <a:gd name="connsiteY6-2150" fmla="*/ 317243 h 963935"/>
                  <a:gd name="connsiteX7-2151" fmla="*/ 704863 w 963766"/>
                  <a:gd name="connsiteY7-2152" fmla="*/ 623919 h 963935"/>
                  <a:gd name="connsiteX8-2153" fmla="*/ 892817 w 963766"/>
                  <a:gd name="connsiteY8-2154" fmla="*/ 839295 h 963935"/>
                  <a:gd name="connsiteX0-2155" fmla="*/ 892817 w 963877"/>
                  <a:gd name="connsiteY0-2156" fmla="*/ 839295 h 963935"/>
                  <a:gd name="connsiteX1-2157" fmla="*/ 718048 w 963877"/>
                  <a:gd name="connsiteY1-2158" fmla="*/ 961677 h 963935"/>
                  <a:gd name="connsiteX2-2159" fmla="*/ 169062 w 963877"/>
                  <a:gd name="connsiteY2-2160" fmla="*/ 862870 h 963935"/>
                  <a:gd name="connsiteX3-2161" fmla="*/ 5522 w 963877"/>
                  <a:gd name="connsiteY3-2162" fmla="*/ 445926 h 963935"/>
                  <a:gd name="connsiteX4-2163" fmla="*/ 316076 w 963877"/>
                  <a:gd name="connsiteY4-2164" fmla="*/ 60291 h 963935"/>
                  <a:gd name="connsiteX5-2165" fmla="*/ 782862 w 963877"/>
                  <a:gd name="connsiteY5-2166" fmla="*/ 23965 h 963935"/>
                  <a:gd name="connsiteX6-2167" fmla="*/ 962888 w 963877"/>
                  <a:gd name="connsiteY6-2168" fmla="*/ 317243 h 963935"/>
                  <a:gd name="connsiteX7-2169" fmla="*/ 704863 w 963877"/>
                  <a:gd name="connsiteY7-2170" fmla="*/ 623919 h 963935"/>
                  <a:gd name="connsiteX8-2171" fmla="*/ 892817 w 963877"/>
                  <a:gd name="connsiteY8-2172" fmla="*/ 839295 h 963935"/>
                  <a:gd name="connsiteX0-2173" fmla="*/ 892817 w 963877"/>
                  <a:gd name="connsiteY0-2174" fmla="*/ 848349 h 972989"/>
                  <a:gd name="connsiteX1-2175" fmla="*/ 718048 w 963877"/>
                  <a:gd name="connsiteY1-2176" fmla="*/ 970731 h 972989"/>
                  <a:gd name="connsiteX2-2177" fmla="*/ 169062 w 963877"/>
                  <a:gd name="connsiteY2-2178" fmla="*/ 871924 h 972989"/>
                  <a:gd name="connsiteX3-2179" fmla="*/ 5522 w 963877"/>
                  <a:gd name="connsiteY3-2180" fmla="*/ 454980 h 972989"/>
                  <a:gd name="connsiteX4-2181" fmla="*/ 316076 w 963877"/>
                  <a:gd name="connsiteY4-2182" fmla="*/ 69345 h 972989"/>
                  <a:gd name="connsiteX5-2183" fmla="*/ 782862 w 963877"/>
                  <a:gd name="connsiteY5-2184" fmla="*/ 33019 h 972989"/>
                  <a:gd name="connsiteX6-2185" fmla="*/ 962888 w 963877"/>
                  <a:gd name="connsiteY6-2186" fmla="*/ 326297 h 972989"/>
                  <a:gd name="connsiteX7-2187" fmla="*/ 704863 w 963877"/>
                  <a:gd name="connsiteY7-2188" fmla="*/ 632973 h 972989"/>
                  <a:gd name="connsiteX8-2189" fmla="*/ 892817 w 963877"/>
                  <a:gd name="connsiteY8-2190" fmla="*/ 848349 h 972989"/>
                  <a:gd name="connsiteX0-2191" fmla="*/ 892726 w 963786"/>
                  <a:gd name="connsiteY0-2192" fmla="*/ 848349 h 1000915"/>
                  <a:gd name="connsiteX1-2193" fmla="*/ 717957 w 963786"/>
                  <a:gd name="connsiteY1-2194" fmla="*/ 970731 h 1000915"/>
                  <a:gd name="connsiteX2-2195" fmla="*/ 170718 w 963786"/>
                  <a:gd name="connsiteY2-2196" fmla="*/ 955459 h 1000915"/>
                  <a:gd name="connsiteX3-2197" fmla="*/ 5431 w 963786"/>
                  <a:gd name="connsiteY3-2198" fmla="*/ 454980 h 1000915"/>
                  <a:gd name="connsiteX4-2199" fmla="*/ 315985 w 963786"/>
                  <a:gd name="connsiteY4-2200" fmla="*/ 69345 h 1000915"/>
                  <a:gd name="connsiteX5-2201" fmla="*/ 782771 w 963786"/>
                  <a:gd name="connsiteY5-2202" fmla="*/ 33019 h 1000915"/>
                  <a:gd name="connsiteX6-2203" fmla="*/ 962797 w 963786"/>
                  <a:gd name="connsiteY6-2204" fmla="*/ 326297 h 1000915"/>
                  <a:gd name="connsiteX7-2205" fmla="*/ 704772 w 963786"/>
                  <a:gd name="connsiteY7-2206" fmla="*/ 632973 h 1000915"/>
                  <a:gd name="connsiteX8-2207" fmla="*/ 892726 w 963786"/>
                  <a:gd name="connsiteY8-2208" fmla="*/ 848349 h 1000915"/>
                  <a:gd name="connsiteX0-2209" fmla="*/ 891259 w 962319"/>
                  <a:gd name="connsiteY0-2210" fmla="*/ 848349 h 1000295"/>
                  <a:gd name="connsiteX1-2211" fmla="*/ 716490 w 962319"/>
                  <a:gd name="connsiteY1-2212" fmla="*/ 970731 h 1000295"/>
                  <a:gd name="connsiteX2-2213" fmla="*/ 207065 w 962319"/>
                  <a:gd name="connsiteY2-2214" fmla="*/ 954494 h 1000295"/>
                  <a:gd name="connsiteX3-2215" fmla="*/ 3964 w 962319"/>
                  <a:gd name="connsiteY3-2216" fmla="*/ 454980 h 1000295"/>
                  <a:gd name="connsiteX4-2217" fmla="*/ 314518 w 962319"/>
                  <a:gd name="connsiteY4-2218" fmla="*/ 69345 h 1000295"/>
                  <a:gd name="connsiteX5-2219" fmla="*/ 781304 w 962319"/>
                  <a:gd name="connsiteY5-2220" fmla="*/ 33019 h 1000295"/>
                  <a:gd name="connsiteX6-2221" fmla="*/ 961330 w 962319"/>
                  <a:gd name="connsiteY6-2222" fmla="*/ 326297 h 1000295"/>
                  <a:gd name="connsiteX7-2223" fmla="*/ 703305 w 962319"/>
                  <a:gd name="connsiteY7-2224" fmla="*/ 632973 h 1000295"/>
                  <a:gd name="connsiteX8-2225" fmla="*/ 891259 w 962319"/>
                  <a:gd name="connsiteY8-2226" fmla="*/ 848349 h 1000295"/>
                  <a:gd name="connsiteX0-2227" fmla="*/ 890960 w 962020"/>
                  <a:gd name="connsiteY0-2228" fmla="*/ 848349 h 1012098"/>
                  <a:gd name="connsiteX1-2229" fmla="*/ 646732 w 962020"/>
                  <a:gd name="connsiteY1-2230" fmla="*/ 994582 h 1012098"/>
                  <a:gd name="connsiteX2-2231" fmla="*/ 206766 w 962020"/>
                  <a:gd name="connsiteY2-2232" fmla="*/ 954494 h 1012098"/>
                  <a:gd name="connsiteX3-2233" fmla="*/ 3665 w 962020"/>
                  <a:gd name="connsiteY3-2234" fmla="*/ 454980 h 1012098"/>
                  <a:gd name="connsiteX4-2235" fmla="*/ 314219 w 962020"/>
                  <a:gd name="connsiteY4-2236" fmla="*/ 69345 h 1012098"/>
                  <a:gd name="connsiteX5-2237" fmla="*/ 781005 w 962020"/>
                  <a:gd name="connsiteY5-2238" fmla="*/ 33019 h 1012098"/>
                  <a:gd name="connsiteX6-2239" fmla="*/ 961031 w 962020"/>
                  <a:gd name="connsiteY6-2240" fmla="*/ 326297 h 1012098"/>
                  <a:gd name="connsiteX7-2241" fmla="*/ 703006 w 962020"/>
                  <a:gd name="connsiteY7-2242" fmla="*/ 632973 h 1012098"/>
                  <a:gd name="connsiteX8-2243" fmla="*/ 890960 w 962020"/>
                  <a:gd name="connsiteY8-2244" fmla="*/ 848349 h 1012098"/>
                  <a:gd name="connsiteX0-2245" fmla="*/ 890960 w 962020"/>
                  <a:gd name="connsiteY0-2246" fmla="*/ 848349 h 1023661"/>
                  <a:gd name="connsiteX1-2247" fmla="*/ 646732 w 962020"/>
                  <a:gd name="connsiteY1-2248" fmla="*/ 994582 h 1023661"/>
                  <a:gd name="connsiteX2-2249" fmla="*/ 206766 w 962020"/>
                  <a:gd name="connsiteY2-2250" fmla="*/ 954494 h 1023661"/>
                  <a:gd name="connsiteX3-2251" fmla="*/ 3665 w 962020"/>
                  <a:gd name="connsiteY3-2252" fmla="*/ 454980 h 1023661"/>
                  <a:gd name="connsiteX4-2253" fmla="*/ 314219 w 962020"/>
                  <a:gd name="connsiteY4-2254" fmla="*/ 69345 h 1023661"/>
                  <a:gd name="connsiteX5-2255" fmla="*/ 781005 w 962020"/>
                  <a:gd name="connsiteY5-2256" fmla="*/ 33019 h 1023661"/>
                  <a:gd name="connsiteX6-2257" fmla="*/ 961031 w 962020"/>
                  <a:gd name="connsiteY6-2258" fmla="*/ 326297 h 1023661"/>
                  <a:gd name="connsiteX7-2259" fmla="*/ 703006 w 962020"/>
                  <a:gd name="connsiteY7-2260" fmla="*/ 632973 h 1023661"/>
                  <a:gd name="connsiteX8-2261" fmla="*/ 890960 w 962020"/>
                  <a:gd name="connsiteY8-2262" fmla="*/ 848349 h 1023661"/>
                  <a:gd name="connsiteX0-2263" fmla="*/ 890960 w 962020"/>
                  <a:gd name="connsiteY0-2264" fmla="*/ 848349 h 1023661"/>
                  <a:gd name="connsiteX1-2265" fmla="*/ 646732 w 962020"/>
                  <a:gd name="connsiteY1-2266" fmla="*/ 994582 h 1023661"/>
                  <a:gd name="connsiteX2-2267" fmla="*/ 206766 w 962020"/>
                  <a:gd name="connsiteY2-2268" fmla="*/ 954494 h 1023661"/>
                  <a:gd name="connsiteX3-2269" fmla="*/ 3665 w 962020"/>
                  <a:gd name="connsiteY3-2270" fmla="*/ 454980 h 1023661"/>
                  <a:gd name="connsiteX4-2271" fmla="*/ 314219 w 962020"/>
                  <a:gd name="connsiteY4-2272" fmla="*/ 69345 h 1023661"/>
                  <a:gd name="connsiteX5-2273" fmla="*/ 781005 w 962020"/>
                  <a:gd name="connsiteY5-2274" fmla="*/ 33019 h 1023661"/>
                  <a:gd name="connsiteX6-2275" fmla="*/ 961031 w 962020"/>
                  <a:gd name="connsiteY6-2276" fmla="*/ 326297 h 1023661"/>
                  <a:gd name="connsiteX7-2277" fmla="*/ 703006 w 962020"/>
                  <a:gd name="connsiteY7-2278" fmla="*/ 632973 h 1023661"/>
                  <a:gd name="connsiteX8-2279" fmla="*/ 890960 w 962020"/>
                  <a:gd name="connsiteY8-2280" fmla="*/ 848349 h 1023661"/>
                  <a:gd name="connsiteX0-2281" fmla="*/ 833301 w 962020"/>
                  <a:gd name="connsiteY0-2282" fmla="*/ 856128 h 1023661"/>
                  <a:gd name="connsiteX1-2283" fmla="*/ 646732 w 962020"/>
                  <a:gd name="connsiteY1-2284" fmla="*/ 994582 h 1023661"/>
                  <a:gd name="connsiteX2-2285" fmla="*/ 206766 w 962020"/>
                  <a:gd name="connsiteY2-2286" fmla="*/ 954494 h 1023661"/>
                  <a:gd name="connsiteX3-2287" fmla="*/ 3665 w 962020"/>
                  <a:gd name="connsiteY3-2288" fmla="*/ 454980 h 1023661"/>
                  <a:gd name="connsiteX4-2289" fmla="*/ 314219 w 962020"/>
                  <a:gd name="connsiteY4-2290" fmla="*/ 69345 h 1023661"/>
                  <a:gd name="connsiteX5-2291" fmla="*/ 781005 w 962020"/>
                  <a:gd name="connsiteY5-2292" fmla="*/ 33019 h 1023661"/>
                  <a:gd name="connsiteX6-2293" fmla="*/ 961031 w 962020"/>
                  <a:gd name="connsiteY6-2294" fmla="*/ 326297 h 1023661"/>
                  <a:gd name="connsiteX7-2295" fmla="*/ 703006 w 962020"/>
                  <a:gd name="connsiteY7-2296" fmla="*/ 632973 h 1023661"/>
                  <a:gd name="connsiteX8-2297" fmla="*/ 833301 w 962020"/>
                  <a:gd name="connsiteY8-2298" fmla="*/ 856128 h 1023661"/>
                  <a:gd name="connsiteX0-2299" fmla="*/ 820294 w 962020"/>
                  <a:gd name="connsiteY0-2300" fmla="*/ 848574 h 1023661"/>
                  <a:gd name="connsiteX1-2301" fmla="*/ 646732 w 962020"/>
                  <a:gd name="connsiteY1-2302" fmla="*/ 994582 h 1023661"/>
                  <a:gd name="connsiteX2-2303" fmla="*/ 206766 w 962020"/>
                  <a:gd name="connsiteY2-2304" fmla="*/ 954494 h 1023661"/>
                  <a:gd name="connsiteX3-2305" fmla="*/ 3665 w 962020"/>
                  <a:gd name="connsiteY3-2306" fmla="*/ 454980 h 1023661"/>
                  <a:gd name="connsiteX4-2307" fmla="*/ 314219 w 962020"/>
                  <a:gd name="connsiteY4-2308" fmla="*/ 69345 h 1023661"/>
                  <a:gd name="connsiteX5-2309" fmla="*/ 781005 w 962020"/>
                  <a:gd name="connsiteY5-2310" fmla="*/ 33019 h 1023661"/>
                  <a:gd name="connsiteX6-2311" fmla="*/ 961031 w 962020"/>
                  <a:gd name="connsiteY6-2312" fmla="*/ 326297 h 1023661"/>
                  <a:gd name="connsiteX7-2313" fmla="*/ 703006 w 962020"/>
                  <a:gd name="connsiteY7-2314" fmla="*/ 632973 h 1023661"/>
                  <a:gd name="connsiteX8-2315" fmla="*/ 820294 w 962020"/>
                  <a:gd name="connsiteY8-2316" fmla="*/ 848574 h 1023661"/>
                  <a:gd name="connsiteX0-2317" fmla="*/ 820294 w 962020"/>
                  <a:gd name="connsiteY0-2318" fmla="*/ 848574 h 1023661"/>
                  <a:gd name="connsiteX1-2319" fmla="*/ 646732 w 962020"/>
                  <a:gd name="connsiteY1-2320" fmla="*/ 994582 h 1023661"/>
                  <a:gd name="connsiteX2-2321" fmla="*/ 206766 w 962020"/>
                  <a:gd name="connsiteY2-2322" fmla="*/ 954494 h 1023661"/>
                  <a:gd name="connsiteX3-2323" fmla="*/ 3665 w 962020"/>
                  <a:gd name="connsiteY3-2324" fmla="*/ 454980 h 1023661"/>
                  <a:gd name="connsiteX4-2325" fmla="*/ 314219 w 962020"/>
                  <a:gd name="connsiteY4-2326" fmla="*/ 69345 h 1023661"/>
                  <a:gd name="connsiteX5-2327" fmla="*/ 781005 w 962020"/>
                  <a:gd name="connsiteY5-2328" fmla="*/ 33019 h 1023661"/>
                  <a:gd name="connsiteX6-2329" fmla="*/ 961031 w 962020"/>
                  <a:gd name="connsiteY6-2330" fmla="*/ 326297 h 1023661"/>
                  <a:gd name="connsiteX7-2331" fmla="*/ 704549 w 962020"/>
                  <a:gd name="connsiteY7-2332" fmla="*/ 638453 h 1023661"/>
                  <a:gd name="connsiteX8-2333" fmla="*/ 820294 w 962020"/>
                  <a:gd name="connsiteY8-2334" fmla="*/ 848574 h 1023661"/>
                  <a:gd name="connsiteX0-2335" fmla="*/ 820294 w 879922"/>
                  <a:gd name="connsiteY0-2336" fmla="*/ 848574 h 1023661"/>
                  <a:gd name="connsiteX1-2337" fmla="*/ 646732 w 879922"/>
                  <a:gd name="connsiteY1-2338" fmla="*/ 994582 h 1023661"/>
                  <a:gd name="connsiteX2-2339" fmla="*/ 206766 w 879922"/>
                  <a:gd name="connsiteY2-2340" fmla="*/ 954494 h 1023661"/>
                  <a:gd name="connsiteX3-2341" fmla="*/ 3665 w 879922"/>
                  <a:gd name="connsiteY3-2342" fmla="*/ 454980 h 1023661"/>
                  <a:gd name="connsiteX4-2343" fmla="*/ 314219 w 879922"/>
                  <a:gd name="connsiteY4-2344" fmla="*/ 69345 h 1023661"/>
                  <a:gd name="connsiteX5-2345" fmla="*/ 781005 w 879922"/>
                  <a:gd name="connsiteY5-2346" fmla="*/ 33019 h 1023661"/>
                  <a:gd name="connsiteX6-2347" fmla="*/ 857717 w 879922"/>
                  <a:gd name="connsiteY6-2348" fmla="*/ 403840 h 1023661"/>
                  <a:gd name="connsiteX7-2349" fmla="*/ 704549 w 879922"/>
                  <a:gd name="connsiteY7-2350" fmla="*/ 638453 h 1023661"/>
                  <a:gd name="connsiteX8-2351" fmla="*/ 820294 w 879922"/>
                  <a:gd name="connsiteY8-2352" fmla="*/ 848574 h 1023661"/>
                  <a:gd name="connsiteX0-2353" fmla="*/ 820294 w 859397"/>
                  <a:gd name="connsiteY0-2354" fmla="*/ 817587 h 992674"/>
                  <a:gd name="connsiteX1-2355" fmla="*/ 646732 w 859397"/>
                  <a:gd name="connsiteY1-2356" fmla="*/ 963595 h 992674"/>
                  <a:gd name="connsiteX2-2357" fmla="*/ 206766 w 859397"/>
                  <a:gd name="connsiteY2-2358" fmla="*/ 923507 h 992674"/>
                  <a:gd name="connsiteX3-2359" fmla="*/ 3665 w 859397"/>
                  <a:gd name="connsiteY3-2360" fmla="*/ 423993 h 992674"/>
                  <a:gd name="connsiteX4-2361" fmla="*/ 314219 w 859397"/>
                  <a:gd name="connsiteY4-2362" fmla="*/ 38358 h 992674"/>
                  <a:gd name="connsiteX5-2363" fmla="*/ 699079 w 859397"/>
                  <a:gd name="connsiteY5-2364" fmla="*/ 78241 h 992674"/>
                  <a:gd name="connsiteX6-2365" fmla="*/ 857717 w 859397"/>
                  <a:gd name="connsiteY6-2366" fmla="*/ 372853 h 992674"/>
                  <a:gd name="connsiteX7-2367" fmla="*/ 704549 w 859397"/>
                  <a:gd name="connsiteY7-2368" fmla="*/ 607466 h 992674"/>
                  <a:gd name="connsiteX8-2369" fmla="*/ 820294 w 859397"/>
                  <a:gd name="connsiteY8-2370" fmla="*/ 817587 h 992674"/>
                  <a:gd name="connsiteX0-2371" fmla="*/ 820294 w 864475"/>
                  <a:gd name="connsiteY0-2372" fmla="*/ 821277 h 996364"/>
                  <a:gd name="connsiteX1-2373" fmla="*/ 646732 w 864475"/>
                  <a:gd name="connsiteY1-2374" fmla="*/ 967285 h 996364"/>
                  <a:gd name="connsiteX2-2375" fmla="*/ 206766 w 864475"/>
                  <a:gd name="connsiteY2-2376" fmla="*/ 927197 h 996364"/>
                  <a:gd name="connsiteX3-2377" fmla="*/ 3665 w 864475"/>
                  <a:gd name="connsiteY3-2378" fmla="*/ 427683 h 996364"/>
                  <a:gd name="connsiteX4-2379" fmla="*/ 314219 w 864475"/>
                  <a:gd name="connsiteY4-2380" fmla="*/ 42048 h 996364"/>
                  <a:gd name="connsiteX5-2381" fmla="*/ 738769 w 864475"/>
                  <a:gd name="connsiteY5-2382" fmla="*/ 68302 h 996364"/>
                  <a:gd name="connsiteX6-2383" fmla="*/ 857717 w 864475"/>
                  <a:gd name="connsiteY6-2384" fmla="*/ 376543 h 996364"/>
                  <a:gd name="connsiteX7-2385" fmla="*/ 704549 w 864475"/>
                  <a:gd name="connsiteY7-2386" fmla="*/ 611156 h 996364"/>
                  <a:gd name="connsiteX8-2387" fmla="*/ 820294 w 864475"/>
                  <a:gd name="connsiteY8-2388" fmla="*/ 821277 h 996364"/>
                  <a:gd name="connsiteX0-2389" fmla="*/ 820294 w 864475"/>
                  <a:gd name="connsiteY0-2390" fmla="*/ 821277 h 996364"/>
                  <a:gd name="connsiteX1-2391" fmla="*/ 646732 w 864475"/>
                  <a:gd name="connsiteY1-2392" fmla="*/ 967285 h 996364"/>
                  <a:gd name="connsiteX2-2393" fmla="*/ 206766 w 864475"/>
                  <a:gd name="connsiteY2-2394" fmla="*/ 927197 h 996364"/>
                  <a:gd name="connsiteX3-2395" fmla="*/ 3665 w 864475"/>
                  <a:gd name="connsiteY3-2396" fmla="*/ 427683 h 996364"/>
                  <a:gd name="connsiteX4-2397" fmla="*/ 314219 w 864475"/>
                  <a:gd name="connsiteY4-2398" fmla="*/ 42048 h 996364"/>
                  <a:gd name="connsiteX5-2399" fmla="*/ 738769 w 864475"/>
                  <a:gd name="connsiteY5-2400" fmla="*/ 68302 h 996364"/>
                  <a:gd name="connsiteX6-2401" fmla="*/ 857717 w 864475"/>
                  <a:gd name="connsiteY6-2402" fmla="*/ 376543 h 996364"/>
                  <a:gd name="connsiteX7-2403" fmla="*/ 704549 w 864475"/>
                  <a:gd name="connsiteY7-2404" fmla="*/ 611156 h 996364"/>
                  <a:gd name="connsiteX8-2405" fmla="*/ 820294 w 864475"/>
                  <a:gd name="connsiteY8-2406" fmla="*/ 821277 h 996364"/>
                  <a:gd name="connsiteX0-2407" fmla="*/ 820294 w 864475"/>
                  <a:gd name="connsiteY0-2408" fmla="*/ 821277 h 996364"/>
                  <a:gd name="connsiteX1-2409" fmla="*/ 646732 w 864475"/>
                  <a:gd name="connsiteY1-2410" fmla="*/ 967285 h 996364"/>
                  <a:gd name="connsiteX2-2411" fmla="*/ 206766 w 864475"/>
                  <a:gd name="connsiteY2-2412" fmla="*/ 927197 h 996364"/>
                  <a:gd name="connsiteX3-2413" fmla="*/ 3665 w 864475"/>
                  <a:gd name="connsiteY3-2414" fmla="*/ 427683 h 996364"/>
                  <a:gd name="connsiteX4-2415" fmla="*/ 314219 w 864475"/>
                  <a:gd name="connsiteY4-2416" fmla="*/ 42048 h 996364"/>
                  <a:gd name="connsiteX5-2417" fmla="*/ 738769 w 864475"/>
                  <a:gd name="connsiteY5-2418" fmla="*/ 68302 h 996364"/>
                  <a:gd name="connsiteX6-2419" fmla="*/ 857717 w 864475"/>
                  <a:gd name="connsiteY6-2420" fmla="*/ 376543 h 996364"/>
                  <a:gd name="connsiteX7-2421" fmla="*/ 689331 w 864475"/>
                  <a:gd name="connsiteY7-2422" fmla="*/ 634410 h 996364"/>
                  <a:gd name="connsiteX8-2423" fmla="*/ 820294 w 864475"/>
                  <a:gd name="connsiteY8-2424" fmla="*/ 821277 h 996364"/>
                  <a:gd name="connsiteX0-2425" fmla="*/ 820294 w 864475"/>
                  <a:gd name="connsiteY0-2426" fmla="*/ 821277 h 996364"/>
                  <a:gd name="connsiteX1-2427" fmla="*/ 646732 w 864475"/>
                  <a:gd name="connsiteY1-2428" fmla="*/ 967285 h 996364"/>
                  <a:gd name="connsiteX2-2429" fmla="*/ 206766 w 864475"/>
                  <a:gd name="connsiteY2-2430" fmla="*/ 927197 h 996364"/>
                  <a:gd name="connsiteX3-2431" fmla="*/ 3665 w 864475"/>
                  <a:gd name="connsiteY3-2432" fmla="*/ 427683 h 996364"/>
                  <a:gd name="connsiteX4-2433" fmla="*/ 314219 w 864475"/>
                  <a:gd name="connsiteY4-2434" fmla="*/ 42048 h 996364"/>
                  <a:gd name="connsiteX5-2435" fmla="*/ 738769 w 864475"/>
                  <a:gd name="connsiteY5-2436" fmla="*/ 68302 h 996364"/>
                  <a:gd name="connsiteX6-2437" fmla="*/ 857717 w 864475"/>
                  <a:gd name="connsiteY6-2438" fmla="*/ 376543 h 996364"/>
                  <a:gd name="connsiteX7-2439" fmla="*/ 689331 w 864475"/>
                  <a:gd name="connsiteY7-2440" fmla="*/ 634410 h 996364"/>
                  <a:gd name="connsiteX8-2441" fmla="*/ 820294 w 864475"/>
                  <a:gd name="connsiteY8-2442" fmla="*/ 821277 h 996364"/>
                  <a:gd name="connsiteX0-2443" fmla="*/ 820294 w 854717"/>
                  <a:gd name="connsiteY0-2444" fmla="*/ 821277 h 996364"/>
                  <a:gd name="connsiteX1-2445" fmla="*/ 646732 w 854717"/>
                  <a:gd name="connsiteY1-2446" fmla="*/ 967285 h 996364"/>
                  <a:gd name="connsiteX2-2447" fmla="*/ 206766 w 854717"/>
                  <a:gd name="connsiteY2-2448" fmla="*/ 927197 h 996364"/>
                  <a:gd name="connsiteX3-2449" fmla="*/ 3665 w 854717"/>
                  <a:gd name="connsiteY3-2450" fmla="*/ 427683 h 996364"/>
                  <a:gd name="connsiteX4-2451" fmla="*/ 314219 w 854717"/>
                  <a:gd name="connsiteY4-2452" fmla="*/ 42048 h 996364"/>
                  <a:gd name="connsiteX5-2453" fmla="*/ 738769 w 854717"/>
                  <a:gd name="connsiteY5-2454" fmla="*/ 68302 h 996364"/>
                  <a:gd name="connsiteX6-2455" fmla="*/ 844170 w 854717"/>
                  <a:gd name="connsiteY6-2456" fmla="*/ 309078 h 996364"/>
                  <a:gd name="connsiteX7-2457" fmla="*/ 689331 w 854717"/>
                  <a:gd name="connsiteY7-2458" fmla="*/ 634410 h 996364"/>
                  <a:gd name="connsiteX8-2459" fmla="*/ 820294 w 854717"/>
                  <a:gd name="connsiteY8-2460" fmla="*/ 821277 h 996364"/>
                  <a:gd name="connsiteX0-2461" fmla="*/ 820294 w 859223"/>
                  <a:gd name="connsiteY0-2462" fmla="*/ 821277 h 996364"/>
                  <a:gd name="connsiteX1-2463" fmla="*/ 646732 w 859223"/>
                  <a:gd name="connsiteY1-2464" fmla="*/ 967285 h 996364"/>
                  <a:gd name="connsiteX2-2465" fmla="*/ 206766 w 859223"/>
                  <a:gd name="connsiteY2-2466" fmla="*/ 927197 h 996364"/>
                  <a:gd name="connsiteX3-2467" fmla="*/ 3665 w 859223"/>
                  <a:gd name="connsiteY3-2468" fmla="*/ 427683 h 996364"/>
                  <a:gd name="connsiteX4-2469" fmla="*/ 314219 w 859223"/>
                  <a:gd name="connsiteY4-2470" fmla="*/ 42048 h 996364"/>
                  <a:gd name="connsiteX5-2471" fmla="*/ 738769 w 859223"/>
                  <a:gd name="connsiteY5-2472" fmla="*/ 68302 h 996364"/>
                  <a:gd name="connsiteX6-2473" fmla="*/ 844170 w 859223"/>
                  <a:gd name="connsiteY6-2474" fmla="*/ 309078 h 996364"/>
                  <a:gd name="connsiteX7-2475" fmla="*/ 689331 w 859223"/>
                  <a:gd name="connsiteY7-2476" fmla="*/ 634410 h 996364"/>
                  <a:gd name="connsiteX8-2477" fmla="*/ 820294 w 859223"/>
                  <a:gd name="connsiteY8-2478" fmla="*/ 821277 h 996364"/>
                  <a:gd name="connsiteX0-2479" fmla="*/ 820294 w 859223"/>
                  <a:gd name="connsiteY0-2480" fmla="*/ 821277 h 996364"/>
                  <a:gd name="connsiteX1-2481" fmla="*/ 646732 w 859223"/>
                  <a:gd name="connsiteY1-2482" fmla="*/ 967285 h 996364"/>
                  <a:gd name="connsiteX2-2483" fmla="*/ 206766 w 859223"/>
                  <a:gd name="connsiteY2-2484" fmla="*/ 927197 h 996364"/>
                  <a:gd name="connsiteX3-2485" fmla="*/ 3665 w 859223"/>
                  <a:gd name="connsiteY3-2486" fmla="*/ 427683 h 996364"/>
                  <a:gd name="connsiteX4-2487" fmla="*/ 314219 w 859223"/>
                  <a:gd name="connsiteY4-2488" fmla="*/ 42048 h 996364"/>
                  <a:gd name="connsiteX5-2489" fmla="*/ 738769 w 859223"/>
                  <a:gd name="connsiteY5-2490" fmla="*/ 68302 h 996364"/>
                  <a:gd name="connsiteX6-2491" fmla="*/ 844170 w 859223"/>
                  <a:gd name="connsiteY6-2492" fmla="*/ 309078 h 996364"/>
                  <a:gd name="connsiteX7-2493" fmla="*/ 689331 w 859223"/>
                  <a:gd name="connsiteY7-2494" fmla="*/ 634410 h 996364"/>
                  <a:gd name="connsiteX8-2495" fmla="*/ 820294 w 859223"/>
                  <a:gd name="connsiteY8-2496" fmla="*/ 821277 h 996364"/>
                  <a:gd name="connsiteX0-2497" fmla="*/ 820294 w 854278"/>
                  <a:gd name="connsiteY0-2498" fmla="*/ 821277 h 996364"/>
                  <a:gd name="connsiteX1-2499" fmla="*/ 646732 w 854278"/>
                  <a:gd name="connsiteY1-2500" fmla="*/ 967285 h 996364"/>
                  <a:gd name="connsiteX2-2501" fmla="*/ 206766 w 854278"/>
                  <a:gd name="connsiteY2-2502" fmla="*/ 927197 h 996364"/>
                  <a:gd name="connsiteX3-2503" fmla="*/ 3665 w 854278"/>
                  <a:gd name="connsiteY3-2504" fmla="*/ 427683 h 996364"/>
                  <a:gd name="connsiteX4-2505" fmla="*/ 314219 w 854278"/>
                  <a:gd name="connsiteY4-2506" fmla="*/ 42048 h 996364"/>
                  <a:gd name="connsiteX5-2507" fmla="*/ 738769 w 854278"/>
                  <a:gd name="connsiteY5-2508" fmla="*/ 68302 h 996364"/>
                  <a:gd name="connsiteX6-2509" fmla="*/ 844170 w 854278"/>
                  <a:gd name="connsiteY6-2510" fmla="*/ 309078 h 996364"/>
                  <a:gd name="connsiteX7-2511" fmla="*/ 689331 w 854278"/>
                  <a:gd name="connsiteY7-2512" fmla="*/ 634410 h 996364"/>
                  <a:gd name="connsiteX8-2513" fmla="*/ 820294 w 854278"/>
                  <a:gd name="connsiteY8-2514" fmla="*/ 821277 h 996364"/>
                  <a:gd name="connsiteX0-2515" fmla="*/ 805221 w 839205"/>
                  <a:gd name="connsiteY0-2516" fmla="*/ 821277 h 993483"/>
                  <a:gd name="connsiteX1-2517" fmla="*/ 631659 w 839205"/>
                  <a:gd name="connsiteY1-2518" fmla="*/ 967285 h 993483"/>
                  <a:gd name="connsiteX2-2519" fmla="*/ 191693 w 839205"/>
                  <a:gd name="connsiteY2-2520" fmla="*/ 927197 h 993483"/>
                  <a:gd name="connsiteX3-2521" fmla="*/ 4016 w 839205"/>
                  <a:gd name="connsiteY3-2522" fmla="*/ 482484 h 993483"/>
                  <a:gd name="connsiteX4-2523" fmla="*/ 299146 w 839205"/>
                  <a:gd name="connsiteY4-2524" fmla="*/ 42048 h 993483"/>
                  <a:gd name="connsiteX5-2525" fmla="*/ 723696 w 839205"/>
                  <a:gd name="connsiteY5-2526" fmla="*/ 68302 h 993483"/>
                  <a:gd name="connsiteX6-2527" fmla="*/ 829097 w 839205"/>
                  <a:gd name="connsiteY6-2528" fmla="*/ 309078 h 993483"/>
                  <a:gd name="connsiteX7-2529" fmla="*/ 674258 w 839205"/>
                  <a:gd name="connsiteY7-2530" fmla="*/ 634410 h 993483"/>
                  <a:gd name="connsiteX8-2531" fmla="*/ 805221 w 839205"/>
                  <a:gd name="connsiteY8-2532" fmla="*/ 821277 h 993483"/>
                  <a:gd name="connsiteX0-2533" fmla="*/ 810061 w 844045"/>
                  <a:gd name="connsiteY0-2534" fmla="*/ 821277 h 993397"/>
                  <a:gd name="connsiteX1-2535" fmla="*/ 636499 w 844045"/>
                  <a:gd name="connsiteY1-2536" fmla="*/ 967285 h 993397"/>
                  <a:gd name="connsiteX2-2537" fmla="*/ 196533 w 844045"/>
                  <a:gd name="connsiteY2-2538" fmla="*/ 927197 h 993397"/>
                  <a:gd name="connsiteX3-2539" fmla="*/ 3895 w 844045"/>
                  <a:gd name="connsiteY3-2540" fmla="*/ 484188 h 993397"/>
                  <a:gd name="connsiteX4-2541" fmla="*/ 303986 w 844045"/>
                  <a:gd name="connsiteY4-2542" fmla="*/ 42048 h 993397"/>
                  <a:gd name="connsiteX5-2543" fmla="*/ 728536 w 844045"/>
                  <a:gd name="connsiteY5-2544" fmla="*/ 68302 h 993397"/>
                  <a:gd name="connsiteX6-2545" fmla="*/ 833937 w 844045"/>
                  <a:gd name="connsiteY6-2546" fmla="*/ 309078 h 993397"/>
                  <a:gd name="connsiteX7-2547" fmla="*/ 679098 w 844045"/>
                  <a:gd name="connsiteY7-2548" fmla="*/ 634410 h 993397"/>
                  <a:gd name="connsiteX8-2549" fmla="*/ 810061 w 844045"/>
                  <a:gd name="connsiteY8-2550" fmla="*/ 821277 h 993397"/>
                  <a:gd name="connsiteX0-2551" fmla="*/ 810061 w 844045"/>
                  <a:gd name="connsiteY0-2552" fmla="*/ 821277 h 993397"/>
                  <a:gd name="connsiteX1-2553" fmla="*/ 636499 w 844045"/>
                  <a:gd name="connsiteY1-2554" fmla="*/ 967285 h 993397"/>
                  <a:gd name="connsiteX2-2555" fmla="*/ 196533 w 844045"/>
                  <a:gd name="connsiteY2-2556" fmla="*/ 927197 h 993397"/>
                  <a:gd name="connsiteX3-2557" fmla="*/ 3895 w 844045"/>
                  <a:gd name="connsiteY3-2558" fmla="*/ 484188 h 993397"/>
                  <a:gd name="connsiteX4-2559" fmla="*/ 303986 w 844045"/>
                  <a:gd name="connsiteY4-2560" fmla="*/ 42048 h 993397"/>
                  <a:gd name="connsiteX5-2561" fmla="*/ 728536 w 844045"/>
                  <a:gd name="connsiteY5-2562" fmla="*/ 68302 h 993397"/>
                  <a:gd name="connsiteX6-2563" fmla="*/ 833937 w 844045"/>
                  <a:gd name="connsiteY6-2564" fmla="*/ 309078 h 993397"/>
                  <a:gd name="connsiteX7-2565" fmla="*/ 722350 w 844045"/>
                  <a:gd name="connsiteY7-2566" fmla="*/ 596588 h 993397"/>
                  <a:gd name="connsiteX8-2567" fmla="*/ 810061 w 844045"/>
                  <a:gd name="connsiteY8-2568" fmla="*/ 821277 h 993397"/>
                  <a:gd name="connsiteX0-2569" fmla="*/ 778573 w 844045"/>
                  <a:gd name="connsiteY0-2570" fmla="*/ 838718 h 993397"/>
                  <a:gd name="connsiteX1-2571" fmla="*/ 636499 w 844045"/>
                  <a:gd name="connsiteY1-2572" fmla="*/ 967285 h 993397"/>
                  <a:gd name="connsiteX2-2573" fmla="*/ 196533 w 844045"/>
                  <a:gd name="connsiteY2-2574" fmla="*/ 927197 h 993397"/>
                  <a:gd name="connsiteX3-2575" fmla="*/ 3895 w 844045"/>
                  <a:gd name="connsiteY3-2576" fmla="*/ 484188 h 993397"/>
                  <a:gd name="connsiteX4-2577" fmla="*/ 303986 w 844045"/>
                  <a:gd name="connsiteY4-2578" fmla="*/ 42048 h 993397"/>
                  <a:gd name="connsiteX5-2579" fmla="*/ 728536 w 844045"/>
                  <a:gd name="connsiteY5-2580" fmla="*/ 68302 h 993397"/>
                  <a:gd name="connsiteX6-2581" fmla="*/ 833937 w 844045"/>
                  <a:gd name="connsiteY6-2582" fmla="*/ 309078 h 993397"/>
                  <a:gd name="connsiteX7-2583" fmla="*/ 722350 w 844045"/>
                  <a:gd name="connsiteY7-2584" fmla="*/ 596588 h 993397"/>
                  <a:gd name="connsiteX8-2585" fmla="*/ 778573 w 844045"/>
                  <a:gd name="connsiteY8-2586" fmla="*/ 838718 h 993397"/>
                  <a:gd name="connsiteX0-2587" fmla="*/ 778573 w 844045"/>
                  <a:gd name="connsiteY0-2588" fmla="*/ 838718 h 993397"/>
                  <a:gd name="connsiteX1-2589" fmla="*/ 636499 w 844045"/>
                  <a:gd name="connsiteY1-2590" fmla="*/ 967285 h 993397"/>
                  <a:gd name="connsiteX2-2591" fmla="*/ 196533 w 844045"/>
                  <a:gd name="connsiteY2-2592" fmla="*/ 927197 h 993397"/>
                  <a:gd name="connsiteX3-2593" fmla="*/ 3895 w 844045"/>
                  <a:gd name="connsiteY3-2594" fmla="*/ 484188 h 993397"/>
                  <a:gd name="connsiteX4-2595" fmla="*/ 303986 w 844045"/>
                  <a:gd name="connsiteY4-2596" fmla="*/ 42048 h 993397"/>
                  <a:gd name="connsiteX5-2597" fmla="*/ 728536 w 844045"/>
                  <a:gd name="connsiteY5-2598" fmla="*/ 68302 h 993397"/>
                  <a:gd name="connsiteX6-2599" fmla="*/ 833937 w 844045"/>
                  <a:gd name="connsiteY6-2600" fmla="*/ 309078 h 993397"/>
                  <a:gd name="connsiteX7-2601" fmla="*/ 725354 w 844045"/>
                  <a:gd name="connsiteY7-2602" fmla="*/ 605301 h 993397"/>
                  <a:gd name="connsiteX8-2603" fmla="*/ 778573 w 844045"/>
                  <a:gd name="connsiteY8-2604" fmla="*/ 838718 h 993397"/>
                  <a:gd name="connsiteX0-2605" fmla="*/ 798205 w 844045"/>
                  <a:gd name="connsiteY0-2606" fmla="*/ 833217 h 993397"/>
                  <a:gd name="connsiteX1-2607" fmla="*/ 636499 w 844045"/>
                  <a:gd name="connsiteY1-2608" fmla="*/ 967285 h 993397"/>
                  <a:gd name="connsiteX2-2609" fmla="*/ 196533 w 844045"/>
                  <a:gd name="connsiteY2-2610" fmla="*/ 927197 h 993397"/>
                  <a:gd name="connsiteX3-2611" fmla="*/ 3895 w 844045"/>
                  <a:gd name="connsiteY3-2612" fmla="*/ 484188 h 993397"/>
                  <a:gd name="connsiteX4-2613" fmla="*/ 303986 w 844045"/>
                  <a:gd name="connsiteY4-2614" fmla="*/ 42048 h 993397"/>
                  <a:gd name="connsiteX5-2615" fmla="*/ 728536 w 844045"/>
                  <a:gd name="connsiteY5-2616" fmla="*/ 68302 h 993397"/>
                  <a:gd name="connsiteX6-2617" fmla="*/ 833937 w 844045"/>
                  <a:gd name="connsiteY6-2618" fmla="*/ 309078 h 993397"/>
                  <a:gd name="connsiteX7-2619" fmla="*/ 725354 w 844045"/>
                  <a:gd name="connsiteY7-2620" fmla="*/ 605301 h 993397"/>
                  <a:gd name="connsiteX8-2621" fmla="*/ 798205 w 844045"/>
                  <a:gd name="connsiteY8-2622" fmla="*/ 833217 h 993397"/>
                  <a:gd name="connsiteX0-2623" fmla="*/ 798205 w 844045"/>
                  <a:gd name="connsiteY0-2624" fmla="*/ 833217 h 993397"/>
                  <a:gd name="connsiteX1-2625" fmla="*/ 636499 w 844045"/>
                  <a:gd name="connsiteY1-2626" fmla="*/ 967285 h 993397"/>
                  <a:gd name="connsiteX2-2627" fmla="*/ 196533 w 844045"/>
                  <a:gd name="connsiteY2-2628" fmla="*/ 927197 h 993397"/>
                  <a:gd name="connsiteX3-2629" fmla="*/ 3895 w 844045"/>
                  <a:gd name="connsiteY3-2630" fmla="*/ 484188 h 993397"/>
                  <a:gd name="connsiteX4-2631" fmla="*/ 303986 w 844045"/>
                  <a:gd name="connsiteY4-2632" fmla="*/ 42048 h 993397"/>
                  <a:gd name="connsiteX5-2633" fmla="*/ 728536 w 844045"/>
                  <a:gd name="connsiteY5-2634" fmla="*/ 68302 h 993397"/>
                  <a:gd name="connsiteX6-2635" fmla="*/ 833937 w 844045"/>
                  <a:gd name="connsiteY6-2636" fmla="*/ 309078 h 993397"/>
                  <a:gd name="connsiteX7-2637" fmla="*/ 725354 w 844045"/>
                  <a:gd name="connsiteY7-2638" fmla="*/ 605301 h 993397"/>
                  <a:gd name="connsiteX8-2639" fmla="*/ 798205 w 844045"/>
                  <a:gd name="connsiteY8-2640" fmla="*/ 833217 h 993397"/>
                  <a:gd name="connsiteX0-2641" fmla="*/ 798205 w 844045"/>
                  <a:gd name="connsiteY0-2642" fmla="*/ 833217 h 993397"/>
                  <a:gd name="connsiteX1-2643" fmla="*/ 636499 w 844045"/>
                  <a:gd name="connsiteY1-2644" fmla="*/ 967285 h 993397"/>
                  <a:gd name="connsiteX2-2645" fmla="*/ 196533 w 844045"/>
                  <a:gd name="connsiteY2-2646" fmla="*/ 927197 h 993397"/>
                  <a:gd name="connsiteX3-2647" fmla="*/ 3895 w 844045"/>
                  <a:gd name="connsiteY3-2648" fmla="*/ 484188 h 993397"/>
                  <a:gd name="connsiteX4-2649" fmla="*/ 303986 w 844045"/>
                  <a:gd name="connsiteY4-2650" fmla="*/ 42048 h 993397"/>
                  <a:gd name="connsiteX5-2651" fmla="*/ 728536 w 844045"/>
                  <a:gd name="connsiteY5-2652" fmla="*/ 68302 h 993397"/>
                  <a:gd name="connsiteX6-2653" fmla="*/ 833937 w 844045"/>
                  <a:gd name="connsiteY6-2654" fmla="*/ 309078 h 993397"/>
                  <a:gd name="connsiteX7-2655" fmla="*/ 725354 w 844045"/>
                  <a:gd name="connsiteY7-2656" fmla="*/ 605301 h 993397"/>
                  <a:gd name="connsiteX8-2657" fmla="*/ 798205 w 844045"/>
                  <a:gd name="connsiteY8-2658" fmla="*/ 833217 h 993397"/>
                  <a:gd name="connsiteX0-2659" fmla="*/ 798205 w 844045"/>
                  <a:gd name="connsiteY0-2660" fmla="*/ 833217 h 993397"/>
                  <a:gd name="connsiteX1-2661" fmla="*/ 636499 w 844045"/>
                  <a:gd name="connsiteY1-2662" fmla="*/ 967285 h 993397"/>
                  <a:gd name="connsiteX2-2663" fmla="*/ 196533 w 844045"/>
                  <a:gd name="connsiteY2-2664" fmla="*/ 927197 h 993397"/>
                  <a:gd name="connsiteX3-2665" fmla="*/ 3895 w 844045"/>
                  <a:gd name="connsiteY3-2666" fmla="*/ 484188 h 993397"/>
                  <a:gd name="connsiteX4-2667" fmla="*/ 303986 w 844045"/>
                  <a:gd name="connsiteY4-2668" fmla="*/ 42048 h 993397"/>
                  <a:gd name="connsiteX5-2669" fmla="*/ 728536 w 844045"/>
                  <a:gd name="connsiteY5-2670" fmla="*/ 68302 h 993397"/>
                  <a:gd name="connsiteX6-2671" fmla="*/ 833937 w 844045"/>
                  <a:gd name="connsiteY6-2672" fmla="*/ 309078 h 993397"/>
                  <a:gd name="connsiteX7-2673" fmla="*/ 725354 w 844045"/>
                  <a:gd name="connsiteY7-2674" fmla="*/ 605301 h 993397"/>
                  <a:gd name="connsiteX8-2675" fmla="*/ 798205 w 844045"/>
                  <a:gd name="connsiteY8-2676" fmla="*/ 833217 h 993397"/>
                  <a:gd name="connsiteX0-2677" fmla="*/ 798205 w 844045"/>
                  <a:gd name="connsiteY0-2678" fmla="*/ 833217 h 993397"/>
                  <a:gd name="connsiteX1-2679" fmla="*/ 636499 w 844045"/>
                  <a:gd name="connsiteY1-2680" fmla="*/ 967285 h 993397"/>
                  <a:gd name="connsiteX2-2681" fmla="*/ 196533 w 844045"/>
                  <a:gd name="connsiteY2-2682" fmla="*/ 927197 h 993397"/>
                  <a:gd name="connsiteX3-2683" fmla="*/ 3895 w 844045"/>
                  <a:gd name="connsiteY3-2684" fmla="*/ 484188 h 993397"/>
                  <a:gd name="connsiteX4-2685" fmla="*/ 303986 w 844045"/>
                  <a:gd name="connsiteY4-2686" fmla="*/ 42048 h 993397"/>
                  <a:gd name="connsiteX5-2687" fmla="*/ 728536 w 844045"/>
                  <a:gd name="connsiteY5-2688" fmla="*/ 68302 h 993397"/>
                  <a:gd name="connsiteX6-2689" fmla="*/ 833937 w 844045"/>
                  <a:gd name="connsiteY6-2690" fmla="*/ 309078 h 993397"/>
                  <a:gd name="connsiteX7-2691" fmla="*/ 725354 w 844045"/>
                  <a:gd name="connsiteY7-2692" fmla="*/ 605301 h 993397"/>
                  <a:gd name="connsiteX8-2693" fmla="*/ 798205 w 844045"/>
                  <a:gd name="connsiteY8-2694" fmla="*/ 833217 h 993397"/>
                  <a:gd name="connsiteX0-2695" fmla="*/ 798205 w 844045"/>
                  <a:gd name="connsiteY0-2696" fmla="*/ 833217 h 993397"/>
                  <a:gd name="connsiteX1-2697" fmla="*/ 636499 w 844045"/>
                  <a:gd name="connsiteY1-2698" fmla="*/ 967285 h 993397"/>
                  <a:gd name="connsiteX2-2699" fmla="*/ 196533 w 844045"/>
                  <a:gd name="connsiteY2-2700" fmla="*/ 927197 h 993397"/>
                  <a:gd name="connsiteX3-2701" fmla="*/ 3895 w 844045"/>
                  <a:gd name="connsiteY3-2702" fmla="*/ 484188 h 993397"/>
                  <a:gd name="connsiteX4-2703" fmla="*/ 303986 w 844045"/>
                  <a:gd name="connsiteY4-2704" fmla="*/ 42048 h 993397"/>
                  <a:gd name="connsiteX5-2705" fmla="*/ 728536 w 844045"/>
                  <a:gd name="connsiteY5-2706" fmla="*/ 68302 h 993397"/>
                  <a:gd name="connsiteX6-2707" fmla="*/ 833937 w 844045"/>
                  <a:gd name="connsiteY6-2708" fmla="*/ 309078 h 993397"/>
                  <a:gd name="connsiteX7-2709" fmla="*/ 725354 w 844045"/>
                  <a:gd name="connsiteY7-2710" fmla="*/ 605301 h 993397"/>
                  <a:gd name="connsiteX8-2711" fmla="*/ 798205 w 844045"/>
                  <a:gd name="connsiteY8-2712" fmla="*/ 833217 h 993397"/>
                  <a:gd name="connsiteX0-2713" fmla="*/ 798206 w 844045"/>
                  <a:gd name="connsiteY0-2714" fmla="*/ 833217 h 993397"/>
                  <a:gd name="connsiteX1-2715" fmla="*/ 636499 w 844045"/>
                  <a:gd name="connsiteY1-2716" fmla="*/ 967285 h 993397"/>
                  <a:gd name="connsiteX2-2717" fmla="*/ 196533 w 844045"/>
                  <a:gd name="connsiteY2-2718" fmla="*/ 927197 h 993397"/>
                  <a:gd name="connsiteX3-2719" fmla="*/ 3895 w 844045"/>
                  <a:gd name="connsiteY3-2720" fmla="*/ 484188 h 993397"/>
                  <a:gd name="connsiteX4-2721" fmla="*/ 303986 w 844045"/>
                  <a:gd name="connsiteY4-2722" fmla="*/ 42048 h 993397"/>
                  <a:gd name="connsiteX5-2723" fmla="*/ 728536 w 844045"/>
                  <a:gd name="connsiteY5-2724" fmla="*/ 68302 h 993397"/>
                  <a:gd name="connsiteX6-2725" fmla="*/ 833937 w 844045"/>
                  <a:gd name="connsiteY6-2726" fmla="*/ 309078 h 993397"/>
                  <a:gd name="connsiteX7-2727" fmla="*/ 725354 w 844045"/>
                  <a:gd name="connsiteY7-2728" fmla="*/ 605301 h 993397"/>
                  <a:gd name="connsiteX8-2729" fmla="*/ 798206 w 844045"/>
                  <a:gd name="connsiteY8-2730" fmla="*/ 833217 h 993397"/>
                  <a:gd name="connsiteX0-2731" fmla="*/ 725354 w 844045"/>
                  <a:gd name="connsiteY0-2732" fmla="*/ 605301 h 999539"/>
                  <a:gd name="connsiteX1-2733" fmla="*/ 636499 w 844045"/>
                  <a:gd name="connsiteY1-2734" fmla="*/ 967285 h 999539"/>
                  <a:gd name="connsiteX2-2735" fmla="*/ 196533 w 844045"/>
                  <a:gd name="connsiteY2-2736" fmla="*/ 927197 h 999539"/>
                  <a:gd name="connsiteX3-2737" fmla="*/ 3895 w 844045"/>
                  <a:gd name="connsiteY3-2738" fmla="*/ 484188 h 999539"/>
                  <a:gd name="connsiteX4-2739" fmla="*/ 303986 w 844045"/>
                  <a:gd name="connsiteY4-2740" fmla="*/ 42048 h 999539"/>
                  <a:gd name="connsiteX5-2741" fmla="*/ 728536 w 844045"/>
                  <a:gd name="connsiteY5-2742" fmla="*/ 68302 h 999539"/>
                  <a:gd name="connsiteX6-2743" fmla="*/ 833937 w 844045"/>
                  <a:gd name="connsiteY6-2744" fmla="*/ 309078 h 999539"/>
                  <a:gd name="connsiteX7-2745" fmla="*/ 725354 w 844045"/>
                  <a:gd name="connsiteY7-2746" fmla="*/ 605301 h 999539"/>
                  <a:gd name="connsiteX0-2747" fmla="*/ 725354 w 844045"/>
                  <a:gd name="connsiteY0-2748" fmla="*/ 605301 h 999539"/>
                  <a:gd name="connsiteX1-2749" fmla="*/ 636499 w 844045"/>
                  <a:gd name="connsiteY1-2750" fmla="*/ 967285 h 999539"/>
                  <a:gd name="connsiteX2-2751" fmla="*/ 196533 w 844045"/>
                  <a:gd name="connsiteY2-2752" fmla="*/ 927197 h 999539"/>
                  <a:gd name="connsiteX3-2753" fmla="*/ 3895 w 844045"/>
                  <a:gd name="connsiteY3-2754" fmla="*/ 484188 h 999539"/>
                  <a:gd name="connsiteX4-2755" fmla="*/ 303986 w 844045"/>
                  <a:gd name="connsiteY4-2756" fmla="*/ 42048 h 999539"/>
                  <a:gd name="connsiteX5-2757" fmla="*/ 728536 w 844045"/>
                  <a:gd name="connsiteY5-2758" fmla="*/ 68302 h 999539"/>
                  <a:gd name="connsiteX6-2759" fmla="*/ 833937 w 844045"/>
                  <a:gd name="connsiteY6-2760" fmla="*/ 309078 h 999539"/>
                  <a:gd name="connsiteX7-2761" fmla="*/ 725354 w 844045"/>
                  <a:gd name="connsiteY7-2762" fmla="*/ 605301 h 999539"/>
                  <a:gd name="connsiteX0-2763" fmla="*/ 725354 w 844045"/>
                  <a:gd name="connsiteY0-2764" fmla="*/ 605301 h 999539"/>
                  <a:gd name="connsiteX1-2765" fmla="*/ 636499 w 844045"/>
                  <a:gd name="connsiteY1-2766" fmla="*/ 967285 h 999539"/>
                  <a:gd name="connsiteX2-2767" fmla="*/ 196533 w 844045"/>
                  <a:gd name="connsiteY2-2768" fmla="*/ 927197 h 999539"/>
                  <a:gd name="connsiteX3-2769" fmla="*/ 3895 w 844045"/>
                  <a:gd name="connsiteY3-2770" fmla="*/ 484188 h 999539"/>
                  <a:gd name="connsiteX4-2771" fmla="*/ 303986 w 844045"/>
                  <a:gd name="connsiteY4-2772" fmla="*/ 42048 h 999539"/>
                  <a:gd name="connsiteX5-2773" fmla="*/ 728536 w 844045"/>
                  <a:gd name="connsiteY5-2774" fmla="*/ 68302 h 999539"/>
                  <a:gd name="connsiteX6-2775" fmla="*/ 833937 w 844045"/>
                  <a:gd name="connsiteY6-2776" fmla="*/ 309078 h 999539"/>
                  <a:gd name="connsiteX7-2777" fmla="*/ 725354 w 844045"/>
                  <a:gd name="connsiteY7-2778" fmla="*/ 605301 h 999539"/>
                  <a:gd name="connsiteX0-2779" fmla="*/ 725354 w 844045"/>
                  <a:gd name="connsiteY0-2780" fmla="*/ 605301 h 995713"/>
                  <a:gd name="connsiteX1-2781" fmla="*/ 636499 w 844045"/>
                  <a:gd name="connsiteY1-2782" fmla="*/ 967285 h 995713"/>
                  <a:gd name="connsiteX2-2783" fmla="*/ 196533 w 844045"/>
                  <a:gd name="connsiteY2-2784" fmla="*/ 927197 h 995713"/>
                  <a:gd name="connsiteX3-2785" fmla="*/ 3895 w 844045"/>
                  <a:gd name="connsiteY3-2786" fmla="*/ 484188 h 995713"/>
                  <a:gd name="connsiteX4-2787" fmla="*/ 303986 w 844045"/>
                  <a:gd name="connsiteY4-2788" fmla="*/ 42048 h 995713"/>
                  <a:gd name="connsiteX5-2789" fmla="*/ 728536 w 844045"/>
                  <a:gd name="connsiteY5-2790" fmla="*/ 68302 h 995713"/>
                  <a:gd name="connsiteX6-2791" fmla="*/ 833937 w 844045"/>
                  <a:gd name="connsiteY6-2792" fmla="*/ 309078 h 995713"/>
                  <a:gd name="connsiteX7-2793" fmla="*/ 725354 w 844045"/>
                  <a:gd name="connsiteY7-2794" fmla="*/ 605301 h 995713"/>
                  <a:gd name="connsiteX0-2795" fmla="*/ 725354 w 844045"/>
                  <a:gd name="connsiteY0-2796" fmla="*/ 605301 h 995713"/>
                  <a:gd name="connsiteX1-2797" fmla="*/ 636499 w 844045"/>
                  <a:gd name="connsiteY1-2798" fmla="*/ 967285 h 995713"/>
                  <a:gd name="connsiteX2-2799" fmla="*/ 196533 w 844045"/>
                  <a:gd name="connsiteY2-2800" fmla="*/ 927197 h 995713"/>
                  <a:gd name="connsiteX3-2801" fmla="*/ 3895 w 844045"/>
                  <a:gd name="connsiteY3-2802" fmla="*/ 484188 h 995713"/>
                  <a:gd name="connsiteX4-2803" fmla="*/ 303986 w 844045"/>
                  <a:gd name="connsiteY4-2804" fmla="*/ 42048 h 995713"/>
                  <a:gd name="connsiteX5-2805" fmla="*/ 728536 w 844045"/>
                  <a:gd name="connsiteY5-2806" fmla="*/ 68302 h 995713"/>
                  <a:gd name="connsiteX6-2807" fmla="*/ 833937 w 844045"/>
                  <a:gd name="connsiteY6-2808" fmla="*/ 309078 h 995713"/>
                  <a:gd name="connsiteX7-2809" fmla="*/ 725354 w 844045"/>
                  <a:gd name="connsiteY7-2810" fmla="*/ 605301 h 995713"/>
                  <a:gd name="connsiteX0-2811" fmla="*/ 725286 w 843977"/>
                  <a:gd name="connsiteY0-2812" fmla="*/ 605301 h 998766"/>
                  <a:gd name="connsiteX1-2813" fmla="*/ 620726 w 843977"/>
                  <a:gd name="connsiteY1-2814" fmla="*/ 971686 h 998766"/>
                  <a:gd name="connsiteX2-2815" fmla="*/ 196465 w 843977"/>
                  <a:gd name="connsiteY2-2816" fmla="*/ 927197 h 998766"/>
                  <a:gd name="connsiteX3-2817" fmla="*/ 3827 w 843977"/>
                  <a:gd name="connsiteY3-2818" fmla="*/ 484188 h 998766"/>
                  <a:gd name="connsiteX4-2819" fmla="*/ 303918 w 843977"/>
                  <a:gd name="connsiteY4-2820" fmla="*/ 42048 h 998766"/>
                  <a:gd name="connsiteX5-2821" fmla="*/ 728468 w 843977"/>
                  <a:gd name="connsiteY5-2822" fmla="*/ 68302 h 998766"/>
                  <a:gd name="connsiteX6-2823" fmla="*/ 833869 w 843977"/>
                  <a:gd name="connsiteY6-2824" fmla="*/ 309078 h 998766"/>
                  <a:gd name="connsiteX7-2825" fmla="*/ 725286 w 843977"/>
                  <a:gd name="connsiteY7-2826" fmla="*/ 605301 h 998766"/>
                  <a:gd name="connsiteX0-2827" fmla="*/ 725286 w 843977"/>
                  <a:gd name="connsiteY0-2828" fmla="*/ 605301 h 998766"/>
                  <a:gd name="connsiteX1-2829" fmla="*/ 620726 w 843977"/>
                  <a:gd name="connsiteY1-2830" fmla="*/ 971686 h 998766"/>
                  <a:gd name="connsiteX2-2831" fmla="*/ 196465 w 843977"/>
                  <a:gd name="connsiteY2-2832" fmla="*/ 927197 h 998766"/>
                  <a:gd name="connsiteX3-2833" fmla="*/ 3827 w 843977"/>
                  <a:gd name="connsiteY3-2834" fmla="*/ 484188 h 998766"/>
                  <a:gd name="connsiteX4-2835" fmla="*/ 303918 w 843977"/>
                  <a:gd name="connsiteY4-2836" fmla="*/ 42048 h 998766"/>
                  <a:gd name="connsiteX5-2837" fmla="*/ 728468 w 843977"/>
                  <a:gd name="connsiteY5-2838" fmla="*/ 68302 h 998766"/>
                  <a:gd name="connsiteX6-2839" fmla="*/ 833869 w 843977"/>
                  <a:gd name="connsiteY6-2840" fmla="*/ 309078 h 998766"/>
                  <a:gd name="connsiteX7-2841" fmla="*/ 725286 w 843977"/>
                  <a:gd name="connsiteY7-2842" fmla="*/ 605301 h 998766"/>
                  <a:gd name="connsiteX0-2843" fmla="*/ 725286 w 861117"/>
                  <a:gd name="connsiteY0-2844" fmla="*/ 626763 h 1020228"/>
                  <a:gd name="connsiteX1-2845" fmla="*/ 620726 w 861117"/>
                  <a:gd name="connsiteY1-2846" fmla="*/ 993148 h 1020228"/>
                  <a:gd name="connsiteX2-2847" fmla="*/ 196465 w 861117"/>
                  <a:gd name="connsiteY2-2848" fmla="*/ 948659 h 1020228"/>
                  <a:gd name="connsiteX3-2849" fmla="*/ 3827 w 861117"/>
                  <a:gd name="connsiteY3-2850" fmla="*/ 505650 h 1020228"/>
                  <a:gd name="connsiteX4-2851" fmla="*/ 303918 w 861117"/>
                  <a:gd name="connsiteY4-2852" fmla="*/ 63510 h 1020228"/>
                  <a:gd name="connsiteX5-2853" fmla="*/ 767797 w 861117"/>
                  <a:gd name="connsiteY5-2854" fmla="*/ 37339 h 1020228"/>
                  <a:gd name="connsiteX6-2855" fmla="*/ 833869 w 861117"/>
                  <a:gd name="connsiteY6-2856" fmla="*/ 330540 h 1020228"/>
                  <a:gd name="connsiteX7-2857" fmla="*/ 725286 w 861117"/>
                  <a:gd name="connsiteY7-2858" fmla="*/ 626763 h 1020228"/>
                  <a:gd name="connsiteX0-2859" fmla="*/ 725286 w 917788"/>
                  <a:gd name="connsiteY0-2860" fmla="*/ 626763 h 1020228"/>
                  <a:gd name="connsiteX1-2861" fmla="*/ 620726 w 917788"/>
                  <a:gd name="connsiteY1-2862" fmla="*/ 993148 h 1020228"/>
                  <a:gd name="connsiteX2-2863" fmla="*/ 196465 w 917788"/>
                  <a:gd name="connsiteY2-2864" fmla="*/ 948659 h 1020228"/>
                  <a:gd name="connsiteX3-2865" fmla="*/ 3827 w 917788"/>
                  <a:gd name="connsiteY3-2866" fmla="*/ 505650 h 1020228"/>
                  <a:gd name="connsiteX4-2867" fmla="*/ 303918 w 917788"/>
                  <a:gd name="connsiteY4-2868" fmla="*/ 63510 h 1020228"/>
                  <a:gd name="connsiteX5-2869" fmla="*/ 767797 w 917788"/>
                  <a:gd name="connsiteY5-2870" fmla="*/ 37339 h 1020228"/>
                  <a:gd name="connsiteX6-2871" fmla="*/ 915782 w 917788"/>
                  <a:gd name="connsiteY6-2872" fmla="*/ 235129 h 1020228"/>
                  <a:gd name="connsiteX7-2873" fmla="*/ 725286 w 917788"/>
                  <a:gd name="connsiteY7-2874" fmla="*/ 626763 h 1020228"/>
                  <a:gd name="connsiteX0-2875" fmla="*/ 725286 w 929896"/>
                  <a:gd name="connsiteY0-2876" fmla="*/ 683110 h 1076575"/>
                  <a:gd name="connsiteX1-2877" fmla="*/ 620726 w 929896"/>
                  <a:gd name="connsiteY1-2878" fmla="*/ 1049495 h 1076575"/>
                  <a:gd name="connsiteX2-2879" fmla="*/ 196465 w 929896"/>
                  <a:gd name="connsiteY2-2880" fmla="*/ 1005006 h 1076575"/>
                  <a:gd name="connsiteX3-2881" fmla="*/ 3827 w 929896"/>
                  <a:gd name="connsiteY3-2882" fmla="*/ 561997 h 1076575"/>
                  <a:gd name="connsiteX4-2883" fmla="*/ 303918 w 929896"/>
                  <a:gd name="connsiteY4-2884" fmla="*/ 119857 h 1076575"/>
                  <a:gd name="connsiteX5-2885" fmla="*/ 821557 w 929896"/>
                  <a:gd name="connsiteY5-2886" fmla="*/ 16516 h 1076575"/>
                  <a:gd name="connsiteX6-2887" fmla="*/ 915782 w 929896"/>
                  <a:gd name="connsiteY6-2888" fmla="*/ 291476 h 1076575"/>
                  <a:gd name="connsiteX7-2889" fmla="*/ 725286 w 929896"/>
                  <a:gd name="connsiteY7-2890" fmla="*/ 683110 h 1076575"/>
                  <a:gd name="connsiteX0-2891" fmla="*/ 725286 w 929896"/>
                  <a:gd name="connsiteY0-2892" fmla="*/ 690990 h 1084455"/>
                  <a:gd name="connsiteX1-2893" fmla="*/ 620726 w 929896"/>
                  <a:gd name="connsiteY1-2894" fmla="*/ 1057375 h 1084455"/>
                  <a:gd name="connsiteX2-2895" fmla="*/ 196465 w 929896"/>
                  <a:gd name="connsiteY2-2896" fmla="*/ 1012886 h 1084455"/>
                  <a:gd name="connsiteX3-2897" fmla="*/ 3827 w 929896"/>
                  <a:gd name="connsiteY3-2898" fmla="*/ 569877 h 1084455"/>
                  <a:gd name="connsiteX4-2899" fmla="*/ 301369 w 929896"/>
                  <a:gd name="connsiteY4-2900" fmla="*/ 87048 h 1084455"/>
                  <a:gd name="connsiteX5-2901" fmla="*/ 821557 w 929896"/>
                  <a:gd name="connsiteY5-2902" fmla="*/ 24396 h 1084455"/>
                  <a:gd name="connsiteX6-2903" fmla="*/ 915782 w 929896"/>
                  <a:gd name="connsiteY6-2904" fmla="*/ 299356 h 1084455"/>
                  <a:gd name="connsiteX7-2905" fmla="*/ 725286 w 929896"/>
                  <a:gd name="connsiteY7-2906" fmla="*/ 690990 h 1084455"/>
                  <a:gd name="connsiteX0-2907" fmla="*/ 725570 w 930180"/>
                  <a:gd name="connsiteY0-2908" fmla="*/ 690990 h 1119726"/>
                  <a:gd name="connsiteX1-2909" fmla="*/ 682418 w 930180"/>
                  <a:gd name="connsiteY1-2910" fmla="*/ 1102269 h 1119726"/>
                  <a:gd name="connsiteX2-2911" fmla="*/ 196749 w 930180"/>
                  <a:gd name="connsiteY2-2912" fmla="*/ 1012886 h 1119726"/>
                  <a:gd name="connsiteX3-2913" fmla="*/ 4111 w 930180"/>
                  <a:gd name="connsiteY3-2914" fmla="*/ 569877 h 1119726"/>
                  <a:gd name="connsiteX4-2915" fmla="*/ 301653 w 930180"/>
                  <a:gd name="connsiteY4-2916" fmla="*/ 87048 h 1119726"/>
                  <a:gd name="connsiteX5-2917" fmla="*/ 821841 w 930180"/>
                  <a:gd name="connsiteY5-2918" fmla="*/ 24396 h 1119726"/>
                  <a:gd name="connsiteX6-2919" fmla="*/ 916066 w 930180"/>
                  <a:gd name="connsiteY6-2920" fmla="*/ 299356 h 1119726"/>
                  <a:gd name="connsiteX7-2921" fmla="*/ 725570 w 930180"/>
                  <a:gd name="connsiteY7-2922" fmla="*/ 690990 h 1119726"/>
                  <a:gd name="connsiteX0-2923" fmla="*/ 791643 w 930180"/>
                  <a:gd name="connsiteY0-2924" fmla="*/ 682822 h 1119726"/>
                  <a:gd name="connsiteX1-2925" fmla="*/ 682418 w 930180"/>
                  <a:gd name="connsiteY1-2926" fmla="*/ 1102269 h 1119726"/>
                  <a:gd name="connsiteX2-2927" fmla="*/ 196749 w 930180"/>
                  <a:gd name="connsiteY2-2928" fmla="*/ 1012886 h 1119726"/>
                  <a:gd name="connsiteX3-2929" fmla="*/ 4111 w 930180"/>
                  <a:gd name="connsiteY3-2930" fmla="*/ 569877 h 1119726"/>
                  <a:gd name="connsiteX4-2931" fmla="*/ 301653 w 930180"/>
                  <a:gd name="connsiteY4-2932" fmla="*/ 87048 h 1119726"/>
                  <a:gd name="connsiteX5-2933" fmla="*/ 821841 w 930180"/>
                  <a:gd name="connsiteY5-2934" fmla="*/ 24396 h 1119726"/>
                  <a:gd name="connsiteX6-2935" fmla="*/ 916066 w 930180"/>
                  <a:gd name="connsiteY6-2936" fmla="*/ 299356 h 1119726"/>
                  <a:gd name="connsiteX7-2937" fmla="*/ 791643 w 930180"/>
                  <a:gd name="connsiteY7-2938" fmla="*/ 682822 h 11197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119" y="connsiteY6-120"/>
                  </a:cxn>
                  <a:cxn ang="0">
                    <a:pos x="connsiteX7-135" y="connsiteY7-136"/>
                  </a:cxn>
                </a:cxnLst>
                <a:rect l="l" t="t" r="r" b="b"/>
                <a:pathLst>
                  <a:path w="930180" h="1119726">
                    <a:moveTo>
                      <a:pt x="791643" y="682822"/>
                    </a:moveTo>
                    <a:cubicBezTo>
                      <a:pt x="831055" y="814953"/>
                      <a:pt x="831888" y="1039195"/>
                      <a:pt x="682418" y="1102269"/>
                    </a:cubicBezTo>
                    <a:cubicBezTo>
                      <a:pt x="556769" y="1147024"/>
                      <a:pt x="309800" y="1101618"/>
                      <a:pt x="196749" y="1012886"/>
                    </a:cubicBezTo>
                    <a:cubicBezTo>
                      <a:pt x="83698" y="924154"/>
                      <a:pt x="-22403" y="709553"/>
                      <a:pt x="4111" y="569877"/>
                    </a:cubicBezTo>
                    <a:cubicBezTo>
                      <a:pt x="45066" y="356004"/>
                      <a:pt x="139073" y="176418"/>
                      <a:pt x="301653" y="87048"/>
                    </a:cubicBezTo>
                    <a:cubicBezTo>
                      <a:pt x="505880" y="1958"/>
                      <a:pt x="697383" y="-24491"/>
                      <a:pt x="821841" y="24396"/>
                    </a:cubicBezTo>
                    <a:cubicBezTo>
                      <a:pt x="975674" y="126940"/>
                      <a:pt x="922647" y="254670"/>
                      <a:pt x="916066" y="299356"/>
                    </a:cubicBezTo>
                    <a:cubicBezTo>
                      <a:pt x="895122" y="386435"/>
                      <a:pt x="764945" y="504859"/>
                      <a:pt x="791643" y="682822"/>
                    </a:cubicBezTo>
                    <a:close/>
                  </a:path>
                </a:pathLst>
              </a:custGeom>
              <a:noFill/>
              <a:ln>
                <a:prstDash val="dash"/>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dk1"/>
                  </a:solidFill>
                  <a:effectLst/>
                  <a:uLnTx/>
                  <a:uFillTx/>
                  <a:latin typeface="+mn-lt"/>
                  <a:ea typeface="+mn-ea"/>
                  <a:cs typeface="+mn-cs"/>
                </a:endParaRPr>
              </a:p>
            </p:txBody>
          </p:sp>
        </p:grpSp>
        <p:sp>
          <p:nvSpPr>
            <p:cNvPr id="16" name="文本框 15"/>
            <p:cNvSpPr txBox="1"/>
            <p:nvPr/>
          </p:nvSpPr>
          <p:spPr>
            <a:xfrm>
              <a:off x="525125" y="2523677"/>
              <a:ext cx="1772280" cy="400109"/>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(a)  </a:t>
              </a:r>
              <a:r>
                <a:rPr kumimoji="0" lang="zh-CN" altLang="en-US" sz="1350" kern="1200" cap="none" spc="0" normalizeH="0" baseline="0" noProof="0" dirty="0">
                  <a:latin typeface="Times" panose="02020603060405020304" pitchFamily="18" charset="0"/>
                  <a:ea typeface="楷体" pitchFamily="49" charset="-122"/>
                  <a:cs typeface="+mn-cs"/>
                </a:rPr>
                <a:t>统计的原因</a:t>
              </a:r>
              <a:endParaRPr kumimoji="0" lang="zh-CN" altLang="en-US" sz="1350" kern="1200" cap="none" spc="0" normalizeH="0" baseline="0" noProof="0" dirty="0">
                <a:latin typeface="Times" panose="02020603060405020304" pitchFamily="18" charset="0"/>
                <a:ea typeface="楷体" pitchFamily="49" charset="-122"/>
                <a:cs typeface="+mn-cs"/>
              </a:endParaRPr>
            </a:p>
          </p:txBody>
        </p:sp>
      </p:grpSp>
      <p:grpSp>
        <p:nvGrpSpPr>
          <p:cNvPr id="1039" name="组合 19"/>
          <p:cNvGrpSpPr/>
          <p:nvPr/>
        </p:nvGrpSpPr>
        <p:grpSpPr>
          <a:xfrm>
            <a:off x="3227388" y="2593975"/>
            <a:ext cx="1414462" cy="2003425"/>
            <a:chOff x="3086017" y="252542"/>
            <a:chExt cx="1884120" cy="2671244"/>
          </a:xfrm>
        </p:grpSpPr>
        <p:sp>
          <p:nvSpPr>
            <p:cNvPr id="9" name="弦形 6"/>
            <p:cNvSpPr/>
            <p:nvPr/>
          </p:nvSpPr>
          <p:spPr>
            <a:xfrm rot="1036148">
              <a:off x="3086017" y="252542"/>
              <a:ext cx="1884120" cy="2037397"/>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1" fmla="*/ 780530 w 780530"/>
                <a:gd name="connsiteY0-2" fmla="*/ 780646 h 914567"/>
                <a:gd name="connsiteX1-3" fmla="*/ 228641 w 780530"/>
                <a:gd name="connsiteY1-4" fmla="*/ 853304 h 914567"/>
                <a:gd name="connsiteX2-5" fmla="*/ 15620 w 780530"/>
                <a:gd name="connsiteY2-6" fmla="*/ 339025 h 914567"/>
                <a:gd name="connsiteX3-7" fmla="*/ 457241 w 780530"/>
                <a:gd name="connsiteY3-8" fmla="*/ 157 h 914567"/>
                <a:gd name="connsiteX4-9" fmla="*/ 587063 w 780530"/>
                <a:gd name="connsiteY4-10" fmla="*/ 372690 h 914567"/>
                <a:gd name="connsiteX5" fmla="*/ 780530 w 780530"/>
                <a:gd name="connsiteY5" fmla="*/ 780646 h 914567"/>
                <a:gd name="connsiteX0-11" fmla="*/ 780530 w 780530"/>
                <a:gd name="connsiteY0-12" fmla="*/ 780646 h 914567"/>
                <a:gd name="connsiteX1-13" fmla="*/ 228641 w 780530"/>
                <a:gd name="connsiteY1-14" fmla="*/ 853304 h 914567"/>
                <a:gd name="connsiteX2-15" fmla="*/ 15620 w 780530"/>
                <a:gd name="connsiteY2-16" fmla="*/ 339025 h 914567"/>
                <a:gd name="connsiteX3-17" fmla="*/ 457241 w 780530"/>
                <a:gd name="connsiteY3-18" fmla="*/ 157 h 914567"/>
                <a:gd name="connsiteX4-19" fmla="*/ 496752 w 780530"/>
                <a:gd name="connsiteY4-20" fmla="*/ 463001 h 914567"/>
                <a:gd name="connsiteX5-21" fmla="*/ 780530 w 780530"/>
                <a:gd name="connsiteY5-22" fmla="*/ 780646 h 914567"/>
                <a:gd name="connsiteX0-23" fmla="*/ 780530 w 780530"/>
                <a:gd name="connsiteY0-24" fmla="*/ 780646 h 914567"/>
                <a:gd name="connsiteX1-25" fmla="*/ 228641 w 780530"/>
                <a:gd name="connsiteY1-26" fmla="*/ 853304 h 914567"/>
                <a:gd name="connsiteX2-27" fmla="*/ 15620 w 780530"/>
                <a:gd name="connsiteY2-28" fmla="*/ 339025 h 914567"/>
                <a:gd name="connsiteX3-29" fmla="*/ 457241 w 780530"/>
                <a:gd name="connsiteY3-30" fmla="*/ 157 h 914567"/>
                <a:gd name="connsiteX4-31" fmla="*/ 496752 w 780530"/>
                <a:gd name="connsiteY4-32" fmla="*/ 463001 h 914567"/>
                <a:gd name="connsiteX5-33" fmla="*/ 780530 w 780530"/>
                <a:gd name="connsiteY5-34" fmla="*/ 780646 h 914567"/>
                <a:gd name="connsiteX0-35" fmla="*/ 780530 w 780530"/>
                <a:gd name="connsiteY0-36" fmla="*/ 780646 h 914567"/>
                <a:gd name="connsiteX1-37" fmla="*/ 228641 w 780530"/>
                <a:gd name="connsiteY1-38" fmla="*/ 853304 h 914567"/>
                <a:gd name="connsiteX2-39" fmla="*/ 15620 w 780530"/>
                <a:gd name="connsiteY2-40" fmla="*/ 339025 h 914567"/>
                <a:gd name="connsiteX3-41" fmla="*/ 457241 w 780530"/>
                <a:gd name="connsiteY3-42" fmla="*/ 157 h 914567"/>
                <a:gd name="connsiteX4-43" fmla="*/ 496752 w 780530"/>
                <a:gd name="connsiteY4-44" fmla="*/ 463001 h 914567"/>
                <a:gd name="connsiteX5-45" fmla="*/ 780530 w 780530"/>
                <a:gd name="connsiteY5-46" fmla="*/ 780646 h 914567"/>
                <a:gd name="connsiteX0-47" fmla="*/ 780530 w 830052"/>
                <a:gd name="connsiteY0-48" fmla="*/ 814484 h 948405"/>
                <a:gd name="connsiteX1-49" fmla="*/ 228641 w 830052"/>
                <a:gd name="connsiteY1-50" fmla="*/ 887142 h 948405"/>
                <a:gd name="connsiteX2-51" fmla="*/ 15620 w 830052"/>
                <a:gd name="connsiteY2-52" fmla="*/ 372863 h 948405"/>
                <a:gd name="connsiteX3-53" fmla="*/ 829775 w 830052"/>
                <a:gd name="connsiteY3-54" fmla="*/ 128 h 948405"/>
                <a:gd name="connsiteX4-55" fmla="*/ 496752 w 830052"/>
                <a:gd name="connsiteY4-56" fmla="*/ 496839 h 948405"/>
                <a:gd name="connsiteX5-57" fmla="*/ 780530 w 830052"/>
                <a:gd name="connsiteY5-58" fmla="*/ 814484 h 948405"/>
                <a:gd name="connsiteX0-59" fmla="*/ 780530 w 830209"/>
                <a:gd name="connsiteY0-60" fmla="*/ 814484 h 948405"/>
                <a:gd name="connsiteX1-61" fmla="*/ 228641 w 830209"/>
                <a:gd name="connsiteY1-62" fmla="*/ 887142 h 948405"/>
                <a:gd name="connsiteX2-63" fmla="*/ 15620 w 830209"/>
                <a:gd name="connsiteY2-64" fmla="*/ 372863 h 948405"/>
                <a:gd name="connsiteX3-65" fmla="*/ 829775 w 830209"/>
                <a:gd name="connsiteY3-66" fmla="*/ 128 h 948405"/>
                <a:gd name="connsiteX4-67" fmla="*/ 666085 w 830209"/>
                <a:gd name="connsiteY4-68" fmla="*/ 496839 h 948405"/>
                <a:gd name="connsiteX5-69" fmla="*/ 780530 w 830209"/>
                <a:gd name="connsiteY5-70" fmla="*/ 814484 h 948405"/>
                <a:gd name="connsiteX0-71" fmla="*/ 780530 w 830209"/>
                <a:gd name="connsiteY0-72" fmla="*/ 814484 h 948405"/>
                <a:gd name="connsiteX1-73" fmla="*/ 228641 w 830209"/>
                <a:gd name="connsiteY1-74" fmla="*/ 887142 h 948405"/>
                <a:gd name="connsiteX2-75" fmla="*/ 15620 w 830209"/>
                <a:gd name="connsiteY2-76" fmla="*/ 372863 h 948405"/>
                <a:gd name="connsiteX3-77" fmla="*/ 829775 w 830209"/>
                <a:gd name="connsiteY3-78" fmla="*/ 128 h 948405"/>
                <a:gd name="connsiteX4-79" fmla="*/ 666085 w 830209"/>
                <a:gd name="connsiteY4-80" fmla="*/ 496839 h 948405"/>
                <a:gd name="connsiteX5-81" fmla="*/ 780530 w 830209"/>
                <a:gd name="connsiteY5-82" fmla="*/ 814484 h 948405"/>
                <a:gd name="connsiteX0-83" fmla="*/ 1005077 w 1005077"/>
                <a:gd name="connsiteY0-84" fmla="*/ 825773 h 940792"/>
                <a:gd name="connsiteX1-85" fmla="*/ 227410 w 1005077"/>
                <a:gd name="connsiteY1-86" fmla="*/ 887142 h 940792"/>
                <a:gd name="connsiteX2-87" fmla="*/ 14389 w 1005077"/>
                <a:gd name="connsiteY2-88" fmla="*/ 372863 h 940792"/>
                <a:gd name="connsiteX3-89" fmla="*/ 828544 w 1005077"/>
                <a:gd name="connsiteY3-90" fmla="*/ 128 h 940792"/>
                <a:gd name="connsiteX4-91" fmla="*/ 664854 w 1005077"/>
                <a:gd name="connsiteY4-92" fmla="*/ 496839 h 940792"/>
                <a:gd name="connsiteX5-93" fmla="*/ 1005077 w 1005077"/>
                <a:gd name="connsiteY5-94" fmla="*/ 825773 h 940792"/>
                <a:gd name="connsiteX0-95" fmla="*/ 991934 w 991934"/>
                <a:gd name="connsiteY0-96" fmla="*/ 850090 h 965109"/>
                <a:gd name="connsiteX1-97" fmla="*/ 214267 w 991934"/>
                <a:gd name="connsiteY1-98" fmla="*/ 911459 h 965109"/>
                <a:gd name="connsiteX2-99" fmla="*/ 1246 w 991934"/>
                <a:gd name="connsiteY2-100" fmla="*/ 397180 h 965109"/>
                <a:gd name="connsiteX3-101" fmla="*/ 200156 w 991934"/>
                <a:gd name="connsiteY3-102" fmla="*/ 80891 h 965109"/>
                <a:gd name="connsiteX4-103" fmla="*/ 815401 w 991934"/>
                <a:gd name="connsiteY4-104" fmla="*/ 24445 h 965109"/>
                <a:gd name="connsiteX5-105" fmla="*/ 651711 w 991934"/>
                <a:gd name="connsiteY5-106" fmla="*/ 521156 h 965109"/>
                <a:gd name="connsiteX6" fmla="*/ 991934 w 991934"/>
                <a:gd name="connsiteY6" fmla="*/ 850090 h 965109"/>
                <a:gd name="connsiteX0-107" fmla="*/ 1032041 w 1032041"/>
                <a:gd name="connsiteY0-108" fmla="*/ 850090 h 946338"/>
                <a:gd name="connsiteX1-109" fmla="*/ 254374 w 1032041"/>
                <a:gd name="connsiteY1-110" fmla="*/ 911459 h 946338"/>
                <a:gd name="connsiteX2-111" fmla="*/ 14484 w 1032041"/>
                <a:gd name="connsiteY2-112" fmla="*/ 679203 h 946338"/>
                <a:gd name="connsiteX3-113" fmla="*/ 41353 w 1032041"/>
                <a:gd name="connsiteY3-114" fmla="*/ 397180 h 946338"/>
                <a:gd name="connsiteX4-115" fmla="*/ 240263 w 1032041"/>
                <a:gd name="connsiteY4-116" fmla="*/ 80891 h 946338"/>
                <a:gd name="connsiteX5-117" fmla="*/ 855508 w 1032041"/>
                <a:gd name="connsiteY5-118" fmla="*/ 24445 h 946338"/>
                <a:gd name="connsiteX6-119" fmla="*/ 691818 w 1032041"/>
                <a:gd name="connsiteY6-120" fmla="*/ 521156 h 946338"/>
                <a:gd name="connsiteX7" fmla="*/ 1032041 w 1032041"/>
                <a:gd name="connsiteY7" fmla="*/ 850090 h 946338"/>
                <a:gd name="connsiteX0-121" fmla="*/ 1032041 w 1032041"/>
                <a:gd name="connsiteY0-122" fmla="*/ 850090 h 996854"/>
                <a:gd name="connsiteX1-123" fmla="*/ 646663 w 1032041"/>
                <a:gd name="connsiteY1-124" fmla="*/ 995292 h 996854"/>
                <a:gd name="connsiteX2-125" fmla="*/ 254374 w 1032041"/>
                <a:gd name="connsiteY2-126" fmla="*/ 911459 h 996854"/>
                <a:gd name="connsiteX3-127" fmla="*/ 14484 w 1032041"/>
                <a:gd name="connsiteY3-128" fmla="*/ 679203 h 996854"/>
                <a:gd name="connsiteX4-129" fmla="*/ 41353 w 1032041"/>
                <a:gd name="connsiteY4-130" fmla="*/ 397180 h 996854"/>
                <a:gd name="connsiteX5-131" fmla="*/ 240263 w 1032041"/>
                <a:gd name="connsiteY5-132" fmla="*/ 80891 h 996854"/>
                <a:gd name="connsiteX6-133" fmla="*/ 855508 w 1032041"/>
                <a:gd name="connsiteY6-134" fmla="*/ 24445 h 996854"/>
                <a:gd name="connsiteX7-135" fmla="*/ 691818 w 1032041"/>
                <a:gd name="connsiteY7-136" fmla="*/ 521156 h 996854"/>
                <a:gd name="connsiteX8" fmla="*/ 1032041 w 1032041"/>
                <a:gd name="connsiteY8" fmla="*/ 850090 h 996854"/>
                <a:gd name="connsiteX0-137" fmla="*/ 1080179 w 1080179"/>
                <a:gd name="connsiteY0-138" fmla="*/ 850090 h 996854"/>
                <a:gd name="connsiteX1-139" fmla="*/ 694801 w 1080179"/>
                <a:gd name="connsiteY1-140" fmla="*/ 995292 h 996854"/>
                <a:gd name="connsiteX2-141" fmla="*/ 302512 w 1080179"/>
                <a:gd name="connsiteY2-142" fmla="*/ 911459 h 996854"/>
                <a:gd name="connsiteX3-143" fmla="*/ 62622 w 1080179"/>
                <a:gd name="connsiteY3-144" fmla="*/ 679203 h 996854"/>
                <a:gd name="connsiteX4-145" fmla="*/ 7018 w 1080179"/>
                <a:gd name="connsiteY4-146" fmla="*/ 367230 h 996854"/>
                <a:gd name="connsiteX5-147" fmla="*/ 288401 w 1080179"/>
                <a:gd name="connsiteY5-148" fmla="*/ 80891 h 996854"/>
                <a:gd name="connsiteX6-149" fmla="*/ 903646 w 1080179"/>
                <a:gd name="connsiteY6-150" fmla="*/ 24445 h 996854"/>
                <a:gd name="connsiteX7-151" fmla="*/ 739956 w 1080179"/>
                <a:gd name="connsiteY7-152" fmla="*/ 521156 h 996854"/>
                <a:gd name="connsiteX8-153" fmla="*/ 1080179 w 1080179"/>
                <a:gd name="connsiteY8-154" fmla="*/ 850090 h 996854"/>
                <a:gd name="connsiteX0-155" fmla="*/ 1086133 w 1086133"/>
                <a:gd name="connsiteY0-156" fmla="*/ 850090 h 996818"/>
                <a:gd name="connsiteX1-157" fmla="*/ 700755 w 1086133"/>
                <a:gd name="connsiteY1-158" fmla="*/ 995292 h 996818"/>
                <a:gd name="connsiteX2-159" fmla="*/ 308466 w 1086133"/>
                <a:gd name="connsiteY2-160" fmla="*/ 911459 h 996818"/>
                <a:gd name="connsiteX3-161" fmla="*/ 35588 w 1086133"/>
                <a:gd name="connsiteY3-162" fmla="*/ 686690 h 996818"/>
                <a:gd name="connsiteX4-163" fmla="*/ 12972 w 1086133"/>
                <a:gd name="connsiteY4-164" fmla="*/ 367230 h 996818"/>
                <a:gd name="connsiteX5-165" fmla="*/ 294355 w 1086133"/>
                <a:gd name="connsiteY5-166" fmla="*/ 80891 h 996818"/>
                <a:gd name="connsiteX6-167" fmla="*/ 909600 w 1086133"/>
                <a:gd name="connsiteY6-168" fmla="*/ 24445 h 996818"/>
                <a:gd name="connsiteX7-169" fmla="*/ 745910 w 1086133"/>
                <a:gd name="connsiteY7-170" fmla="*/ 521156 h 996818"/>
                <a:gd name="connsiteX8-171" fmla="*/ 1086133 w 1086133"/>
                <a:gd name="connsiteY8-172" fmla="*/ 850090 h 996818"/>
                <a:gd name="connsiteX0-173" fmla="*/ 1086133 w 1086133"/>
                <a:gd name="connsiteY0-174" fmla="*/ 880078 h 1026806"/>
                <a:gd name="connsiteX1-175" fmla="*/ 700755 w 1086133"/>
                <a:gd name="connsiteY1-176" fmla="*/ 1025280 h 1026806"/>
                <a:gd name="connsiteX2-177" fmla="*/ 308466 w 1086133"/>
                <a:gd name="connsiteY2-178" fmla="*/ 941447 h 1026806"/>
                <a:gd name="connsiteX3-179" fmla="*/ 35588 w 1086133"/>
                <a:gd name="connsiteY3-180" fmla="*/ 716678 h 1026806"/>
                <a:gd name="connsiteX4-181" fmla="*/ 12972 w 1086133"/>
                <a:gd name="connsiteY4-182" fmla="*/ 397218 h 1026806"/>
                <a:gd name="connsiteX5-183" fmla="*/ 294355 w 1086133"/>
                <a:gd name="connsiteY5-184" fmla="*/ 110879 h 1026806"/>
                <a:gd name="connsiteX6-185" fmla="*/ 598410 w 1086133"/>
                <a:gd name="connsiteY6-186" fmla="*/ 15013 h 1026806"/>
                <a:gd name="connsiteX7-187" fmla="*/ 909600 w 1086133"/>
                <a:gd name="connsiteY7-188" fmla="*/ 54433 h 1026806"/>
                <a:gd name="connsiteX8-189" fmla="*/ 745910 w 1086133"/>
                <a:gd name="connsiteY8-190" fmla="*/ 551144 h 1026806"/>
                <a:gd name="connsiteX9" fmla="*/ 1086133 w 1086133"/>
                <a:gd name="connsiteY9" fmla="*/ 880078 h 1026806"/>
                <a:gd name="connsiteX0-191" fmla="*/ 1086133 w 1086133"/>
                <a:gd name="connsiteY0-192" fmla="*/ 869968 h 1016696"/>
                <a:gd name="connsiteX1-193" fmla="*/ 700755 w 1086133"/>
                <a:gd name="connsiteY1-194" fmla="*/ 1015170 h 1016696"/>
                <a:gd name="connsiteX2-195" fmla="*/ 308466 w 1086133"/>
                <a:gd name="connsiteY2-196" fmla="*/ 931337 h 1016696"/>
                <a:gd name="connsiteX3-197" fmla="*/ 35588 w 1086133"/>
                <a:gd name="connsiteY3-198" fmla="*/ 706568 h 1016696"/>
                <a:gd name="connsiteX4-199" fmla="*/ 12972 w 1086133"/>
                <a:gd name="connsiteY4-200" fmla="*/ 387108 h 1016696"/>
                <a:gd name="connsiteX5-201" fmla="*/ 294355 w 1086133"/>
                <a:gd name="connsiteY5-202" fmla="*/ 100769 h 1016696"/>
                <a:gd name="connsiteX6-203" fmla="*/ 598410 w 1086133"/>
                <a:gd name="connsiteY6-204" fmla="*/ 4903 h 1016696"/>
                <a:gd name="connsiteX7-205" fmla="*/ 818880 w 1086133"/>
                <a:gd name="connsiteY7-206" fmla="*/ 74273 h 1016696"/>
                <a:gd name="connsiteX8-207" fmla="*/ 745910 w 1086133"/>
                <a:gd name="connsiteY8-208" fmla="*/ 541034 h 1016696"/>
                <a:gd name="connsiteX9-209" fmla="*/ 1086133 w 1086133"/>
                <a:gd name="connsiteY9-210" fmla="*/ 869968 h 1016696"/>
                <a:gd name="connsiteX0-211" fmla="*/ 945930 w 945930"/>
                <a:gd name="connsiteY0-212" fmla="*/ 884943 h 1016696"/>
                <a:gd name="connsiteX1-213" fmla="*/ 700755 w 945930"/>
                <a:gd name="connsiteY1-214" fmla="*/ 1015170 h 1016696"/>
                <a:gd name="connsiteX2-215" fmla="*/ 308466 w 945930"/>
                <a:gd name="connsiteY2-216" fmla="*/ 931337 h 1016696"/>
                <a:gd name="connsiteX3-217" fmla="*/ 35588 w 945930"/>
                <a:gd name="connsiteY3-218" fmla="*/ 706568 h 1016696"/>
                <a:gd name="connsiteX4-219" fmla="*/ 12972 w 945930"/>
                <a:gd name="connsiteY4-220" fmla="*/ 387108 h 1016696"/>
                <a:gd name="connsiteX5-221" fmla="*/ 294355 w 945930"/>
                <a:gd name="connsiteY5-222" fmla="*/ 100769 h 1016696"/>
                <a:gd name="connsiteX6-223" fmla="*/ 598410 w 945930"/>
                <a:gd name="connsiteY6-224" fmla="*/ 4903 h 1016696"/>
                <a:gd name="connsiteX7-225" fmla="*/ 818880 w 945930"/>
                <a:gd name="connsiteY7-226" fmla="*/ 74273 h 1016696"/>
                <a:gd name="connsiteX8-227" fmla="*/ 745910 w 945930"/>
                <a:gd name="connsiteY8-228" fmla="*/ 541034 h 1016696"/>
                <a:gd name="connsiteX9-229" fmla="*/ 945930 w 945930"/>
                <a:gd name="connsiteY9-230" fmla="*/ 884943 h 1016696"/>
                <a:gd name="connsiteX0-231" fmla="*/ 945930 w 945930"/>
                <a:gd name="connsiteY0-232" fmla="*/ 884943 h 1016696"/>
                <a:gd name="connsiteX1-233" fmla="*/ 700755 w 945930"/>
                <a:gd name="connsiteY1-234" fmla="*/ 1015170 h 1016696"/>
                <a:gd name="connsiteX2-235" fmla="*/ 308466 w 945930"/>
                <a:gd name="connsiteY2-236" fmla="*/ 931337 h 1016696"/>
                <a:gd name="connsiteX3-237" fmla="*/ 35588 w 945930"/>
                <a:gd name="connsiteY3-238" fmla="*/ 706568 h 1016696"/>
                <a:gd name="connsiteX4-239" fmla="*/ 12972 w 945930"/>
                <a:gd name="connsiteY4-240" fmla="*/ 387108 h 1016696"/>
                <a:gd name="connsiteX5-241" fmla="*/ 294355 w 945930"/>
                <a:gd name="connsiteY5-242" fmla="*/ 100769 h 1016696"/>
                <a:gd name="connsiteX6-243" fmla="*/ 598410 w 945930"/>
                <a:gd name="connsiteY6-244" fmla="*/ 4903 h 1016696"/>
                <a:gd name="connsiteX7-245" fmla="*/ 818880 w 945930"/>
                <a:gd name="connsiteY7-246" fmla="*/ 74273 h 1016696"/>
                <a:gd name="connsiteX8-247" fmla="*/ 745910 w 945930"/>
                <a:gd name="connsiteY8-248" fmla="*/ 630882 h 1016696"/>
                <a:gd name="connsiteX9-249" fmla="*/ 945930 w 945930"/>
                <a:gd name="connsiteY9-250" fmla="*/ 884943 h 1016696"/>
                <a:gd name="connsiteX0-251" fmla="*/ 945930 w 945930"/>
                <a:gd name="connsiteY0-252" fmla="*/ 884943 h 1016696"/>
                <a:gd name="connsiteX1-253" fmla="*/ 700755 w 945930"/>
                <a:gd name="connsiteY1-254" fmla="*/ 1015170 h 1016696"/>
                <a:gd name="connsiteX2-255" fmla="*/ 308466 w 945930"/>
                <a:gd name="connsiteY2-256" fmla="*/ 931337 h 1016696"/>
                <a:gd name="connsiteX3-257" fmla="*/ 35588 w 945930"/>
                <a:gd name="connsiteY3-258" fmla="*/ 706568 h 1016696"/>
                <a:gd name="connsiteX4-259" fmla="*/ 12972 w 945930"/>
                <a:gd name="connsiteY4-260" fmla="*/ 387108 h 1016696"/>
                <a:gd name="connsiteX5-261" fmla="*/ 294355 w 945930"/>
                <a:gd name="connsiteY5-262" fmla="*/ 100769 h 1016696"/>
                <a:gd name="connsiteX6-263" fmla="*/ 598410 w 945930"/>
                <a:gd name="connsiteY6-264" fmla="*/ 4903 h 1016696"/>
                <a:gd name="connsiteX7-265" fmla="*/ 818880 w 945930"/>
                <a:gd name="connsiteY7-266" fmla="*/ 74273 h 1016696"/>
                <a:gd name="connsiteX8-267" fmla="*/ 745910 w 945930"/>
                <a:gd name="connsiteY8-268" fmla="*/ 630882 h 1016696"/>
                <a:gd name="connsiteX9-269" fmla="*/ 945930 w 945930"/>
                <a:gd name="connsiteY9-270" fmla="*/ 884943 h 1016696"/>
                <a:gd name="connsiteX0-271" fmla="*/ 945930 w 945930"/>
                <a:gd name="connsiteY0-272" fmla="*/ 881919 h 1013672"/>
                <a:gd name="connsiteX1-273" fmla="*/ 700755 w 945930"/>
                <a:gd name="connsiteY1-274" fmla="*/ 1012146 h 1013672"/>
                <a:gd name="connsiteX2-275" fmla="*/ 308466 w 945930"/>
                <a:gd name="connsiteY2-276" fmla="*/ 928313 h 1013672"/>
                <a:gd name="connsiteX3-277" fmla="*/ 35588 w 945930"/>
                <a:gd name="connsiteY3-278" fmla="*/ 703544 h 1013672"/>
                <a:gd name="connsiteX4-279" fmla="*/ 12972 w 945930"/>
                <a:gd name="connsiteY4-280" fmla="*/ 384084 h 1013672"/>
                <a:gd name="connsiteX5-281" fmla="*/ 294355 w 945930"/>
                <a:gd name="connsiteY5-282" fmla="*/ 97745 h 1013672"/>
                <a:gd name="connsiteX6-283" fmla="*/ 598410 w 945930"/>
                <a:gd name="connsiteY6-284" fmla="*/ 1879 h 1013672"/>
                <a:gd name="connsiteX7-285" fmla="*/ 818880 w 945930"/>
                <a:gd name="connsiteY7-286" fmla="*/ 71249 h 1013672"/>
                <a:gd name="connsiteX8-287" fmla="*/ 796343 w 945930"/>
                <a:gd name="connsiteY8-288" fmla="*/ 361272 h 1013672"/>
                <a:gd name="connsiteX9-289" fmla="*/ 745910 w 945930"/>
                <a:gd name="connsiteY9-290" fmla="*/ 627858 h 1013672"/>
                <a:gd name="connsiteX10" fmla="*/ 945930 w 945930"/>
                <a:gd name="connsiteY10" fmla="*/ 881919 h 1013672"/>
                <a:gd name="connsiteX0-291" fmla="*/ 945930 w 945930"/>
                <a:gd name="connsiteY0-292" fmla="*/ 881919 h 1013672"/>
                <a:gd name="connsiteX1-293" fmla="*/ 700755 w 945930"/>
                <a:gd name="connsiteY1-294" fmla="*/ 1012146 h 1013672"/>
                <a:gd name="connsiteX2-295" fmla="*/ 308466 w 945930"/>
                <a:gd name="connsiteY2-296" fmla="*/ 928313 h 1013672"/>
                <a:gd name="connsiteX3-297" fmla="*/ 35588 w 945930"/>
                <a:gd name="connsiteY3-298" fmla="*/ 703544 h 1013672"/>
                <a:gd name="connsiteX4-299" fmla="*/ 12972 w 945930"/>
                <a:gd name="connsiteY4-300" fmla="*/ 384084 h 1013672"/>
                <a:gd name="connsiteX5-301" fmla="*/ 294355 w 945930"/>
                <a:gd name="connsiteY5-302" fmla="*/ 97745 h 1013672"/>
                <a:gd name="connsiteX6-303" fmla="*/ 598410 w 945930"/>
                <a:gd name="connsiteY6-304" fmla="*/ 1879 h 1013672"/>
                <a:gd name="connsiteX7-305" fmla="*/ 818880 w 945930"/>
                <a:gd name="connsiteY7-306" fmla="*/ 71249 h 1013672"/>
                <a:gd name="connsiteX8-307" fmla="*/ 796343 w 945930"/>
                <a:gd name="connsiteY8-308" fmla="*/ 361272 h 1013672"/>
                <a:gd name="connsiteX9-309" fmla="*/ 745910 w 945930"/>
                <a:gd name="connsiteY9-310" fmla="*/ 627858 h 1013672"/>
                <a:gd name="connsiteX10-311" fmla="*/ 945930 w 945930"/>
                <a:gd name="connsiteY10-312" fmla="*/ 881919 h 1013672"/>
                <a:gd name="connsiteX0-313" fmla="*/ 945930 w 945930"/>
                <a:gd name="connsiteY0-314" fmla="*/ 881919 h 1013672"/>
                <a:gd name="connsiteX1-315" fmla="*/ 700755 w 945930"/>
                <a:gd name="connsiteY1-316" fmla="*/ 1012146 h 1013672"/>
                <a:gd name="connsiteX2-317" fmla="*/ 308466 w 945930"/>
                <a:gd name="connsiteY2-318" fmla="*/ 928313 h 1013672"/>
                <a:gd name="connsiteX3-319" fmla="*/ 35588 w 945930"/>
                <a:gd name="connsiteY3-320" fmla="*/ 703544 h 1013672"/>
                <a:gd name="connsiteX4-321" fmla="*/ 12972 w 945930"/>
                <a:gd name="connsiteY4-322" fmla="*/ 384084 h 1013672"/>
                <a:gd name="connsiteX5-323" fmla="*/ 294355 w 945930"/>
                <a:gd name="connsiteY5-324" fmla="*/ 97745 h 1013672"/>
                <a:gd name="connsiteX6-325" fmla="*/ 598410 w 945930"/>
                <a:gd name="connsiteY6-326" fmla="*/ 1879 h 1013672"/>
                <a:gd name="connsiteX7-327" fmla="*/ 818880 w 945930"/>
                <a:gd name="connsiteY7-328" fmla="*/ 71249 h 1013672"/>
                <a:gd name="connsiteX8-329" fmla="*/ 796343 w 945930"/>
                <a:gd name="connsiteY8-330" fmla="*/ 361272 h 1013672"/>
                <a:gd name="connsiteX9-331" fmla="*/ 745910 w 945930"/>
                <a:gd name="connsiteY9-332" fmla="*/ 627858 h 1013672"/>
                <a:gd name="connsiteX10-333" fmla="*/ 945930 w 945930"/>
                <a:gd name="connsiteY10-334" fmla="*/ 881919 h 1013672"/>
                <a:gd name="connsiteX0-335" fmla="*/ 945930 w 945930"/>
                <a:gd name="connsiteY0-336" fmla="*/ 880971 h 1012724"/>
                <a:gd name="connsiteX1-337" fmla="*/ 700755 w 945930"/>
                <a:gd name="connsiteY1-338" fmla="*/ 1011198 h 1012724"/>
                <a:gd name="connsiteX2-339" fmla="*/ 308466 w 945930"/>
                <a:gd name="connsiteY2-340" fmla="*/ 927365 h 1012724"/>
                <a:gd name="connsiteX3-341" fmla="*/ 35588 w 945930"/>
                <a:gd name="connsiteY3-342" fmla="*/ 702596 h 1012724"/>
                <a:gd name="connsiteX4-343" fmla="*/ 12972 w 945930"/>
                <a:gd name="connsiteY4-344" fmla="*/ 383136 h 1012724"/>
                <a:gd name="connsiteX5-345" fmla="*/ 294355 w 945930"/>
                <a:gd name="connsiteY5-346" fmla="*/ 96797 h 1012724"/>
                <a:gd name="connsiteX6-347" fmla="*/ 598410 w 945930"/>
                <a:gd name="connsiteY6-348" fmla="*/ 931 h 1012724"/>
                <a:gd name="connsiteX7-349" fmla="*/ 901353 w 945930"/>
                <a:gd name="connsiteY7-350" fmla="*/ 107737 h 1012724"/>
                <a:gd name="connsiteX8-351" fmla="*/ 796343 w 945930"/>
                <a:gd name="connsiteY8-352" fmla="*/ 360324 h 1012724"/>
                <a:gd name="connsiteX9-353" fmla="*/ 745910 w 945930"/>
                <a:gd name="connsiteY9-354" fmla="*/ 626910 h 1012724"/>
                <a:gd name="connsiteX10-355" fmla="*/ 945930 w 945930"/>
                <a:gd name="connsiteY10-356" fmla="*/ 880971 h 1012724"/>
                <a:gd name="connsiteX0-357" fmla="*/ 945930 w 945930"/>
                <a:gd name="connsiteY0-358" fmla="*/ 866236 h 997989"/>
                <a:gd name="connsiteX1-359" fmla="*/ 700755 w 945930"/>
                <a:gd name="connsiteY1-360" fmla="*/ 996463 h 997989"/>
                <a:gd name="connsiteX2-361" fmla="*/ 308466 w 945930"/>
                <a:gd name="connsiteY2-362" fmla="*/ 912630 h 997989"/>
                <a:gd name="connsiteX3-363" fmla="*/ 35588 w 945930"/>
                <a:gd name="connsiteY3-364" fmla="*/ 687861 h 997989"/>
                <a:gd name="connsiteX4-365" fmla="*/ 12972 w 945930"/>
                <a:gd name="connsiteY4-366" fmla="*/ 368401 h 997989"/>
                <a:gd name="connsiteX5-367" fmla="*/ 294355 w 945930"/>
                <a:gd name="connsiteY5-368" fmla="*/ 82062 h 997989"/>
                <a:gd name="connsiteX6-369" fmla="*/ 631398 w 945930"/>
                <a:gd name="connsiteY6-370" fmla="*/ 1171 h 997989"/>
                <a:gd name="connsiteX7-371" fmla="*/ 901353 w 945930"/>
                <a:gd name="connsiteY7-372" fmla="*/ 93002 h 997989"/>
                <a:gd name="connsiteX8-373" fmla="*/ 796343 w 945930"/>
                <a:gd name="connsiteY8-374" fmla="*/ 345589 h 997989"/>
                <a:gd name="connsiteX9-375" fmla="*/ 745910 w 945930"/>
                <a:gd name="connsiteY9-376" fmla="*/ 612175 h 997989"/>
                <a:gd name="connsiteX10-377" fmla="*/ 945930 w 945930"/>
                <a:gd name="connsiteY10-378" fmla="*/ 866236 h 997989"/>
                <a:gd name="connsiteX0-379" fmla="*/ 924828 w 924828"/>
                <a:gd name="connsiteY0-380" fmla="*/ 866236 h 997989"/>
                <a:gd name="connsiteX1-381" fmla="*/ 679653 w 924828"/>
                <a:gd name="connsiteY1-382" fmla="*/ 996463 h 997989"/>
                <a:gd name="connsiteX2-383" fmla="*/ 287364 w 924828"/>
                <a:gd name="connsiteY2-384" fmla="*/ 912630 h 997989"/>
                <a:gd name="connsiteX3-385" fmla="*/ 14486 w 924828"/>
                <a:gd name="connsiteY3-386" fmla="*/ 687861 h 997989"/>
                <a:gd name="connsiteX4-387" fmla="*/ 41353 w 924828"/>
                <a:gd name="connsiteY4-388" fmla="*/ 345939 h 997989"/>
                <a:gd name="connsiteX5-389" fmla="*/ 273253 w 924828"/>
                <a:gd name="connsiteY5-390" fmla="*/ 82062 h 997989"/>
                <a:gd name="connsiteX6-391" fmla="*/ 610296 w 924828"/>
                <a:gd name="connsiteY6-392" fmla="*/ 1171 h 997989"/>
                <a:gd name="connsiteX7-393" fmla="*/ 880251 w 924828"/>
                <a:gd name="connsiteY7-394" fmla="*/ 93002 h 997989"/>
                <a:gd name="connsiteX8-395" fmla="*/ 775241 w 924828"/>
                <a:gd name="connsiteY8-396" fmla="*/ 345589 h 997989"/>
                <a:gd name="connsiteX9-397" fmla="*/ 724808 w 924828"/>
                <a:gd name="connsiteY9-398" fmla="*/ 612175 h 997989"/>
                <a:gd name="connsiteX10-399" fmla="*/ 924828 w 924828"/>
                <a:gd name="connsiteY10-400" fmla="*/ 866236 h 997989"/>
                <a:gd name="connsiteX0-401" fmla="*/ 924828 w 924828"/>
                <a:gd name="connsiteY0-402" fmla="*/ 866236 h 997989"/>
                <a:gd name="connsiteX1-403" fmla="*/ 679653 w 924828"/>
                <a:gd name="connsiteY1-404" fmla="*/ 996463 h 997989"/>
                <a:gd name="connsiteX2-405" fmla="*/ 287364 w 924828"/>
                <a:gd name="connsiteY2-406" fmla="*/ 912630 h 997989"/>
                <a:gd name="connsiteX3-407" fmla="*/ 14486 w 924828"/>
                <a:gd name="connsiteY3-408" fmla="*/ 687861 h 997989"/>
                <a:gd name="connsiteX4-409" fmla="*/ 41353 w 924828"/>
                <a:gd name="connsiteY4-410" fmla="*/ 345939 h 997989"/>
                <a:gd name="connsiteX5-411" fmla="*/ 273253 w 924828"/>
                <a:gd name="connsiteY5-412" fmla="*/ 82062 h 997989"/>
                <a:gd name="connsiteX6-413" fmla="*/ 610296 w 924828"/>
                <a:gd name="connsiteY6-414" fmla="*/ 1171 h 997989"/>
                <a:gd name="connsiteX7-415" fmla="*/ 880251 w 924828"/>
                <a:gd name="connsiteY7-416" fmla="*/ 93002 h 997989"/>
                <a:gd name="connsiteX8-417" fmla="*/ 775241 w 924828"/>
                <a:gd name="connsiteY8-418" fmla="*/ 345589 h 997989"/>
                <a:gd name="connsiteX9-419" fmla="*/ 724808 w 924828"/>
                <a:gd name="connsiteY9-420" fmla="*/ 612175 h 997989"/>
                <a:gd name="connsiteX10-421" fmla="*/ 924828 w 924828"/>
                <a:gd name="connsiteY10-422" fmla="*/ 866236 h 997989"/>
                <a:gd name="connsiteX0-423" fmla="*/ 935892 w 935892"/>
                <a:gd name="connsiteY0-424" fmla="*/ 866236 h 997989"/>
                <a:gd name="connsiteX1-425" fmla="*/ 690717 w 935892"/>
                <a:gd name="connsiteY1-426" fmla="*/ 996463 h 997989"/>
                <a:gd name="connsiteX2-427" fmla="*/ 298428 w 935892"/>
                <a:gd name="connsiteY2-428" fmla="*/ 912630 h 997989"/>
                <a:gd name="connsiteX3-429" fmla="*/ 25550 w 935892"/>
                <a:gd name="connsiteY3-430" fmla="*/ 687861 h 997989"/>
                <a:gd name="connsiteX4-431" fmla="*/ 19427 w 935892"/>
                <a:gd name="connsiteY4-432" fmla="*/ 345939 h 997989"/>
                <a:gd name="connsiteX5-433" fmla="*/ 284317 w 935892"/>
                <a:gd name="connsiteY5-434" fmla="*/ 82062 h 997989"/>
                <a:gd name="connsiteX6-435" fmla="*/ 621360 w 935892"/>
                <a:gd name="connsiteY6-436" fmla="*/ 1171 h 997989"/>
                <a:gd name="connsiteX7-437" fmla="*/ 891315 w 935892"/>
                <a:gd name="connsiteY7-438" fmla="*/ 93002 h 997989"/>
                <a:gd name="connsiteX8-439" fmla="*/ 786305 w 935892"/>
                <a:gd name="connsiteY8-440" fmla="*/ 345589 h 997989"/>
                <a:gd name="connsiteX9-441" fmla="*/ 735872 w 935892"/>
                <a:gd name="connsiteY9-442" fmla="*/ 612175 h 997989"/>
                <a:gd name="connsiteX10-443" fmla="*/ 935892 w 935892"/>
                <a:gd name="connsiteY10-444" fmla="*/ 866236 h 997989"/>
                <a:gd name="connsiteX0-445" fmla="*/ 949384 w 949384"/>
                <a:gd name="connsiteY0-446" fmla="*/ 866236 h 997989"/>
                <a:gd name="connsiteX1-447" fmla="*/ 704209 w 949384"/>
                <a:gd name="connsiteY1-448" fmla="*/ 996463 h 997989"/>
                <a:gd name="connsiteX2-449" fmla="*/ 311920 w 949384"/>
                <a:gd name="connsiteY2-450" fmla="*/ 912630 h 997989"/>
                <a:gd name="connsiteX3-451" fmla="*/ 39042 w 949384"/>
                <a:gd name="connsiteY3-452" fmla="*/ 687861 h 997989"/>
                <a:gd name="connsiteX4-453" fmla="*/ 32919 w 949384"/>
                <a:gd name="connsiteY4-454" fmla="*/ 345939 h 997989"/>
                <a:gd name="connsiteX5-455" fmla="*/ 297809 w 949384"/>
                <a:gd name="connsiteY5-456" fmla="*/ 82062 h 997989"/>
                <a:gd name="connsiteX6-457" fmla="*/ 634852 w 949384"/>
                <a:gd name="connsiteY6-458" fmla="*/ 1171 h 997989"/>
                <a:gd name="connsiteX7-459" fmla="*/ 904807 w 949384"/>
                <a:gd name="connsiteY7-460" fmla="*/ 93002 h 997989"/>
                <a:gd name="connsiteX8-461" fmla="*/ 799797 w 949384"/>
                <a:gd name="connsiteY8-462" fmla="*/ 345589 h 997989"/>
                <a:gd name="connsiteX9-463" fmla="*/ 749364 w 949384"/>
                <a:gd name="connsiteY9-464" fmla="*/ 612175 h 997989"/>
                <a:gd name="connsiteX10-465" fmla="*/ 949384 w 949384"/>
                <a:gd name="connsiteY10-466" fmla="*/ 866236 h 997989"/>
                <a:gd name="connsiteX0-467" fmla="*/ 949384 w 949384"/>
                <a:gd name="connsiteY0-468" fmla="*/ 866236 h 997989"/>
                <a:gd name="connsiteX1-469" fmla="*/ 704209 w 949384"/>
                <a:gd name="connsiteY1-470" fmla="*/ 996463 h 997989"/>
                <a:gd name="connsiteX2-471" fmla="*/ 311920 w 949384"/>
                <a:gd name="connsiteY2-472" fmla="*/ 912630 h 997989"/>
                <a:gd name="connsiteX3-473" fmla="*/ 39042 w 949384"/>
                <a:gd name="connsiteY3-474" fmla="*/ 687861 h 997989"/>
                <a:gd name="connsiteX4-475" fmla="*/ 32919 w 949384"/>
                <a:gd name="connsiteY4-476" fmla="*/ 345939 h 997989"/>
                <a:gd name="connsiteX5-477" fmla="*/ 297809 w 949384"/>
                <a:gd name="connsiteY5-478" fmla="*/ 82062 h 997989"/>
                <a:gd name="connsiteX6-479" fmla="*/ 634852 w 949384"/>
                <a:gd name="connsiteY6-480" fmla="*/ 1171 h 997989"/>
                <a:gd name="connsiteX7-481" fmla="*/ 904807 w 949384"/>
                <a:gd name="connsiteY7-482" fmla="*/ 93002 h 997989"/>
                <a:gd name="connsiteX8-483" fmla="*/ 799797 w 949384"/>
                <a:gd name="connsiteY8-484" fmla="*/ 345589 h 997989"/>
                <a:gd name="connsiteX9-485" fmla="*/ 749364 w 949384"/>
                <a:gd name="connsiteY9-486" fmla="*/ 612175 h 997989"/>
                <a:gd name="connsiteX10-487" fmla="*/ 949384 w 949384"/>
                <a:gd name="connsiteY10-488" fmla="*/ 866236 h 997989"/>
                <a:gd name="connsiteX0-489" fmla="*/ 866912 w 911428"/>
                <a:gd name="connsiteY0-490" fmla="*/ 866236 h 997989"/>
                <a:gd name="connsiteX1-491" fmla="*/ 704209 w 911428"/>
                <a:gd name="connsiteY1-492" fmla="*/ 996463 h 997989"/>
                <a:gd name="connsiteX2-493" fmla="*/ 311920 w 911428"/>
                <a:gd name="connsiteY2-494" fmla="*/ 912630 h 997989"/>
                <a:gd name="connsiteX3-495" fmla="*/ 39042 w 911428"/>
                <a:gd name="connsiteY3-496" fmla="*/ 687861 h 997989"/>
                <a:gd name="connsiteX4-497" fmla="*/ 32919 w 911428"/>
                <a:gd name="connsiteY4-498" fmla="*/ 345939 h 997989"/>
                <a:gd name="connsiteX5-499" fmla="*/ 297809 w 911428"/>
                <a:gd name="connsiteY5-500" fmla="*/ 82062 h 997989"/>
                <a:gd name="connsiteX6-501" fmla="*/ 634852 w 911428"/>
                <a:gd name="connsiteY6-502" fmla="*/ 1171 h 997989"/>
                <a:gd name="connsiteX7-503" fmla="*/ 904807 w 911428"/>
                <a:gd name="connsiteY7-504" fmla="*/ 93002 h 997989"/>
                <a:gd name="connsiteX8-505" fmla="*/ 799797 w 911428"/>
                <a:gd name="connsiteY8-506" fmla="*/ 345589 h 997989"/>
                <a:gd name="connsiteX9-507" fmla="*/ 749364 w 911428"/>
                <a:gd name="connsiteY9-508" fmla="*/ 612175 h 997989"/>
                <a:gd name="connsiteX10-509" fmla="*/ 866912 w 911428"/>
                <a:gd name="connsiteY10-510" fmla="*/ 866236 h 997989"/>
                <a:gd name="connsiteX0-511" fmla="*/ 866912 w 911428"/>
                <a:gd name="connsiteY0-512" fmla="*/ 866236 h 997989"/>
                <a:gd name="connsiteX1-513" fmla="*/ 704209 w 911428"/>
                <a:gd name="connsiteY1-514" fmla="*/ 996463 h 997989"/>
                <a:gd name="connsiteX2-515" fmla="*/ 311920 w 911428"/>
                <a:gd name="connsiteY2-516" fmla="*/ 912630 h 997989"/>
                <a:gd name="connsiteX3-517" fmla="*/ 39042 w 911428"/>
                <a:gd name="connsiteY3-518" fmla="*/ 687861 h 997989"/>
                <a:gd name="connsiteX4-519" fmla="*/ 32919 w 911428"/>
                <a:gd name="connsiteY4-520" fmla="*/ 345939 h 997989"/>
                <a:gd name="connsiteX5-521" fmla="*/ 297809 w 911428"/>
                <a:gd name="connsiteY5-522" fmla="*/ 82062 h 997989"/>
                <a:gd name="connsiteX6-523" fmla="*/ 634852 w 911428"/>
                <a:gd name="connsiteY6-524" fmla="*/ 1171 h 997989"/>
                <a:gd name="connsiteX7-525" fmla="*/ 904807 w 911428"/>
                <a:gd name="connsiteY7-526" fmla="*/ 93002 h 997989"/>
                <a:gd name="connsiteX8-527" fmla="*/ 799797 w 911428"/>
                <a:gd name="connsiteY8-528" fmla="*/ 345589 h 997989"/>
                <a:gd name="connsiteX9-529" fmla="*/ 749364 w 911428"/>
                <a:gd name="connsiteY9-530" fmla="*/ 612175 h 997989"/>
                <a:gd name="connsiteX10-531" fmla="*/ 866912 w 911428"/>
                <a:gd name="connsiteY10-532" fmla="*/ 866236 h 997989"/>
                <a:gd name="connsiteX0-533" fmla="*/ 866912 w 911428"/>
                <a:gd name="connsiteY0-534" fmla="*/ 866236 h 969320"/>
                <a:gd name="connsiteX1-535" fmla="*/ 654726 w 911428"/>
                <a:gd name="connsiteY1-536" fmla="*/ 966513 h 969320"/>
                <a:gd name="connsiteX2-537" fmla="*/ 311920 w 911428"/>
                <a:gd name="connsiteY2-538" fmla="*/ 912630 h 969320"/>
                <a:gd name="connsiteX3-539" fmla="*/ 39042 w 911428"/>
                <a:gd name="connsiteY3-540" fmla="*/ 687861 h 969320"/>
                <a:gd name="connsiteX4-541" fmla="*/ 32919 w 911428"/>
                <a:gd name="connsiteY4-542" fmla="*/ 345939 h 969320"/>
                <a:gd name="connsiteX5-543" fmla="*/ 297809 w 911428"/>
                <a:gd name="connsiteY5-544" fmla="*/ 82062 h 969320"/>
                <a:gd name="connsiteX6-545" fmla="*/ 634852 w 911428"/>
                <a:gd name="connsiteY6-546" fmla="*/ 1171 h 969320"/>
                <a:gd name="connsiteX7-547" fmla="*/ 904807 w 911428"/>
                <a:gd name="connsiteY7-548" fmla="*/ 93002 h 969320"/>
                <a:gd name="connsiteX8-549" fmla="*/ 799797 w 911428"/>
                <a:gd name="connsiteY8-550" fmla="*/ 345589 h 969320"/>
                <a:gd name="connsiteX9-551" fmla="*/ 749364 w 911428"/>
                <a:gd name="connsiteY9-552" fmla="*/ 612175 h 969320"/>
                <a:gd name="connsiteX10-553" fmla="*/ 866912 w 911428"/>
                <a:gd name="connsiteY10-554" fmla="*/ 866236 h 969320"/>
                <a:gd name="connsiteX0-555" fmla="*/ 866912 w 922712"/>
                <a:gd name="connsiteY0-556" fmla="*/ 866001 h 969085"/>
                <a:gd name="connsiteX1-557" fmla="*/ 654726 w 922712"/>
                <a:gd name="connsiteY1-558" fmla="*/ 966278 h 969085"/>
                <a:gd name="connsiteX2-559" fmla="*/ 311920 w 922712"/>
                <a:gd name="connsiteY2-560" fmla="*/ 912395 h 969085"/>
                <a:gd name="connsiteX3-561" fmla="*/ 39042 w 922712"/>
                <a:gd name="connsiteY3-562" fmla="*/ 687626 h 969085"/>
                <a:gd name="connsiteX4-563" fmla="*/ 32919 w 922712"/>
                <a:gd name="connsiteY4-564" fmla="*/ 345704 h 969085"/>
                <a:gd name="connsiteX5-565" fmla="*/ 297809 w 922712"/>
                <a:gd name="connsiteY5-566" fmla="*/ 81827 h 969085"/>
                <a:gd name="connsiteX6-567" fmla="*/ 634852 w 922712"/>
                <a:gd name="connsiteY6-568" fmla="*/ 936 h 969085"/>
                <a:gd name="connsiteX7-569" fmla="*/ 904807 w 922712"/>
                <a:gd name="connsiteY7-570" fmla="*/ 92767 h 969085"/>
                <a:gd name="connsiteX8-571" fmla="*/ 890518 w 922712"/>
                <a:gd name="connsiteY8-572" fmla="*/ 233044 h 969085"/>
                <a:gd name="connsiteX9-573" fmla="*/ 799797 w 922712"/>
                <a:gd name="connsiteY9-574" fmla="*/ 345354 h 969085"/>
                <a:gd name="connsiteX10-575" fmla="*/ 749364 w 922712"/>
                <a:gd name="connsiteY10-576" fmla="*/ 611940 h 969085"/>
                <a:gd name="connsiteX11" fmla="*/ 866912 w 922712"/>
                <a:gd name="connsiteY11" fmla="*/ 866001 h 969085"/>
                <a:gd name="connsiteX0-577" fmla="*/ 866912 w 922712"/>
                <a:gd name="connsiteY0-578" fmla="*/ 843959 h 947043"/>
                <a:gd name="connsiteX1-579" fmla="*/ 654726 w 922712"/>
                <a:gd name="connsiteY1-580" fmla="*/ 944236 h 947043"/>
                <a:gd name="connsiteX2-581" fmla="*/ 311920 w 922712"/>
                <a:gd name="connsiteY2-582" fmla="*/ 890353 h 947043"/>
                <a:gd name="connsiteX3-583" fmla="*/ 39042 w 922712"/>
                <a:gd name="connsiteY3-584" fmla="*/ 665584 h 947043"/>
                <a:gd name="connsiteX4-585" fmla="*/ 32919 w 922712"/>
                <a:gd name="connsiteY4-586" fmla="*/ 323662 h 947043"/>
                <a:gd name="connsiteX5-587" fmla="*/ 297809 w 922712"/>
                <a:gd name="connsiteY5-588" fmla="*/ 59785 h 947043"/>
                <a:gd name="connsiteX6-589" fmla="*/ 651347 w 922712"/>
                <a:gd name="connsiteY6-590" fmla="*/ 1356 h 947043"/>
                <a:gd name="connsiteX7-591" fmla="*/ 904807 w 922712"/>
                <a:gd name="connsiteY7-592" fmla="*/ 70725 h 947043"/>
                <a:gd name="connsiteX8-593" fmla="*/ 890518 w 922712"/>
                <a:gd name="connsiteY8-594" fmla="*/ 211002 h 947043"/>
                <a:gd name="connsiteX9-595" fmla="*/ 799797 w 922712"/>
                <a:gd name="connsiteY9-596" fmla="*/ 323312 h 947043"/>
                <a:gd name="connsiteX10-597" fmla="*/ 749364 w 922712"/>
                <a:gd name="connsiteY10-598" fmla="*/ 589898 h 947043"/>
                <a:gd name="connsiteX11-599" fmla="*/ 866912 w 922712"/>
                <a:gd name="connsiteY11-600" fmla="*/ 843959 h 947043"/>
                <a:gd name="connsiteX0-601" fmla="*/ 866912 w 922712"/>
                <a:gd name="connsiteY0-602" fmla="*/ 858621 h 961705"/>
                <a:gd name="connsiteX1-603" fmla="*/ 654726 w 922712"/>
                <a:gd name="connsiteY1-604" fmla="*/ 958898 h 961705"/>
                <a:gd name="connsiteX2-605" fmla="*/ 311920 w 922712"/>
                <a:gd name="connsiteY2-606" fmla="*/ 905015 h 961705"/>
                <a:gd name="connsiteX3-607" fmla="*/ 39042 w 922712"/>
                <a:gd name="connsiteY3-608" fmla="*/ 680246 h 961705"/>
                <a:gd name="connsiteX4-609" fmla="*/ 32919 w 922712"/>
                <a:gd name="connsiteY4-610" fmla="*/ 338324 h 961705"/>
                <a:gd name="connsiteX5-611" fmla="*/ 297809 w 922712"/>
                <a:gd name="connsiteY5-612" fmla="*/ 74447 h 961705"/>
                <a:gd name="connsiteX6-613" fmla="*/ 568875 w 922712"/>
                <a:gd name="connsiteY6-614" fmla="*/ 1043 h 961705"/>
                <a:gd name="connsiteX7-615" fmla="*/ 904807 w 922712"/>
                <a:gd name="connsiteY7-616" fmla="*/ 85387 h 961705"/>
                <a:gd name="connsiteX8-617" fmla="*/ 890518 w 922712"/>
                <a:gd name="connsiteY8-618" fmla="*/ 225664 h 961705"/>
                <a:gd name="connsiteX9-619" fmla="*/ 799797 w 922712"/>
                <a:gd name="connsiteY9-620" fmla="*/ 337974 h 961705"/>
                <a:gd name="connsiteX10-621" fmla="*/ 749364 w 922712"/>
                <a:gd name="connsiteY10-622" fmla="*/ 604560 h 961705"/>
                <a:gd name="connsiteX11-623" fmla="*/ 866912 w 922712"/>
                <a:gd name="connsiteY11-624" fmla="*/ 858621 h 961705"/>
                <a:gd name="connsiteX0-625" fmla="*/ 866912 w 912474"/>
                <a:gd name="connsiteY0-626" fmla="*/ 859020 h 962104"/>
                <a:gd name="connsiteX1-627" fmla="*/ 654726 w 912474"/>
                <a:gd name="connsiteY1-628" fmla="*/ 959297 h 962104"/>
                <a:gd name="connsiteX2-629" fmla="*/ 311920 w 912474"/>
                <a:gd name="connsiteY2-630" fmla="*/ 905414 h 962104"/>
                <a:gd name="connsiteX3-631" fmla="*/ 39042 w 912474"/>
                <a:gd name="connsiteY3-632" fmla="*/ 680645 h 962104"/>
                <a:gd name="connsiteX4-633" fmla="*/ 32919 w 912474"/>
                <a:gd name="connsiteY4-634" fmla="*/ 338723 h 962104"/>
                <a:gd name="connsiteX5-635" fmla="*/ 297809 w 912474"/>
                <a:gd name="connsiteY5-636" fmla="*/ 74846 h 962104"/>
                <a:gd name="connsiteX6-637" fmla="*/ 568875 w 912474"/>
                <a:gd name="connsiteY6-638" fmla="*/ 1442 h 962104"/>
                <a:gd name="connsiteX7-639" fmla="*/ 904807 w 912474"/>
                <a:gd name="connsiteY7-640" fmla="*/ 85786 h 962104"/>
                <a:gd name="connsiteX8-641" fmla="*/ 799797 w 912474"/>
                <a:gd name="connsiteY8-642" fmla="*/ 338373 h 962104"/>
                <a:gd name="connsiteX9-643" fmla="*/ 749364 w 912474"/>
                <a:gd name="connsiteY9-644" fmla="*/ 604959 h 962104"/>
                <a:gd name="connsiteX10-645" fmla="*/ 866912 w 912474"/>
                <a:gd name="connsiteY10-646" fmla="*/ 859020 h 962104"/>
                <a:gd name="connsiteX0-647" fmla="*/ 866912 w 912474"/>
                <a:gd name="connsiteY0-648" fmla="*/ 861538 h 964622"/>
                <a:gd name="connsiteX1-649" fmla="*/ 654726 w 912474"/>
                <a:gd name="connsiteY1-650" fmla="*/ 961815 h 964622"/>
                <a:gd name="connsiteX2-651" fmla="*/ 311920 w 912474"/>
                <a:gd name="connsiteY2-652" fmla="*/ 907932 h 964622"/>
                <a:gd name="connsiteX3-653" fmla="*/ 39042 w 912474"/>
                <a:gd name="connsiteY3-654" fmla="*/ 683163 h 964622"/>
                <a:gd name="connsiteX4-655" fmla="*/ 32919 w 912474"/>
                <a:gd name="connsiteY4-656" fmla="*/ 341241 h 964622"/>
                <a:gd name="connsiteX5-657" fmla="*/ 297809 w 912474"/>
                <a:gd name="connsiteY5-658" fmla="*/ 77364 h 964622"/>
                <a:gd name="connsiteX6-659" fmla="*/ 568875 w 912474"/>
                <a:gd name="connsiteY6-660" fmla="*/ 3960 h 964622"/>
                <a:gd name="connsiteX7-661" fmla="*/ 904807 w 912474"/>
                <a:gd name="connsiteY7-662" fmla="*/ 88304 h 964622"/>
                <a:gd name="connsiteX8-663" fmla="*/ 799797 w 912474"/>
                <a:gd name="connsiteY8-664" fmla="*/ 340891 h 964622"/>
                <a:gd name="connsiteX9-665" fmla="*/ 749364 w 912474"/>
                <a:gd name="connsiteY9-666" fmla="*/ 607477 h 964622"/>
                <a:gd name="connsiteX10-667" fmla="*/ 866912 w 912474"/>
                <a:gd name="connsiteY10-668" fmla="*/ 861538 h 964622"/>
                <a:gd name="connsiteX0-669" fmla="*/ 866912 w 943348"/>
                <a:gd name="connsiteY0-670" fmla="*/ 861538 h 964622"/>
                <a:gd name="connsiteX1-671" fmla="*/ 654726 w 943348"/>
                <a:gd name="connsiteY1-672" fmla="*/ 961815 h 964622"/>
                <a:gd name="connsiteX2-673" fmla="*/ 311920 w 943348"/>
                <a:gd name="connsiteY2-674" fmla="*/ 907932 h 964622"/>
                <a:gd name="connsiteX3-675" fmla="*/ 39042 w 943348"/>
                <a:gd name="connsiteY3-676" fmla="*/ 683163 h 964622"/>
                <a:gd name="connsiteX4-677" fmla="*/ 32919 w 943348"/>
                <a:gd name="connsiteY4-678" fmla="*/ 341241 h 964622"/>
                <a:gd name="connsiteX5-679" fmla="*/ 297809 w 943348"/>
                <a:gd name="connsiteY5-680" fmla="*/ 77364 h 964622"/>
                <a:gd name="connsiteX6-681" fmla="*/ 568875 w 943348"/>
                <a:gd name="connsiteY6-682" fmla="*/ 3960 h 964622"/>
                <a:gd name="connsiteX7-683" fmla="*/ 904807 w 943348"/>
                <a:gd name="connsiteY7-684" fmla="*/ 88304 h 964622"/>
                <a:gd name="connsiteX8-685" fmla="*/ 799797 w 943348"/>
                <a:gd name="connsiteY8-686" fmla="*/ 340891 h 964622"/>
                <a:gd name="connsiteX9-687" fmla="*/ 749364 w 943348"/>
                <a:gd name="connsiteY9-688" fmla="*/ 607477 h 964622"/>
                <a:gd name="connsiteX10-689" fmla="*/ 866912 w 943348"/>
                <a:gd name="connsiteY10-690" fmla="*/ 861538 h 964622"/>
                <a:gd name="connsiteX0-691" fmla="*/ 866912 w 943348"/>
                <a:gd name="connsiteY0-692" fmla="*/ 861538 h 964622"/>
                <a:gd name="connsiteX1-693" fmla="*/ 654726 w 943348"/>
                <a:gd name="connsiteY1-694" fmla="*/ 961815 h 964622"/>
                <a:gd name="connsiteX2-695" fmla="*/ 311920 w 943348"/>
                <a:gd name="connsiteY2-696" fmla="*/ 907932 h 964622"/>
                <a:gd name="connsiteX3-697" fmla="*/ 39042 w 943348"/>
                <a:gd name="connsiteY3-698" fmla="*/ 683163 h 964622"/>
                <a:gd name="connsiteX4-699" fmla="*/ 32919 w 943348"/>
                <a:gd name="connsiteY4-700" fmla="*/ 341241 h 964622"/>
                <a:gd name="connsiteX5-701" fmla="*/ 297809 w 943348"/>
                <a:gd name="connsiteY5-702" fmla="*/ 77364 h 964622"/>
                <a:gd name="connsiteX6-703" fmla="*/ 568875 w 943348"/>
                <a:gd name="connsiteY6-704" fmla="*/ 3960 h 964622"/>
                <a:gd name="connsiteX7-705" fmla="*/ 904807 w 943348"/>
                <a:gd name="connsiteY7-706" fmla="*/ 88304 h 964622"/>
                <a:gd name="connsiteX8-707" fmla="*/ 799797 w 943348"/>
                <a:gd name="connsiteY8-708" fmla="*/ 340891 h 964622"/>
                <a:gd name="connsiteX9-709" fmla="*/ 749364 w 943348"/>
                <a:gd name="connsiteY9-710" fmla="*/ 585015 h 964622"/>
                <a:gd name="connsiteX10-711" fmla="*/ 866912 w 943348"/>
                <a:gd name="connsiteY10-712" fmla="*/ 861538 h 964622"/>
                <a:gd name="connsiteX0-713" fmla="*/ 866912 w 934777"/>
                <a:gd name="connsiteY0-714" fmla="*/ 861538 h 964622"/>
                <a:gd name="connsiteX1-715" fmla="*/ 654726 w 934777"/>
                <a:gd name="connsiteY1-716" fmla="*/ 961815 h 964622"/>
                <a:gd name="connsiteX2-717" fmla="*/ 311920 w 934777"/>
                <a:gd name="connsiteY2-718" fmla="*/ 907932 h 964622"/>
                <a:gd name="connsiteX3-719" fmla="*/ 39042 w 934777"/>
                <a:gd name="connsiteY3-720" fmla="*/ 683163 h 964622"/>
                <a:gd name="connsiteX4-721" fmla="*/ 32919 w 934777"/>
                <a:gd name="connsiteY4-722" fmla="*/ 341241 h 964622"/>
                <a:gd name="connsiteX5-723" fmla="*/ 297809 w 934777"/>
                <a:gd name="connsiteY5-724" fmla="*/ 77364 h 964622"/>
                <a:gd name="connsiteX6-725" fmla="*/ 568875 w 934777"/>
                <a:gd name="connsiteY6-726" fmla="*/ 3960 h 964622"/>
                <a:gd name="connsiteX7-727" fmla="*/ 904807 w 934777"/>
                <a:gd name="connsiteY7-728" fmla="*/ 88304 h 964622"/>
                <a:gd name="connsiteX8-729" fmla="*/ 717325 w 934777"/>
                <a:gd name="connsiteY8-730" fmla="*/ 423252 h 964622"/>
                <a:gd name="connsiteX9-731" fmla="*/ 749364 w 934777"/>
                <a:gd name="connsiteY9-732" fmla="*/ 585015 h 964622"/>
                <a:gd name="connsiteX10-733" fmla="*/ 866912 w 934777"/>
                <a:gd name="connsiteY10-734" fmla="*/ 861538 h 964622"/>
                <a:gd name="connsiteX0-735" fmla="*/ 866912 w 908207"/>
                <a:gd name="connsiteY0-736" fmla="*/ 861538 h 964622"/>
                <a:gd name="connsiteX1-737" fmla="*/ 654726 w 908207"/>
                <a:gd name="connsiteY1-738" fmla="*/ 961815 h 964622"/>
                <a:gd name="connsiteX2-739" fmla="*/ 311920 w 908207"/>
                <a:gd name="connsiteY2-740" fmla="*/ 907932 h 964622"/>
                <a:gd name="connsiteX3-741" fmla="*/ 39042 w 908207"/>
                <a:gd name="connsiteY3-742" fmla="*/ 683163 h 964622"/>
                <a:gd name="connsiteX4-743" fmla="*/ 32919 w 908207"/>
                <a:gd name="connsiteY4-744" fmla="*/ 341241 h 964622"/>
                <a:gd name="connsiteX5-745" fmla="*/ 297809 w 908207"/>
                <a:gd name="connsiteY5-746" fmla="*/ 77364 h 964622"/>
                <a:gd name="connsiteX6-747" fmla="*/ 568875 w 908207"/>
                <a:gd name="connsiteY6-748" fmla="*/ 3960 h 964622"/>
                <a:gd name="connsiteX7-749" fmla="*/ 904807 w 908207"/>
                <a:gd name="connsiteY7-750" fmla="*/ 88304 h 964622"/>
                <a:gd name="connsiteX8-751" fmla="*/ 749364 w 908207"/>
                <a:gd name="connsiteY8-752" fmla="*/ 585015 h 964622"/>
                <a:gd name="connsiteX9-753" fmla="*/ 866912 w 908207"/>
                <a:gd name="connsiteY9-754" fmla="*/ 861538 h 964622"/>
                <a:gd name="connsiteX0-755" fmla="*/ 866912 w 907376"/>
                <a:gd name="connsiteY0-756" fmla="*/ 861538 h 964622"/>
                <a:gd name="connsiteX1-757" fmla="*/ 654726 w 907376"/>
                <a:gd name="connsiteY1-758" fmla="*/ 961815 h 964622"/>
                <a:gd name="connsiteX2-759" fmla="*/ 311920 w 907376"/>
                <a:gd name="connsiteY2-760" fmla="*/ 907932 h 964622"/>
                <a:gd name="connsiteX3-761" fmla="*/ 39042 w 907376"/>
                <a:gd name="connsiteY3-762" fmla="*/ 683163 h 964622"/>
                <a:gd name="connsiteX4-763" fmla="*/ 32919 w 907376"/>
                <a:gd name="connsiteY4-764" fmla="*/ 341241 h 964622"/>
                <a:gd name="connsiteX5-765" fmla="*/ 297809 w 907376"/>
                <a:gd name="connsiteY5-766" fmla="*/ 77364 h 964622"/>
                <a:gd name="connsiteX6-767" fmla="*/ 568875 w 907376"/>
                <a:gd name="connsiteY6-768" fmla="*/ 3960 h 964622"/>
                <a:gd name="connsiteX7-769" fmla="*/ 904807 w 907376"/>
                <a:gd name="connsiteY7-770" fmla="*/ 88304 h 964622"/>
                <a:gd name="connsiteX8-771" fmla="*/ 749364 w 907376"/>
                <a:gd name="connsiteY8-772" fmla="*/ 585015 h 964622"/>
                <a:gd name="connsiteX9-773" fmla="*/ 866912 w 907376"/>
                <a:gd name="connsiteY9-774" fmla="*/ 861538 h 964622"/>
                <a:gd name="connsiteX0-775" fmla="*/ 866912 w 907376"/>
                <a:gd name="connsiteY0-776" fmla="*/ 861538 h 964622"/>
                <a:gd name="connsiteX1-777" fmla="*/ 654726 w 907376"/>
                <a:gd name="connsiteY1-778" fmla="*/ 961815 h 964622"/>
                <a:gd name="connsiteX2-779" fmla="*/ 311920 w 907376"/>
                <a:gd name="connsiteY2-780" fmla="*/ 907932 h 964622"/>
                <a:gd name="connsiteX3-781" fmla="*/ 39042 w 907376"/>
                <a:gd name="connsiteY3-782" fmla="*/ 683163 h 964622"/>
                <a:gd name="connsiteX4-783" fmla="*/ 32919 w 907376"/>
                <a:gd name="connsiteY4-784" fmla="*/ 341241 h 964622"/>
                <a:gd name="connsiteX5-785" fmla="*/ 297809 w 907376"/>
                <a:gd name="connsiteY5-786" fmla="*/ 77364 h 964622"/>
                <a:gd name="connsiteX6-787" fmla="*/ 568875 w 907376"/>
                <a:gd name="connsiteY6-788" fmla="*/ 3960 h 964622"/>
                <a:gd name="connsiteX7-789" fmla="*/ 904807 w 907376"/>
                <a:gd name="connsiteY7-790" fmla="*/ 88304 h 964622"/>
                <a:gd name="connsiteX8-791" fmla="*/ 749364 w 907376"/>
                <a:gd name="connsiteY8-792" fmla="*/ 585015 h 964622"/>
                <a:gd name="connsiteX9-793" fmla="*/ 866912 w 907376"/>
                <a:gd name="connsiteY9-794" fmla="*/ 861538 h 964622"/>
                <a:gd name="connsiteX0-795" fmla="*/ 866912 w 909155"/>
                <a:gd name="connsiteY0-796" fmla="*/ 861538 h 964622"/>
                <a:gd name="connsiteX1-797" fmla="*/ 654726 w 909155"/>
                <a:gd name="connsiteY1-798" fmla="*/ 961815 h 964622"/>
                <a:gd name="connsiteX2-799" fmla="*/ 311920 w 909155"/>
                <a:gd name="connsiteY2-800" fmla="*/ 907932 h 964622"/>
                <a:gd name="connsiteX3-801" fmla="*/ 39042 w 909155"/>
                <a:gd name="connsiteY3-802" fmla="*/ 683163 h 964622"/>
                <a:gd name="connsiteX4-803" fmla="*/ 32919 w 909155"/>
                <a:gd name="connsiteY4-804" fmla="*/ 341241 h 964622"/>
                <a:gd name="connsiteX5-805" fmla="*/ 297809 w 909155"/>
                <a:gd name="connsiteY5-806" fmla="*/ 77364 h 964622"/>
                <a:gd name="connsiteX6-807" fmla="*/ 568875 w 909155"/>
                <a:gd name="connsiteY6-808" fmla="*/ 3960 h 964622"/>
                <a:gd name="connsiteX7-809" fmla="*/ 904807 w 909155"/>
                <a:gd name="connsiteY7-810" fmla="*/ 88304 h 964622"/>
                <a:gd name="connsiteX8-811" fmla="*/ 856579 w 909155"/>
                <a:gd name="connsiteY8-812" fmla="*/ 629939 h 964622"/>
                <a:gd name="connsiteX9-813" fmla="*/ 866912 w 909155"/>
                <a:gd name="connsiteY9-814" fmla="*/ 861538 h 964622"/>
                <a:gd name="connsiteX0-815" fmla="*/ 866912 w 1039111"/>
                <a:gd name="connsiteY0-816" fmla="*/ 857982 h 961066"/>
                <a:gd name="connsiteX1-817" fmla="*/ 654726 w 1039111"/>
                <a:gd name="connsiteY1-818" fmla="*/ 958259 h 961066"/>
                <a:gd name="connsiteX2-819" fmla="*/ 311920 w 1039111"/>
                <a:gd name="connsiteY2-820" fmla="*/ 904376 h 961066"/>
                <a:gd name="connsiteX3-821" fmla="*/ 39042 w 1039111"/>
                <a:gd name="connsiteY3-822" fmla="*/ 679607 h 961066"/>
                <a:gd name="connsiteX4-823" fmla="*/ 32919 w 1039111"/>
                <a:gd name="connsiteY4-824" fmla="*/ 337685 h 961066"/>
                <a:gd name="connsiteX5-825" fmla="*/ 297809 w 1039111"/>
                <a:gd name="connsiteY5-826" fmla="*/ 73808 h 961066"/>
                <a:gd name="connsiteX6-827" fmla="*/ 568875 w 1039111"/>
                <a:gd name="connsiteY6-828" fmla="*/ 404 h 961066"/>
                <a:gd name="connsiteX7-829" fmla="*/ 1036763 w 1039111"/>
                <a:gd name="connsiteY7-830" fmla="*/ 241983 h 961066"/>
                <a:gd name="connsiteX8-831" fmla="*/ 856579 w 1039111"/>
                <a:gd name="connsiteY8-832" fmla="*/ 626383 h 961066"/>
                <a:gd name="connsiteX9-833" fmla="*/ 866912 w 1039111"/>
                <a:gd name="connsiteY9-834" fmla="*/ 857982 h 961066"/>
                <a:gd name="connsiteX0-835" fmla="*/ 866912 w 1039111"/>
                <a:gd name="connsiteY0-836" fmla="*/ 828122 h 931206"/>
                <a:gd name="connsiteX1-837" fmla="*/ 654726 w 1039111"/>
                <a:gd name="connsiteY1-838" fmla="*/ 928399 h 931206"/>
                <a:gd name="connsiteX2-839" fmla="*/ 311920 w 1039111"/>
                <a:gd name="connsiteY2-840" fmla="*/ 874516 h 931206"/>
                <a:gd name="connsiteX3-841" fmla="*/ 39042 w 1039111"/>
                <a:gd name="connsiteY3-842" fmla="*/ 649747 h 931206"/>
                <a:gd name="connsiteX4-843" fmla="*/ 32919 w 1039111"/>
                <a:gd name="connsiteY4-844" fmla="*/ 307825 h 931206"/>
                <a:gd name="connsiteX5-845" fmla="*/ 297809 w 1039111"/>
                <a:gd name="connsiteY5-846" fmla="*/ 43948 h 931206"/>
                <a:gd name="connsiteX6-847" fmla="*/ 684336 w 1039111"/>
                <a:gd name="connsiteY6-848" fmla="*/ 493 h 931206"/>
                <a:gd name="connsiteX7-849" fmla="*/ 1036763 w 1039111"/>
                <a:gd name="connsiteY7-850" fmla="*/ 212123 h 931206"/>
                <a:gd name="connsiteX8-851" fmla="*/ 856579 w 1039111"/>
                <a:gd name="connsiteY8-852" fmla="*/ 596523 h 931206"/>
                <a:gd name="connsiteX9-853" fmla="*/ 866912 w 1039111"/>
                <a:gd name="connsiteY9-854" fmla="*/ 828122 h 931206"/>
                <a:gd name="connsiteX0-855" fmla="*/ 866912 w 1039111"/>
                <a:gd name="connsiteY0-856" fmla="*/ 828122 h 931206"/>
                <a:gd name="connsiteX1-857" fmla="*/ 654726 w 1039111"/>
                <a:gd name="connsiteY1-858" fmla="*/ 928399 h 931206"/>
                <a:gd name="connsiteX2-859" fmla="*/ 311920 w 1039111"/>
                <a:gd name="connsiteY2-860" fmla="*/ 874516 h 931206"/>
                <a:gd name="connsiteX3-861" fmla="*/ 39042 w 1039111"/>
                <a:gd name="connsiteY3-862" fmla="*/ 649747 h 931206"/>
                <a:gd name="connsiteX4-863" fmla="*/ 32919 w 1039111"/>
                <a:gd name="connsiteY4-864" fmla="*/ 307825 h 931206"/>
                <a:gd name="connsiteX5-865" fmla="*/ 314304 w 1039111"/>
                <a:gd name="connsiteY5-866" fmla="*/ 66410 h 931206"/>
                <a:gd name="connsiteX6-867" fmla="*/ 684336 w 1039111"/>
                <a:gd name="connsiteY6-868" fmla="*/ 493 h 931206"/>
                <a:gd name="connsiteX7-869" fmla="*/ 1036763 w 1039111"/>
                <a:gd name="connsiteY7-870" fmla="*/ 212123 h 931206"/>
                <a:gd name="connsiteX8-871" fmla="*/ 856579 w 1039111"/>
                <a:gd name="connsiteY8-872" fmla="*/ 596523 h 931206"/>
                <a:gd name="connsiteX9-873" fmla="*/ 866912 w 1039111"/>
                <a:gd name="connsiteY9-874" fmla="*/ 828122 h 931206"/>
                <a:gd name="connsiteX0-875" fmla="*/ 866912 w 1039111"/>
                <a:gd name="connsiteY0-876" fmla="*/ 857981 h 961065"/>
                <a:gd name="connsiteX1-877" fmla="*/ 654726 w 1039111"/>
                <a:gd name="connsiteY1-878" fmla="*/ 958258 h 961065"/>
                <a:gd name="connsiteX2-879" fmla="*/ 311920 w 1039111"/>
                <a:gd name="connsiteY2-880" fmla="*/ 904375 h 961065"/>
                <a:gd name="connsiteX3-881" fmla="*/ 39042 w 1039111"/>
                <a:gd name="connsiteY3-882" fmla="*/ 679606 h 961065"/>
                <a:gd name="connsiteX4-883" fmla="*/ 32919 w 1039111"/>
                <a:gd name="connsiteY4-884" fmla="*/ 337684 h 961065"/>
                <a:gd name="connsiteX5-885" fmla="*/ 314304 w 1039111"/>
                <a:gd name="connsiteY5-886" fmla="*/ 96269 h 961065"/>
                <a:gd name="connsiteX6-887" fmla="*/ 684336 w 1039111"/>
                <a:gd name="connsiteY6-888" fmla="*/ 403 h 961065"/>
                <a:gd name="connsiteX7-889" fmla="*/ 1036763 w 1039111"/>
                <a:gd name="connsiteY7-890" fmla="*/ 241982 h 961065"/>
                <a:gd name="connsiteX8-891" fmla="*/ 856579 w 1039111"/>
                <a:gd name="connsiteY8-892" fmla="*/ 626382 h 961065"/>
                <a:gd name="connsiteX9-893" fmla="*/ 866912 w 1039111"/>
                <a:gd name="connsiteY9-894" fmla="*/ 857981 h 961065"/>
                <a:gd name="connsiteX0-895" fmla="*/ 866912 w 1039111"/>
                <a:gd name="connsiteY0-896" fmla="*/ 861754 h 964838"/>
                <a:gd name="connsiteX1-897" fmla="*/ 654726 w 1039111"/>
                <a:gd name="connsiteY1-898" fmla="*/ 962031 h 964838"/>
                <a:gd name="connsiteX2-899" fmla="*/ 311920 w 1039111"/>
                <a:gd name="connsiteY2-900" fmla="*/ 908148 h 964838"/>
                <a:gd name="connsiteX3-901" fmla="*/ 39042 w 1039111"/>
                <a:gd name="connsiteY3-902" fmla="*/ 683379 h 964838"/>
                <a:gd name="connsiteX4-903" fmla="*/ 32919 w 1039111"/>
                <a:gd name="connsiteY4-904" fmla="*/ 341457 h 964838"/>
                <a:gd name="connsiteX5-905" fmla="*/ 314304 w 1039111"/>
                <a:gd name="connsiteY5-906" fmla="*/ 100042 h 964838"/>
                <a:gd name="connsiteX6-907" fmla="*/ 684336 w 1039111"/>
                <a:gd name="connsiteY6-908" fmla="*/ 4176 h 964838"/>
                <a:gd name="connsiteX7-909" fmla="*/ 1036763 w 1039111"/>
                <a:gd name="connsiteY7-910" fmla="*/ 245755 h 964838"/>
                <a:gd name="connsiteX8-911" fmla="*/ 856579 w 1039111"/>
                <a:gd name="connsiteY8-912" fmla="*/ 630155 h 964838"/>
                <a:gd name="connsiteX9-913" fmla="*/ 866912 w 1039111"/>
                <a:gd name="connsiteY9-914" fmla="*/ 861754 h 964838"/>
                <a:gd name="connsiteX0-915" fmla="*/ 866912 w 1039111"/>
                <a:gd name="connsiteY0-916" fmla="*/ 861754 h 964838"/>
                <a:gd name="connsiteX1-917" fmla="*/ 654726 w 1039111"/>
                <a:gd name="connsiteY1-918" fmla="*/ 962031 h 964838"/>
                <a:gd name="connsiteX2-919" fmla="*/ 311920 w 1039111"/>
                <a:gd name="connsiteY2-920" fmla="*/ 908148 h 964838"/>
                <a:gd name="connsiteX3-921" fmla="*/ 39042 w 1039111"/>
                <a:gd name="connsiteY3-922" fmla="*/ 683379 h 964838"/>
                <a:gd name="connsiteX4-923" fmla="*/ 32919 w 1039111"/>
                <a:gd name="connsiteY4-924" fmla="*/ 341457 h 964838"/>
                <a:gd name="connsiteX5-925" fmla="*/ 314304 w 1039111"/>
                <a:gd name="connsiteY5-926" fmla="*/ 100042 h 964838"/>
                <a:gd name="connsiteX6-927" fmla="*/ 684336 w 1039111"/>
                <a:gd name="connsiteY6-928" fmla="*/ 4176 h 964838"/>
                <a:gd name="connsiteX7-929" fmla="*/ 1036763 w 1039111"/>
                <a:gd name="connsiteY7-930" fmla="*/ 245755 h 964838"/>
                <a:gd name="connsiteX8-931" fmla="*/ 856579 w 1039111"/>
                <a:gd name="connsiteY8-932" fmla="*/ 630155 h 964838"/>
                <a:gd name="connsiteX9-933" fmla="*/ 866912 w 1039111"/>
                <a:gd name="connsiteY9-934" fmla="*/ 861754 h 964838"/>
                <a:gd name="connsiteX0-935" fmla="*/ 866912 w 1039111"/>
                <a:gd name="connsiteY0-936" fmla="*/ 864167 h 967251"/>
                <a:gd name="connsiteX1-937" fmla="*/ 654726 w 1039111"/>
                <a:gd name="connsiteY1-938" fmla="*/ 964444 h 967251"/>
                <a:gd name="connsiteX2-939" fmla="*/ 311920 w 1039111"/>
                <a:gd name="connsiteY2-940" fmla="*/ 910561 h 967251"/>
                <a:gd name="connsiteX3-941" fmla="*/ 39042 w 1039111"/>
                <a:gd name="connsiteY3-942" fmla="*/ 685792 h 967251"/>
                <a:gd name="connsiteX4-943" fmla="*/ 32919 w 1039111"/>
                <a:gd name="connsiteY4-944" fmla="*/ 343870 h 967251"/>
                <a:gd name="connsiteX5-945" fmla="*/ 273068 w 1039111"/>
                <a:gd name="connsiteY5-946" fmla="*/ 72506 h 967251"/>
                <a:gd name="connsiteX6-947" fmla="*/ 684336 w 1039111"/>
                <a:gd name="connsiteY6-948" fmla="*/ 6589 h 967251"/>
                <a:gd name="connsiteX7-949" fmla="*/ 1036763 w 1039111"/>
                <a:gd name="connsiteY7-950" fmla="*/ 248168 h 967251"/>
                <a:gd name="connsiteX8-951" fmla="*/ 856579 w 1039111"/>
                <a:gd name="connsiteY8-952" fmla="*/ 632568 h 967251"/>
                <a:gd name="connsiteX9-953" fmla="*/ 866912 w 1039111"/>
                <a:gd name="connsiteY9-954" fmla="*/ 864167 h 967251"/>
                <a:gd name="connsiteX0-955" fmla="*/ 866912 w 1039111"/>
                <a:gd name="connsiteY0-956" fmla="*/ 882202 h 985286"/>
                <a:gd name="connsiteX1-957" fmla="*/ 654726 w 1039111"/>
                <a:gd name="connsiteY1-958" fmla="*/ 982479 h 985286"/>
                <a:gd name="connsiteX2-959" fmla="*/ 311920 w 1039111"/>
                <a:gd name="connsiteY2-960" fmla="*/ 928596 h 985286"/>
                <a:gd name="connsiteX3-961" fmla="*/ 39042 w 1039111"/>
                <a:gd name="connsiteY3-962" fmla="*/ 703827 h 985286"/>
                <a:gd name="connsiteX4-963" fmla="*/ 32919 w 1039111"/>
                <a:gd name="connsiteY4-964" fmla="*/ 361905 h 985286"/>
                <a:gd name="connsiteX5-965" fmla="*/ 273068 w 1039111"/>
                <a:gd name="connsiteY5-966" fmla="*/ 90541 h 985286"/>
                <a:gd name="connsiteX6-967" fmla="*/ 684336 w 1039111"/>
                <a:gd name="connsiteY6-968" fmla="*/ 24624 h 985286"/>
                <a:gd name="connsiteX7-969" fmla="*/ 1036763 w 1039111"/>
                <a:gd name="connsiteY7-970" fmla="*/ 266203 h 985286"/>
                <a:gd name="connsiteX8-971" fmla="*/ 856579 w 1039111"/>
                <a:gd name="connsiteY8-972" fmla="*/ 650603 h 985286"/>
                <a:gd name="connsiteX9-973" fmla="*/ 866912 w 1039111"/>
                <a:gd name="connsiteY9-974" fmla="*/ 882202 h 985286"/>
                <a:gd name="connsiteX0-975" fmla="*/ 866912 w 1039111"/>
                <a:gd name="connsiteY0-976" fmla="*/ 882202 h 985286"/>
                <a:gd name="connsiteX1-977" fmla="*/ 654726 w 1039111"/>
                <a:gd name="connsiteY1-978" fmla="*/ 982479 h 985286"/>
                <a:gd name="connsiteX2-979" fmla="*/ 311920 w 1039111"/>
                <a:gd name="connsiteY2-980" fmla="*/ 928596 h 985286"/>
                <a:gd name="connsiteX3-981" fmla="*/ 39042 w 1039111"/>
                <a:gd name="connsiteY3-982" fmla="*/ 703827 h 985286"/>
                <a:gd name="connsiteX4-983" fmla="*/ 32919 w 1039111"/>
                <a:gd name="connsiteY4-984" fmla="*/ 361905 h 985286"/>
                <a:gd name="connsiteX5-985" fmla="*/ 273068 w 1039111"/>
                <a:gd name="connsiteY5-986" fmla="*/ 90541 h 985286"/>
                <a:gd name="connsiteX6-987" fmla="*/ 684336 w 1039111"/>
                <a:gd name="connsiteY6-988" fmla="*/ 24624 h 985286"/>
                <a:gd name="connsiteX7-989" fmla="*/ 1036763 w 1039111"/>
                <a:gd name="connsiteY7-990" fmla="*/ 266203 h 985286"/>
                <a:gd name="connsiteX8-991" fmla="*/ 856579 w 1039111"/>
                <a:gd name="connsiteY8-992" fmla="*/ 650603 h 985286"/>
                <a:gd name="connsiteX9-993" fmla="*/ 866912 w 1039111"/>
                <a:gd name="connsiteY9-994" fmla="*/ 882202 h 985286"/>
                <a:gd name="connsiteX0-995" fmla="*/ 911008 w 1083207"/>
                <a:gd name="connsiteY0-996" fmla="*/ 882202 h 985286"/>
                <a:gd name="connsiteX1-997" fmla="*/ 698822 w 1083207"/>
                <a:gd name="connsiteY1-998" fmla="*/ 982479 h 985286"/>
                <a:gd name="connsiteX2-999" fmla="*/ 356016 w 1083207"/>
                <a:gd name="connsiteY2-1000" fmla="*/ 928596 h 985286"/>
                <a:gd name="connsiteX3-1001" fmla="*/ 83138 w 1083207"/>
                <a:gd name="connsiteY3-1002" fmla="*/ 703827 h 985286"/>
                <a:gd name="connsiteX4-1003" fmla="*/ 19285 w 1083207"/>
                <a:gd name="connsiteY4-1004" fmla="*/ 406830 h 985286"/>
                <a:gd name="connsiteX5-1005" fmla="*/ 317164 w 1083207"/>
                <a:gd name="connsiteY5-1006" fmla="*/ 90541 h 985286"/>
                <a:gd name="connsiteX6-1007" fmla="*/ 728432 w 1083207"/>
                <a:gd name="connsiteY6-1008" fmla="*/ 24624 h 985286"/>
                <a:gd name="connsiteX7-1009" fmla="*/ 1080859 w 1083207"/>
                <a:gd name="connsiteY7-1010" fmla="*/ 266203 h 985286"/>
                <a:gd name="connsiteX8-1011" fmla="*/ 900675 w 1083207"/>
                <a:gd name="connsiteY8-1012" fmla="*/ 650603 h 985286"/>
                <a:gd name="connsiteX9-1013" fmla="*/ 911008 w 1083207"/>
                <a:gd name="connsiteY9-1014" fmla="*/ 882202 h 985286"/>
                <a:gd name="connsiteX0-1015" fmla="*/ 911008 w 1083207"/>
                <a:gd name="connsiteY0-1016" fmla="*/ 882202 h 985286"/>
                <a:gd name="connsiteX1-1017" fmla="*/ 698822 w 1083207"/>
                <a:gd name="connsiteY1-1018" fmla="*/ 982479 h 985286"/>
                <a:gd name="connsiteX2-1019" fmla="*/ 356016 w 1083207"/>
                <a:gd name="connsiteY2-1020" fmla="*/ 928596 h 985286"/>
                <a:gd name="connsiteX3-1021" fmla="*/ 83138 w 1083207"/>
                <a:gd name="connsiteY3-1022" fmla="*/ 703827 h 985286"/>
                <a:gd name="connsiteX4-1023" fmla="*/ 19285 w 1083207"/>
                <a:gd name="connsiteY4-1024" fmla="*/ 406830 h 985286"/>
                <a:gd name="connsiteX5-1025" fmla="*/ 317164 w 1083207"/>
                <a:gd name="connsiteY5-1026" fmla="*/ 90541 h 985286"/>
                <a:gd name="connsiteX6-1027" fmla="*/ 728432 w 1083207"/>
                <a:gd name="connsiteY6-1028" fmla="*/ 24624 h 985286"/>
                <a:gd name="connsiteX7-1029" fmla="*/ 1080859 w 1083207"/>
                <a:gd name="connsiteY7-1030" fmla="*/ 266203 h 985286"/>
                <a:gd name="connsiteX8-1031" fmla="*/ 900675 w 1083207"/>
                <a:gd name="connsiteY8-1032" fmla="*/ 650603 h 985286"/>
                <a:gd name="connsiteX9-1033" fmla="*/ 911008 w 1083207"/>
                <a:gd name="connsiteY9-1034" fmla="*/ 882202 h 985286"/>
                <a:gd name="connsiteX0-1035" fmla="*/ 914455 w 1086654"/>
                <a:gd name="connsiteY0-1036" fmla="*/ 882202 h 985286"/>
                <a:gd name="connsiteX1-1037" fmla="*/ 702269 w 1086654"/>
                <a:gd name="connsiteY1-1038" fmla="*/ 982479 h 985286"/>
                <a:gd name="connsiteX2-1039" fmla="*/ 359463 w 1086654"/>
                <a:gd name="connsiteY2-1040" fmla="*/ 928596 h 985286"/>
                <a:gd name="connsiteX3-1041" fmla="*/ 86585 w 1086654"/>
                <a:gd name="connsiteY3-1042" fmla="*/ 703827 h 985286"/>
                <a:gd name="connsiteX4-1043" fmla="*/ 22732 w 1086654"/>
                <a:gd name="connsiteY4-1044" fmla="*/ 406830 h 985286"/>
                <a:gd name="connsiteX5-1045" fmla="*/ 320611 w 1086654"/>
                <a:gd name="connsiteY5-1046" fmla="*/ 90541 h 985286"/>
                <a:gd name="connsiteX6-1047" fmla="*/ 731879 w 1086654"/>
                <a:gd name="connsiteY6-1048" fmla="*/ 24624 h 985286"/>
                <a:gd name="connsiteX7-1049" fmla="*/ 1084306 w 1086654"/>
                <a:gd name="connsiteY7-1050" fmla="*/ 266203 h 985286"/>
                <a:gd name="connsiteX8-1051" fmla="*/ 904122 w 1086654"/>
                <a:gd name="connsiteY8-1052" fmla="*/ 650603 h 985286"/>
                <a:gd name="connsiteX9-1053" fmla="*/ 914455 w 1086654"/>
                <a:gd name="connsiteY9-1054" fmla="*/ 882202 h 985286"/>
                <a:gd name="connsiteX0-1055" fmla="*/ 914455 w 1086654"/>
                <a:gd name="connsiteY0-1056" fmla="*/ 882202 h 985286"/>
                <a:gd name="connsiteX1-1057" fmla="*/ 702269 w 1086654"/>
                <a:gd name="connsiteY1-1058" fmla="*/ 982479 h 985286"/>
                <a:gd name="connsiteX2-1059" fmla="*/ 359463 w 1086654"/>
                <a:gd name="connsiteY2-1060" fmla="*/ 928596 h 985286"/>
                <a:gd name="connsiteX3-1061" fmla="*/ 86585 w 1086654"/>
                <a:gd name="connsiteY3-1062" fmla="*/ 703827 h 985286"/>
                <a:gd name="connsiteX4-1063" fmla="*/ 22732 w 1086654"/>
                <a:gd name="connsiteY4-1064" fmla="*/ 406830 h 985286"/>
                <a:gd name="connsiteX5-1065" fmla="*/ 320611 w 1086654"/>
                <a:gd name="connsiteY5-1066" fmla="*/ 90541 h 985286"/>
                <a:gd name="connsiteX6-1067" fmla="*/ 731879 w 1086654"/>
                <a:gd name="connsiteY6-1068" fmla="*/ 24624 h 985286"/>
                <a:gd name="connsiteX7-1069" fmla="*/ 1084306 w 1086654"/>
                <a:gd name="connsiteY7-1070" fmla="*/ 266203 h 985286"/>
                <a:gd name="connsiteX8-1071" fmla="*/ 904122 w 1086654"/>
                <a:gd name="connsiteY8-1072" fmla="*/ 650603 h 985286"/>
                <a:gd name="connsiteX9-1073" fmla="*/ 914455 w 1086654"/>
                <a:gd name="connsiteY9-1074" fmla="*/ 882202 h 985286"/>
                <a:gd name="connsiteX0-1075" fmla="*/ 891723 w 1063922"/>
                <a:gd name="connsiteY0-1076" fmla="*/ 882202 h 995803"/>
                <a:gd name="connsiteX1-1077" fmla="*/ 679537 w 1063922"/>
                <a:gd name="connsiteY1-1078" fmla="*/ 982479 h 995803"/>
                <a:gd name="connsiteX2-1079" fmla="*/ 336731 w 1063922"/>
                <a:gd name="connsiteY2-1080" fmla="*/ 928596 h 995803"/>
                <a:gd name="connsiteX3-1081" fmla="*/ 0 w 1063922"/>
                <a:gd name="connsiteY3-1082" fmla="*/ 406830 h 995803"/>
                <a:gd name="connsiteX4-1083" fmla="*/ 297879 w 1063922"/>
                <a:gd name="connsiteY4-1084" fmla="*/ 90541 h 995803"/>
                <a:gd name="connsiteX5-1085" fmla="*/ 709147 w 1063922"/>
                <a:gd name="connsiteY5-1086" fmla="*/ 24624 h 995803"/>
                <a:gd name="connsiteX6-1087" fmla="*/ 1061574 w 1063922"/>
                <a:gd name="connsiteY6-1088" fmla="*/ 266203 h 995803"/>
                <a:gd name="connsiteX7-1089" fmla="*/ 881390 w 1063922"/>
                <a:gd name="connsiteY7-1090" fmla="*/ 650603 h 995803"/>
                <a:gd name="connsiteX8-1091" fmla="*/ 891723 w 1063922"/>
                <a:gd name="connsiteY8-1092" fmla="*/ 882202 h 995803"/>
                <a:gd name="connsiteX0-1093" fmla="*/ 891723 w 1063922"/>
                <a:gd name="connsiteY0-1094" fmla="*/ 882202 h 983779"/>
                <a:gd name="connsiteX1-1095" fmla="*/ 679537 w 1063922"/>
                <a:gd name="connsiteY1-1096" fmla="*/ 982479 h 983779"/>
                <a:gd name="connsiteX2-1097" fmla="*/ 204776 w 1063922"/>
                <a:gd name="connsiteY2-1098" fmla="*/ 846236 h 983779"/>
                <a:gd name="connsiteX3-1099" fmla="*/ 0 w 1063922"/>
                <a:gd name="connsiteY3-1100" fmla="*/ 406830 h 983779"/>
                <a:gd name="connsiteX4-1101" fmla="*/ 297879 w 1063922"/>
                <a:gd name="connsiteY4-1102" fmla="*/ 90541 h 983779"/>
                <a:gd name="connsiteX5-1103" fmla="*/ 709147 w 1063922"/>
                <a:gd name="connsiteY5-1104" fmla="*/ 24624 h 983779"/>
                <a:gd name="connsiteX6-1105" fmla="*/ 1061574 w 1063922"/>
                <a:gd name="connsiteY6-1106" fmla="*/ 266203 h 983779"/>
                <a:gd name="connsiteX7-1107" fmla="*/ 881390 w 1063922"/>
                <a:gd name="connsiteY7-1108" fmla="*/ 650603 h 983779"/>
                <a:gd name="connsiteX8-1109" fmla="*/ 891723 w 1063922"/>
                <a:gd name="connsiteY8-1110" fmla="*/ 882202 h 983779"/>
                <a:gd name="connsiteX0-1111" fmla="*/ 891723 w 1063922"/>
                <a:gd name="connsiteY0-1112" fmla="*/ 882202 h 985388"/>
                <a:gd name="connsiteX1-1113" fmla="*/ 679537 w 1063922"/>
                <a:gd name="connsiteY1-1114" fmla="*/ 982479 h 985388"/>
                <a:gd name="connsiteX2-1115" fmla="*/ 130551 w 1063922"/>
                <a:gd name="connsiteY2-1116" fmla="*/ 883672 h 985388"/>
                <a:gd name="connsiteX3-1117" fmla="*/ 0 w 1063922"/>
                <a:gd name="connsiteY3-1118" fmla="*/ 406830 h 985388"/>
                <a:gd name="connsiteX4-1119" fmla="*/ 297879 w 1063922"/>
                <a:gd name="connsiteY4-1120" fmla="*/ 90541 h 985388"/>
                <a:gd name="connsiteX5-1121" fmla="*/ 709147 w 1063922"/>
                <a:gd name="connsiteY5-1122" fmla="*/ 24624 h 985388"/>
                <a:gd name="connsiteX6-1123" fmla="*/ 1061574 w 1063922"/>
                <a:gd name="connsiteY6-1124" fmla="*/ 266203 h 985388"/>
                <a:gd name="connsiteX7-1125" fmla="*/ 881390 w 1063922"/>
                <a:gd name="connsiteY7-1126" fmla="*/ 650603 h 985388"/>
                <a:gd name="connsiteX8-1127" fmla="*/ 891723 w 1063922"/>
                <a:gd name="connsiteY8-1128" fmla="*/ 882202 h 985388"/>
                <a:gd name="connsiteX0-1129" fmla="*/ 924712 w 1096911"/>
                <a:gd name="connsiteY0-1130" fmla="*/ 882202 h 985388"/>
                <a:gd name="connsiteX1-1131" fmla="*/ 712526 w 1096911"/>
                <a:gd name="connsiteY1-1132" fmla="*/ 982479 h 985388"/>
                <a:gd name="connsiteX2-1133" fmla="*/ 163540 w 1096911"/>
                <a:gd name="connsiteY2-1134" fmla="*/ 883672 h 985388"/>
                <a:gd name="connsiteX3-1135" fmla="*/ 0 w 1096911"/>
                <a:gd name="connsiteY3-1136" fmla="*/ 406830 h 985388"/>
                <a:gd name="connsiteX4-1137" fmla="*/ 330868 w 1096911"/>
                <a:gd name="connsiteY4-1138" fmla="*/ 90541 h 985388"/>
                <a:gd name="connsiteX5-1139" fmla="*/ 742136 w 1096911"/>
                <a:gd name="connsiteY5-1140" fmla="*/ 24624 h 985388"/>
                <a:gd name="connsiteX6-1141" fmla="*/ 1094563 w 1096911"/>
                <a:gd name="connsiteY6-1142" fmla="*/ 266203 h 985388"/>
                <a:gd name="connsiteX7-1143" fmla="*/ 914379 w 1096911"/>
                <a:gd name="connsiteY7-1144" fmla="*/ 650603 h 985388"/>
                <a:gd name="connsiteX8-1145" fmla="*/ 924712 w 1096911"/>
                <a:gd name="connsiteY8-1146" fmla="*/ 882202 h 985388"/>
                <a:gd name="connsiteX0-1147" fmla="*/ 924712 w 1096911"/>
                <a:gd name="connsiteY0-1148" fmla="*/ 893543 h 996729"/>
                <a:gd name="connsiteX1-1149" fmla="*/ 712526 w 1096911"/>
                <a:gd name="connsiteY1-1150" fmla="*/ 993820 h 996729"/>
                <a:gd name="connsiteX2-1151" fmla="*/ 163540 w 1096911"/>
                <a:gd name="connsiteY2-1152" fmla="*/ 895013 h 996729"/>
                <a:gd name="connsiteX3-1153" fmla="*/ 0 w 1096911"/>
                <a:gd name="connsiteY3-1154" fmla="*/ 418171 h 996729"/>
                <a:gd name="connsiteX4-1155" fmla="*/ 297879 w 1096911"/>
                <a:gd name="connsiteY4-1156" fmla="*/ 79420 h 996729"/>
                <a:gd name="connsiteX5-1157" fmla="*/ 742136 w 1096911"/>
                <a:gd name="connsiteY5-1158" fmla="*/ 35965 h 996729"/>
                <a:gd name="connsiteX6-1159" fmla="*/ 1094563 w 1096911"/>
                <a:gd name="connsiteY6-1160" fmla="*/ 277544 h 996729"/>
                <a:gd name="connsiteX7-1161" fmla="*/ 914379 w 1096911"/>
                <a:gd name="connsiteY7-1162" fmla="*/ 661944 h 996729"/>
                <a:gd name="connsiteX8-1163" fmla="*/ 924712 w 1096911"/>
                <a:gd name="connsiteY8-1164" fmla="*/ 893543 h 996729"/>
                <a:gd name="connsiteX0-1165" fmla="*/ 924712 w 1096911"/>
                <a:gd name="connsiteY0-1166" fmla="*/ 893543 h 996729"/>
                <a:gd name="connsiteX1-1167" fmla="*/ 712526 w 1096911"/>
                <a:gd name="connsiteY1-1168" fmla="*/ 993820 h 996729"/>
                <a:gd name="connsiteX2-1169" fmla="*/ 163540 w 1096911"/>
                <a:gd name="connsiteY2-1170" fmla="*/ 895013 h 996729"/>
                <a:gd name="connsiteX3-1171" fmla="*/ 0 w 1096911"/>
                <a:gd name="connsiteY3-1172" fmla="*/ 418171 h 996729"/>
                <a:gd name="connsiteX4-1173" fmla="*/ 297879 w 1096911"/>
                <a:gd name="connsiteY4-1174" fmla="*/ 79420 h 996729"/>
                <a:gd name="connsiteX5-1175" fmla="*/ 742136 w 1096911"/>
                <a:gd name="connsiteY5-1176" fmla="*/ 35965 h 996729"/>
                <a:gd name="connsiteX6-1177" fmla="*/ 1094563 w 1096911"/>
                <a:gd name="connsiteY6-1178" fmla="*/ 277544 h 996729"/>
                <a:gd name="connsiteX7-1179" fmla="*/ 914379 w 1096911"/>
                <a:gd name="connsiteY7-1180" fmla="*/ 661944 h 996729"/>
                <a:gd name="connsiteX8-1181" fmla="*/ 924712 w 1096911"/>
                <a:gd name="connsiteY8-1182" fmla="*/ 893543 h 996729"/>
                <a:gd name="connsiteX0-1183" fmla="*/ 924712 w 1096143"/>
                <a:gd name="connsiteY0-1184" fmla="*/ 893543 h 996729"/>
                <a:gd name="connsiteX1-1185" fmla="*/ 712526 w 1096143"/>
                <a:gd name="connsiteY1-1186" fmla="*/ 993820 h 996729"/>
                <a:gd name="connsiteX2-1187" fmla="*/ 163540 w 1096143"/>
                <a:gd name="connsiteY2-1188" fmla="*/ 895013 h 996729"/>
                <a:gd name="connsiteX3-1189" fmla="*/ 0 w 1096143"/>
                <a:gd name="connsiteY3-1190" fmla="*/ 418171 h 996729"/>
                <a:gd name="connsiteX4-1191" fmla="*/ 297879 w 1096143"/>
                <a:gd name="connsiteY4-1192" fmla="*/ 79420 h 996729"/>
                <a:gd name="connsiteX5-1193" fmla="*/ 742136 w 1096143"/>
                <a:gd name="connsiteY5-1194" fmla="*/ 35965 h 996729"/>
                <a:gd name="connsiteX6-1195" fmla="*/ 1094563 w 1096143"/>
                <a:gd name="connsiteY6-1196" fmla="*/ 277544 h 996729"/>
                <a:gd name="connsiteX7-1197" fmla="*/ 774176 w 1096143"/>
                <a:gd name="connsiteY7-1198" fmla="*/ 639483 h 996729"/>
                <a:gd name="connsiteX8-1199" fmla="*/ 924712 w 1096143"/>
                <a:gd name="connsiteY8-1200" fmla="*/ 893543 h 996729"/>
                <a:gd name="connsiteX0-1201" fmla="*/ 924712 w 1096143"/>
                <a:gd name="connsiteY0-1202" fmla="*/ 896981 h 1000167"/>
                <a:gd name="connsiteX1-1203" fmla="*/ 712526 w 1096143"/>
                <a:gd name="connsiteY1-1204" fmla="*/ 997258 h 1000167"/>
                <a:gd name="connsiteX2-1205" fmla="*/ 163540 w 1096143"/>
                <a:gd name="connsiteY2-1206" fmla="*/ 898451 h 1000167"/>
                <a:gd name="connsiteX3-1207" fmla="*/ 0 w 1096143"/>
                <a:gd name="connsiteY3-1208" fmla="*/ 421609 h 1000167"/>
                <a:gd name="connsiteX4-1209" fmla="*/ 297879 w 1096143"/>
                <a:gd name="connsiteY4-1210" fmla="*/ 82858 h 1000167"/>
                <a:gd name="connsiteX5-1211" fmla="*/ 758631 w 1096143"/>
                <a:gd name="connsiteY5-1212" fmla="*/ 31916 h 1000167"/>
                <a:gd name="connsiteX6-1213" fmla="*/ 1094563 w 1096143"/>
                <a:gd name="connsiteY6-1214" fmla="*/ 280982 h 1000167"/>
                <a:gd name="connsiteX7-1215" fmla="*/ 774176 w 1096143"/>
                <a:gd name="connsiteY7-1216" fmla="*/ 642921 h 1000167"/>
                <a:gd name="connsiteX8-1217" fmla="*/ 924712 w 1096143"/>
                <a:gd name="connsiteY8-1218" fmla="*/ 896981 h 1000167"/>
                <a:gd name="connsiteX0-1219" fmla="*/ 924712 w 1096143"/>
                <a:gd name="connsiteY0-1220" fmla="*/ 911340 h 1014526"/>
                <a:gd name="connsiteX1-1221" fmla="*/ 712526 w 1096143"/>
                <a:gd name="connsiteY1-1222" fmla="*/ 1011617 h 1014526"/>
                <a:gd name="connsiteX2-1223" fmla="*/ 163540 w 1096143"/>
                <a:gd name="connsiteY2-1224" fmla="*/ 912810 h 1014526"/>
                <a:gd name="connsiteX3-1225" fmla="*/ 0 w 1096143"/>
                <a:gd name="connsiteY3-1226" fmla="*/ 435968 h 1014526"/>
                <a:gd name="connsiteX4-1227" fmla="*/ 297879 w 1096143"/>
                <a:gd name="connsiteY4-1228" fmla="*/ 97217 h 1014526"/>
                <a:gd name="connsiteX5-1229" fmla="*/ 758631 w 1096143"/>
                <a:gd name="connsiteY5-1230" fmla="*/ 46275 h 1014526"/>
                <a:gd name="connsiteX6-1231" fmla="*/ 1094563 w 1096143"/>
                <a:gd name="connsiteY6-1232" fmla="*/ 295341 h 1014526"/>
                <a:gd name="connsiteX7-1233" fmla="*/ 774176 w 1096143"/>
                <a:gd name="connsiteY7-1234" fmla="*/ 657280 h 1014526"/>
                <a:gd name="connsiteX8-1235" fmla="*/ 924712 w 1096143"/>
                <a:gd name="connsiteY8-1236" fmla="*/ 911340 h 1014526"/>
                <a:gd name="connsiteX0-1237" fmla="*/ 924712 w 1096143"/>
                <a:gd name="connsiteY0-1238" fmla="*/ 911340 h 1014526"/>
                <a:gd name="connsiteX1-1239" fmla="*/ 712526 w 1096143"/>
                <a:gd name="connsiteY1-1240" fmla="*/ 1011617 h 1014526"/>
                <a:gd name="connsiteX2-1241" fmla="*/ 163540 w 1096143"/>
                <a:gd name="connsiteY2-1242" fmla="*/ 912810 h 1014526"/>
                <a:gd name="connsiteX3-1243" fmla="*/ 0 w 1096143"/>
                <a:gd name="connsiteY3-1244" fmla="*/ 435968 h 1014526"/>
                <a:gd name="connsiteX4-1245" fmla="*/ 297879 w 1096143"/>
                <a:gd name="connsiteY4-1246" fmla="*/ 97217 h 1014526"/>
                <a:gd name="connsiteX5-1247" fmla="*/ 758631 w 1096143"/>
                <a:gd name="connsiteY5-1248" fmla="*/ 46275 h 1014526"/>
                <a:gd name="connsiteX6-1249" fmla="*/ 1094563 w 1096143"/>
                <a:gd name="connsiteY6-1250" fmla="*/ 295341 h 1014526"/>
                <a:gd name="connsiteX7-1251" fmla="*/ 774176 w 1096143"/>
                <a:gd name="connsiteY7-1252" fmla="*/ 657280 h 1014526"/>
                <a:gd name="connsiteX8-1253" fmla="*/ 924712 w 1096143"/>
                <a:gd name="connsiteY8-1254" fmla="*/ 911340 h 1014526"/>
                <a:gd name="connsiteX0-1255" fmla="*/ 924712 w 1096143"/>
                <a:gd name="connsiteY0-1256" fmla="*/ 914358 h 1017544"/>
                <a:gd name="connsiteX1-1257" fmla="*/ 712526 w 1096143"/>
                <a:gd name="connsiteY1-1258" fmla="*/ 1014635 h 1017544"/>
                <a:gd name="connsiteX2-1259" fmla="*/ 163540 w 1096143"/>
                <a:gd name="connsiteY2-1260" fmla="*/ 915828 h 1017544"/>
                <a:gd name="connsiteX3-1261" fmla="*/ 0 w 1096143"/>
                <a:gd name="connsiteY3-1262" fmla="*/ 438986 h 1017544"/>
                <a:gd name="connsiteX4-1263" fmla="*/ 297879 w 1096143"/>
                <a:gd name="connsiteY4-1264" fmla="*/ 100235 h 1017544"/>
                <a:gd name="connsiteX5-1265" fmla="*/ 758631 w 1096143"/>
                <a:gd name="connsiteY5-1266" fmla="*/ 49293 h 1017544"/>
                <a:gd name="connsiteX6-1267" fmla="*/ 1094563 w 1096143"/>
                <a:gd name="connsiteY6-1268" fmla="*/ 298359 h 1017544"/>
                <a:gd name="connsiteX7-1269" fmla="*/ 774176 w 1096143"/>
                <a:gd name="connsiteY7-1270" fmla="*/ 660298 h 1017544"/>
                <a:gd name="connsiteX8-1271" fmla="*/ 924712 w 1096143"/>
                <a:gd name="connsiteY8-1272" fmla="*/ 914358 h 1017544"/>
                <a:gd name="connsiteX0-1273" fmla="*/ 924712 w 1096143"/>
                <a:gd name="connsiteY0-1274" fmla="*/ 905625 h 1008811"/>
                <a:gd name="connsiteX1-1275" fmla="*/ 712526 w 1096143"/>
                <a:gd name="connsiteY1-1276" fmla="*/ 1005902 h 1008811"/>
                <a:gd name="connsiteX2-1277" fmla="*/ 163540 w 1096143"/>
                <a:gd name="connsiteY2-1278" fmla="*/ 907095 h 1008811"/>
                <a:gd name="connsiteX3-1279" fmla="*/ 0 w 1096143"/>
                <a:gd name="connsiteY3-1280" fmla="*/ 430253 h 1008811"/>
                <a:gd name="connsiteX4-1281" fmla="*/ 264890 w 1096143"/>
                <a:gd name="connsiteY4-1282" fmla="*/ 113964 h 1008811"/>
                <a:gd name="connsiteX5-1283" fmla="*/ 758631 w 1096143"/>
                <a:gd name="connsiteY5-1284" fmla="*/ 40560 h 1008811"/>
                <a:gd name="connsiteX6-1285" fmla="*/ 1094563 w 1096143"/>
                <a:gd name="connsiteY6-1286" fmla="*/ 289626 h 1008811"/>
                <a:gd name="connsiteX7-1287" fmla="*/ 774176 w 1096143"/>
                <a:gd name="connsiteY7-1288" fmla="*/ 651565 h 1008811"/>
                <a:gd name="connsiteX8-1289" fmla="*/ 924712 w 1096143"/>
                <a:gd name="connsiteY8-1290" fmla="*/ 905625 h 1008811"/>
                <a:gd name="connsiteX0-1291" fmla="*/ 924712 w 1096143"/>
                <a:gd name="connsiteY0-1292" fmla="*/ 886261 h 989447"/>
                <a:gd name="connsiteX1-1293" fmla="*/ 712526 w 1096143"/>
                <a:gd name="connsiteY1-1294" fmla="*/ 986538 h 989447"/>
                <a:gd name="connsiteX2-1295" fmla="*/ 163540 w 1096143"/>
                <a:gd name="connsiteY2-1296" fmla="*/ 887731 h 989447"/>
                <a:gd name="connsiteX3-1297" fmla="*/ 0 w 1096143"/>
                <a:gd name="connsiteY3-1298" fmla="*/ 410889 h 989447"/>
                <a:gd name="connsiteX4-1299" fmla="*/ 264890 w 1096143"/>
                <a:gd name="connsiteY4-1300" fmla="*/ 94600 h 989447"/>
                <a:gd name="connsiteX5-1301" fmla="*/ 758631 w 1096143"/>
                <a:gd name="connsiteY5-1302" fmla="*/ 21196 h 989447"/>
                <a:gd name="connsiteX6-1303" fmla="*/ 1094563 w 1096143"/>
                <a:gd name="connsiteY6-1304" fmla="*/ 270262 h 989447"/>
                <a:gd name="connsiteX7-1305" fmla="*/ 774176 w 1096143"/>
                <a:gd name="connsiteY7-1306" fmla="*/ 632201 h 989447"/>
                <a:gd name="connsiteX8-1307" fmla="*/ 924712 w 1096143"/>
                <a:gd name="connsiteY8-1308" fmla="*/ 886261 h 989447"/>
                <a:gd name="connsiteX0-1309" fmla="*/ 924712 w 1096143"/>
                <a:gd name="connsiteY0-1310" fmla="*/ 886261 h 989447"/>
                <a:gd name="connsiteX1-1311" fmla="*/ 712526 w 1096143"/>
                <a:gd name="connsiteY1-1312" fmla="*/ 986538 h 989447"/>
                <a:gd name="connsiteX2-1313" fmla="*/ 163540 w 1096143"/>
                <a:gd name="connsiteY2-1314" fmla="*/ 887731 h 989447"/>
                <a:gd name="connsiteX3-1315" fmla="*/ 0 w 1096143"/>
                <a:gd name="connsiteY3-1316" fmla="*/ 410889 h 989447"/>
                <a:gd name="connsiteX4-1317" fmla="*/ 264890 w 1096143"/>
                <a:gd name="connsiteY4-1318" fmla="*/ 94600 h 989447"/>
                <a:gd name="connsiteX5-1319" fmla="*/ 758631 w 1096143"/>
                <a:gd name="connsiteY5-1320" fmla="*/ 21196 h 989447"/>
                <a:gd name="connsiteX6-1321" fmla="*/ 1094563 w 1096143"/>
                <a:gd name="connsiteY6-1322" fmla="*/ 270262 h 989447"/>
                <a:gd name="connsiteX7-1323" fmla="*/ 774176 w 1096143"/>
                <a:gd name="connsiteY7-1324" fmla="*/ 632201 h 989447"/>
                <a:gd name="connsiteX8-1325" fmla="*/ 924712 w 1096143"/>
                <a:gd name="connsiteY8-1326" fmla="*/ 886261 h 989447"/>
                <a:gd name="connsiteX0-1327" fmla="*/ 924712 w 1096143"/>
                <a:gd name="connsiteY0-1328" fmla="*/ 888487 h 991673"/>
                <a:gd name="connsiteX1-1329" fmla="*/ 712526 w 1096143"/>
                <a:gd name="connsiteY1-1330" fmla="*/ 988764 h 991673"/>
                <a:gd name="connsiteX2-1331" fmla="*/ 163540 w 1096143"/>
                <a:gd name="connsiteY2-1332" fmla="*/ 889957 h 991673"/>
                <a:gd name="connsiteX3-1333" fmla="*/ 0 w 1096143"/>
                <a:gd name="connsiteY3-1334" fmla="*/ 413115 h 991673"/>
                <a:gd name="connsiteX4-1335" fmla="*/ 240148 w 1096143"/>
                <a:gd name="connsiteY4-1336" fmla="*/ 81851 h 991673"/>
                <a:gd name="connsiteX5-1337" fmla="*/ 758631 w 1096143"/>
                <a:gd name="connsiteY5-1338" fmla="*/ 23422 h 991673"/>
                <a:gd name="connsiteX6-1339" fmla="*/ 1094563 w 1096143"/>
                <a:gd name="connsiteY6-1340" fmla="*/ 272488 h 991673"/>
                <a:gd name="connsiteX7-1341" fmla="*/ 774176 w 1096143"/>
                <a:gd name="connsiteY7-1342" fmla="*/ 634427 h 991673"/>
                <a:gd name="connsiteX8-1343" fmla="*/ 924712 w 1096143"/>
                <a:gd name="connsiteY8-1344" fmla="*/ 888487 h 991673"/>
                <a:gd name="connsiteX0-1345" fmla="*/ 930234 w 1101665"/>
                <a:gd name="connsiteY0-1346" fmla="*/ 888487 h 991673"/>
                <a:gd name="connsiteX1-1347" fmla="*/ 718048 w 1101665"/>
                <a:gd name="connsiteY1-1348" fmla="*/ 988764 h 991673"/>
                <a:gd name="connsiteX2-1349" fmla="*/ 169062 w 1101665"/>
                <a:gd name="connsiteY2-1350" fmla="*/ 889957 h 991673"/>
                <a:gd name="connsiteX3-1351" fmla="*/ 5522 w 1101665"/>
                <a:gd name="connsiteY3-1352" fmla="*/ 413115 h 991673"/>
                <a:gd name="connsiteX4-1353" fmla="*/ 245670 w 1101665"/>
                <a:gd name="connsiteY4-1354" fmla="*/ 81851 h 991673"/>
                <a:gd name="connsiteX5-1355" fmla="*/ 764153 w 1101665"/>
                <a:gd name="connsiteY5-1356" fmla="*/ 23422 h 991673"/>
                <a:gd name="connsiteX6-1357" fmla="*/ 1100085 w 1101665"/>
                <a:gd name="connsiteY6-1358" fmla="*/ 272488 h 991673"/>
                <a:gd name="connsiteX7-1359" fmla="*/ 779698 w 1101665"/>
                <a:gd name="connsiteY7-1360" fmla="*/ 634427 h 991673"/>
                <a:gd name="connsiteX8-1361" fmla="*/ 930234 w 1101665"/>
                <a:gd name="connsiteY8-1362" fmla="*/ 888487 h 991673"/>
                <a:gd name="connsiteX0-1363" fmla="*/ 930234 w 1101665"/>
                <a:gd name="connsiteY0-1364" fmla="*/ 888487 h 991022"/>
                <a:gd name="connsiteX1-1365" fmla="*/ 718048 w 1101665"/>
                <a:gd name="connsiteY1-1366" fmla="*/ 988764 h 991022"/>
                <a:gd name="connsiteX2-1367" fmla="*/ 169062 w 1101665"/>
                <a:gd name="connsiteY2-1368" fmla="*/ 889957 h 991022"/>
                <a:gd name="connsiteX3-1369" fmla="*/ 5522 w 1101665"/>
                <a:gd name="connsiteY3-1370" fmla="*/ 473013 h 991022"/>
                <a:gd name="connsiteX4-1371" fmla="*/ 245670 w 1101665"/>
                <a:gd name="connsiteY4-1372" fmla="*/ 81851 h 991022"/>
                <a:gd name="connsiteX5-1373" fmla="*/ 764153 w 1101665"/>
                <a:gd name="connsiteY5-1374" fmla="*/ 23422 h 991022"/>
                <a:gd name="connsiteX6-1375" fmla="*/ 1100085 w 1101665"/>
                <a:gd name="connsiteY6-1376" fmla="*/ 272488 h 991022"/>
                <a:gd name="connsiteX7-1377" fmla="*/ 779698 w 1101665"/>
                <a:gd name="connsiteY7-1378" fmla="*/ 634427 h 991022"/>
                <a:gd name="connsiteX8-1379" fmla="*/ 930234 w 1101665"/>
                <a:gd name="connsiteY8-1380" fmla="*/ 888487 h 991022"/>
                <a:gd name="connsiteX0-1381" fmla="*/ 930234 w 1101665"/>
                <a:gd name="connsiteY0-1382" fmla="*/ 888487 h 991022"/>
                <a:gd name="connsiteX1-1383" fmla="*/ 718048 w 1101665"/>
                <a:gd name="connsiteY1-1384" fmla="*/ 988764 h 991022"/>
                <a:gd name="connsiteX2-1385" fmla="*/ 169062 w 1101665"/>
                <a:gd name="connsiteY2-1386" fmla="*/ 889957 h 991022"/>
                <a:gd name="connsiteX3-1387" fmla="*/ 5522 w 1101665"/>
                <a:gd name="connsiteY3-1388" fmla="*/ 473013 h 991022"/>
                <a:gd name="connsiteX4-1389" fmla="*/ 245670 w 1101665"/>
                <a:gd name="connsiteY4-1390" fmla="*/ 81851 h 991022"/>
                <a:gd name="connsiteX5-1391" fmla="*/ 764153 w 1101665"/>
                <a:gd name="connsiteY5-1392" fmla="*/ 23422 h 991022"/>
                <a:gd name="connsiteX6-1393" fmla="*/ 1100085 w 1101665"/>
                <a:gd name="connsiteY6-1394" fmla="*/ 272488 h 991022"/>
                <a:gd name="connsiteX7-1395" fmla="*/ 779698 w 1101665"/>
                <a:gd name="connsiteY7-1396" fmla="*/ 634427 h 991022"/>
                <a:gd name="connsiteX8-1397" fmla="*/ 930234 w 1101665"/>
                <a:gd name="connsiteY8-1398" fmla="*/ 888487 h 991022"/>
                <a:gd name="connsiteX0-1399" fmla="*/ 930234 w 1101665"/>
                <a:gd name="connsiteY0-1400" fmla="*/ 888487 h 991022"/>
                <a:gd name="connsiteX1-1401" fmla="*/ 718048 w 1101665"/>
                <a:gd name="connsiteY1-1402" fmla="*/ 988764 h 991022"/>
                <a:gd name="connsiteX2-1403" fmla="*/ 169062 w 1101665"/>
                <a:gd name="connsiteY2-1404" fmla="*/ 889957 h 991022"/>
                <a:gd name="connsiteX3-1405" fmla="*/ 5522 w 1101665"/>
                <a:gd name="connsiteY3-1406" fmla="*/ 473013 h 991022"/>
                <a:gd name="connsiteX4-1407" fmla="*/ 278659 w 1101665"/>
                <a:gd name="connsiteY4-1408" fmla="*/ 81851 h 991022"/>
                <a:gd name="connsiteX5-1409" fmla="*/ 764153 w 1101665"/>
                <a:gd name="connsiteY5-1410" fmla="*/ 23422 h 991022"/>
                <a:gd name="connsiteX6-1411" fmla="*/ 1100085 w 1101665"/>
                <a:gd name="connsiteY6-1412" fmla="*/ 272488 h 991022"/>
                <a:gd name="connsiteX7-1413" fmla="*/ 779698 w 1101665"/>
                <a:gd name="connsiteY7-1414" fmla="*/ 634427 h 991022"/>
                <a:gd name="connsiteX8-1415" fmla="*/ 930234 w 1101665"/>
                <a:gd name="connsiteY8-1416" fmla="*/ 888487 h 991022"/>
                <a:gd name="connsiteX0-1417" fmla="*/ 930234 w 1101665"/>
                <a:gd name="connsiteY0-1418" fmla="*/ 892182 h 994717"/>
                <a:gd name="connsiteX1-1419" fmla="*/ 718048 w 1101665"/>
                <a:gd name="connsiteY1-1420" fmla="*/ 992459 h 994717"/>
                <a:gd name="connsiteX2-1421" fmla="*/ 169062 w 1101665"/>
                <a:gd name="connsiteY2-1422" fmla="*/ 893652 h 994717"/>
                <a:gd name="connsiteX3-1423" fmla="*/ 5522 w 1101665"/>
                <a:gd name="connsiteY3-1424" fmla="*/ 476708 h 994717"/>
                <a:gd name="connsiteX4-1425" fmla="*/ 278659 w 1101665"/>
                <a:gd name="connsiteY4-1426" fmla="*/ 85546 h 994717"/>
                <a:gd name="connsiteX5-1427" fmla="*/ 764153 w 1101665"/>
                <a:gd name="connsiteY5-1428" fmla="*/ 27117 h 994717"/>
                <a:gd name="connsiteX6-1429" fmla="*/ 1100085 w 1101665"/>
                <a:gd name="connsiteY6-1430" fmla="*/ 276183 h 994717"/>
                <a:gd name="connsiteX7-1431" fmla="*/ 779698 w 1101665"/>
                <a:gd name="connsiteY7-1432" fmla="*/ 638122 h 994717"/>
                <a:gd name="connsiteX8-1433" fmla="*/ 930234 w 1101665"/>
                <a:gd name="connsiteY8-1434" fmla="*/ 892182 h 994717"/>
                <a:gd name="connsiteX0-1435" fmla="*/ 930234 w 1101665"/>
                <a:gd name="connsiteY0-1436" fmla="*/ 897972 h 1000507"/>
                <a:gd name="connsiteX1-1437" fmla="*/ 718048 w 1101665"/>
                <a:gd name="connsiteY1-1438" fmla="*/ 998249 h 1000507"/>
                <a:gd name="connsiteX2-1439" fmla="*/ 169062 w 1101665"/>
                <a:gd name="connsiteY2-1440" fmla="*/ 899442 h 1000507"/>
                <a:gd name="connsiteX3-1441" fmla="*/ 5522 w 1101665"/>
                <a:gd name="connsiteY3-1442" fmla="*/ 482498 h 1000507"/>
                <a:gd name="connsiteX4-1443" fmla="*/ 278659 w 1101665"/>
                <a:gd name="connsiteY4-1444" fmla="*/ 91336 h 1000507"/>
                <a:gd name="connsiteX5-1445" fmla="*/ 764153 w 1101665"/>
                <a:gd name="connsiteY5-1446" fmla="*/ 32907 h 1000507"/>
                <a:gd name="connsiteX6-1447" fmla="*/ 1100085 w 1101665"/>
                <a:gd name="connsiteY6-1448" fmla="*/ 281973 h 1000507"/>
                <a:gd name="connsiteX7-1449" fmla="*/ 779698 w 1101665"/>
                <a:gd name="connsiteY7-1450" fmla="*/ 643912 h 1000507"/>
                <a:gd name="connsiteX8-1451" fmla="*/ 930234 w 1101665"/>
                <a:gd name="connsiteY8-1452" fmla="*/ 897972 h 1000507"/>
                <a:gd name="connsiteX0-1453" fmla="*/ 930234 w 1101665"/>
                <a:gd name="connsiteY0-1454" fmla="*/ 897972 h 1000507"/>
                <a:gd name="connsiteX1-1455" fmla="*/ 718048 w 1101665"/>
                <a:gd name="connsiteY1-1456" fmla="*/ 998249 h 1000507"/>
                <a:gd name="connsiteX2-1457" fmla="*/ 169062 w 1101665"/>
                <a:gd name="connsiteY2-1458" fmla="*/ 899442 h 1000507"/>
                <a:gd name="connsiteX3-1459" fmla="*/ 5522 w 1101665"/>
                <a:gd name="connsiteY3-1460" fmla="*/ 482498 h 1000507"/>
                <a:gd name="connsiteX4-1461" fmla="*/ 278659 w 1101665"/>
                <a:gd name="connsiteY4-1462" fmla="*/ 91336 h 1000507"/>
                <a:gd name="connsiteX5-1463" fmla="*/ 764153 w 1101665"/>
                <a:gd name="connsiteY5-1464" fmla="*/ 32907 h 1000507"/>
                <a:gd name="connsiteX6-1465" fmla="*/ 1100085 w 1101665"/>
                <a:gd name="connsiteY6-1466" fmla="*/ 281973 h 1000507"/>
                <a:gd name="connsiteX7-1467" fmla="*/ 779698 w 1101665"/>
                <a:gd name="connsiteY7-1468" fmla="*/ 643912 h 1000507"/>
                <a:gd name="connsiteX8-1469" fmla="*/ 930234 w 1101665"/>
                <a:gd name="connsiteY8-1470" fmla="*/ 897972 h 1000507"/>
                <a:gd name="connsiteX0-1471" fmla="*/ 930234 w 1101665"/>
                <a:gd name="connsiteY0-1472" fmla="*/ 880821 h 983356"/>
                <a:gd name="connsiteX1-1473" fmla="*/ 718048 w 1101665"/>
                <a:gd name="connsiteY1-1474" fmla="*/ 981098 h 983356"/>
                <a:gd name="connsiteX2-1475" fmla="*/ 169062 w 1101665"/>
                <a:gd name="connsiteY2-1476" fmla="*/ 882291 h 983356"/>
                <a:gd name="connsiteX3-1477" fmla="*/ 5522 w 1101665"/>
                <a:gd name="connsiteY3-1478" fmla="*/ 465347 h 983356"/>
                <a:gd name="connsiteX4-1479" fmla="*/ 278659 w 1101665"/>
                <a:gd name="connsiteY4-1480" fmla="*/ 74185 h 983356"/>
                <a:gd name="connsiteX5-1481" fmla="*/ 764153 w 1101665"/>
                <a:gd name="connsiteY5-1482" fmla="*/ 15756 h 983356"/>
                <a:gd name="connsiteX6-1483" fmla="*/ 1100085 w 1101665"/>
                <a:gd name="connsiteY6-1484" fmla="*/ 264822 h 983356"/>
                <a:gd name="connsiteX7-1485" fmla="*/ 779698 w 1101665"/>
                <a:gd name="connsiteY7-1486" fmla="*/ 626761 h 983356"/>
                <a:gd name="connsiteX8-1487" fmla="*/ 930234 w 1101665"/>
                <a:gd name="connsiteY8-1488" fmla="*/ 880821 h 983356"/>
                <a:gd name="connsiteX0-1489" fmla="*/ 930234 w 1101665"/>
                <a:gd name="connsiteY0-1490" fmla="*/ 880821 h 983356"/>
                <a:gd name="connsiteX1-1491" fmla="*/ 718048 w 1101665"/>
                <a:gd name="connsiteY1-1492" fmla="*/ 981098 h 983356"/>
                <a:gd name="connsiteX2-1493" fmla="*/ 169062 w 1101665"/>
                <a:gd name="connsiteY2-1494" fmla="*/ 882291 h 983356"/>
                <a:gd name="connsiteX3-1495" fmla="*/ 5522 w 1101665"/>
                <a:gd name="connsiteY3-1496" fmla="*/ 465347 h 983356"/>
                <a:gd name="connsiteX4-1497" fmla="*/ 278659 w 1101665"/>
                <a:gd name="connsiteY4-1498" fmla="*/ 74185 h 983356"/>
                <a:gd name="connsiteX5-1499" fmla="*/ 764153 w 1101665"/>
                <a:gd name="connsiteY5-1500" fmla="*/ 15756 h 983356"/>
                <a:gd name="connsiteX6-1501" fmla="*/ 1100085 w 1101665"/>
                <a:gd name="connsiteY6-1502" fmla="*/ 264822 h 983356"/>
                <a:gd name="connsiteX7-1503" fmla="*/ 779698 w 1101665"/>
                <a:gd name="connsiteY7-1504" fmla="*/ 626761 h 983356"/>
                <a:gd name="connsiteX8-1505" fmla="*/ 930234 w 1101665"/>
                <a:gd name="connsiteY8-1506" fmla="*/ 880821 h 983356"/>
                <a:gd name="connsiteX0-1507" fmla="*/ 930234 w 1076817"/>
                <a:gd name="connsiteY0-1508" fmla="*/ 880821 h 983356"/>
                <a:gd name="connsiteX1-1509" fmla="*/ 718048 w 1076817"/>
                <a:gd name="connsiteY1-1510" fmla="*/ 981098 h 983356"/>
                <a:gd name="connsiteX2-1511" fmla="*/ 169062 w 1076817"/>
                <a:gd name="connsiteY2-1512" fmla="*/ 882291 h 983356"/>
                <a:gd name="connsiteX3-1513" fmla="*/ 5522 w 1076817"/>
                <a:gd name="connsiteY3-1514" fmla="*/ 465347 h 983356"/>
                <a:gd name="connsiteX4-1515" fmla="*/ 278659 w 1076817"/>
                <a:gd name="connsiteY4-1516" fmla="*/ 74185 h 983356"/>
                <a:gd name="connsiteX5-1517" fmla="*/ 764153 w 1076817"/>
                <a:gd name="connsiteY5-1518" fmla="*/ 15756 h 983356"/>
                <a:gd name="connsiteX6-1519" fmla="*/ 1075140 w 1076817"/>
                <a:gd name="connsiteY6-1520" fmla="*/ 231665 h 983356"/>
                <a:gd name="connsiteX7-1521" fmla="*/ 779698 w 1076817"/>
                <a:gd name="connsiteY7-1522" fmla="*/ 626761 h 983356"/>
                <a:gd name="connsiteX8-1523" fmla="*/ 930234 w 1076817"/>
                <a:gd name="connsiteY8-1524" fmla="*/ 880821 h 983356"/>
                <a:gd name="connsiteX0-1525" fmla="*/ 930234 w 1076817"/>
                <a:gd name="connsiteY0-1526" fmla="*/ 880821 h 983356"/>
                <a:gd name="connsiteX1-1527" fmla="*/ 718048 w 1076817"/>
                <a:gd name="connsiteY1-1528" fmla="*/ 981098 h 983356"/>
                <a:gd name="connsiteX2-1529" fmla="*/ 169062 w 1076817"/>
                <a:gd name="connsiteY2-1530" fmla="*/ 882291 h 983356"/>
                <a:gd name="connsiteX3-1531" fmla="*/ 5522 w 1076817"/>
                <a:gd name="connsiteY3-1532" fmla="*/ 465347 h 983356"/>
                <a:gd name="connsiteX4-1533" fmla="*/ 278659 w 1076817"/>
                <a:gd name="connsiteY4-1534" fmla="*/ 74185 h 983356"/>
                <a:gd name="connsiteX5-1535" fmla="*/ 764153 w 1076817"/>
                <a:gd name="connsiteY5-1536" fmla="*/ 15756 h 983356"/>
                <a:gd name="connsiteX6-1537" fmla="*/ 1075140 w 1076817"/>
                <a:gd name="connsiteY6-1538" fmla="*/ 231665 h 983356"/>
                <a:gd name="connsiteX7-1539" fmla="*/ 779698 w 1076817"/>
                <a:gd name="connsiteY7-1540" fmla="*/ 626761 h 983356"/>
                <a:gd name="connsiteX8-1541" fmla="*/ 930234 w 1076817"/>
                <a:gd name="connsiteY8-1542" fmla="*/ 880821 h 983356"/>
                <a:gd name="connsiteX0-1543" fmla="*/ 930234 w 1039571"/>
                <a:gd name="connsiteY0-1544" fmla="*/ 880821 h 983356"/>
                <a:gd name="connsiteX1-1545" fmla="*/ 718048 w 1039571"/>
                <a:gd name="connsiteY1-1546" fmla="*/ 981098 h 983356"/>
                <a:gd name="connsiteX2-1547" fmla="*/ 169062 w 1039571"/>
                <a:gd name="connsiteY2-1548" fmla="*/ 882291 h 983356"/>
                <a:gd name="connsiteX3-1549" fmla="*/ 5522 w 1039571"/>
                <a:gd name="connsiteY3-1550" fmla="*/ 465347 h 983356"/>
                <a:gd name="connsiteX4-1551" fmla="*/ 278659 w 1039571"/>
                <a:gd name="connsiteY4-1552" fmla="*/ 74185 h 983356"/>
                <a:gd name="connsiteX5-1553" fmla="*/ 764153 w 1039571"/>
                <a:gd name="connsiteY5-1554" fmla="*/ 15756 h 983356"/>
                <a:gd name="connsiteX6-1555" fmla="*/ 1037722 w 1039571"/>
                <a:gd name="connsiteY6-1556" fmla="*/ 226139 h 983356"/>
                <a:gd name="connsiteX7-1557" fmla="*/ 779698 w 1039571"/>
                <a:gd name="connsiteY7-1558" fmla="*/ 626761 h 983356"/>
                <a:gd name="connsiteX8-1559" fmla="*/ 930234 w 1039571"/>
                <a:gd name="connsiteY8-1560" fmla="*/ 880821 h 983356"/>
                <a:gd name="connsiteX0-1561" fmla="*/ 930234 w 1039571"/>
                <a:gd name="connsiteY0-1562" fmla="*/ 880821 h 983356"/>
                <a:gd name="connsiteX1-1563" fmla="*/ 718048 w 1039571"/>
                <a:gd name="connsiteY1-1564" fmla="*/ 981098 h 983356"/>
                <a:gd name="connsiteX2-1565" fmla="*/ 169062 w 1039571"/>
                <a:gd name="connsiteY2-1566" fmla="*/ 882291 h 983356"/>
                <a:gd name="connsiteX3-1567" fmla="*/ 5522 w 1039571"/>
                <a:gd name="connsiteY3-1568" fmla="*/ 465347 h 983356"/>
                <a:gd name="connsiteX4-1569" fmla="*/ 278659 w 1039571"/>
                <a:gd name="connsiteY4-1570" fmla="*/ 74185 h 983356"/>
                <a:gd name="connsiteX5-1571" fmla="*/ 764153 w 1039571"/>
                <a:gd name="connsiteY5-1572" fmla="*/ 15756 h 983356"/>
                <a:gd name="connsiteX6-1573" fmla="*/ 1037722 w 1039571"/>
                <a:gd name="connsiteY6-1574" fmla="*/ 275875 h 983356"/>
                <a:gd name="connsiteX7-1575" fmla="*/ 779698 w 1039571"/>
                <a:gd name="connsiteY7-1576" fmla="*/ 626761 h 983356"/>
                <a:gd name="connsiteX8-1577" fmla="*/ 930234 w 1039571"/>
                <a:gd name="connsiteY8-1578" fmla="*/ 880821 h 983356"/>
                <a:gd name="connsiteX0-1579" fmla="*/ 930234 w 1039603"/>
                <a:gd name="connsiteY0-1580" fmla="*/ 880821 h 983356"/>
                <a:gd name="connsiteX1-1581" fmla="*/ 718048 w 1039603"/>
                <a:gd name="connsiteY1-1582" fmla="*/ 981098 h 983356"/>
                <a:gd name="connsiteX2-1583" fmla="*/ 169062 w 1039603"/>
                <a:gd name="connsiteY2-1584" fmla="*/ 882291 h 983356"/>
                <a:gd name="connsiteX3-1585" fmla="*/ 5522 w 1039603"/>
                <a:gd name="connsiteY3-1586" fmla="*/ 465347 h 983356"/>
                <a:gd name="connsiteX4-1587" fmla="*/ 278659 w 1039603"/>
                <a:gd name="connsiteY4-1588" fmla="*/ 74185 h 983356"/>
                <a:gd name="connsiteX5-1589" fmla="*/ 764153 w 1039603"/>
                <a:gd name="connsiteY5-1590" fmla="*/ 15756 h 983356"/>
                <a:gd name="connsiteX6-1591" fmla="*/ 1037722 w 1039603"/>
                <a:gd name="connsiteY6-1592" fmla="*/ 275875 h 983356"/>
                <a:gd name="connsiteX7-1593" fmla="*/ 785934 w 1039603"/>
                <a:gd name="connsiteY7-1594" fmla="*/ 604656 h 983356"/>
                <a:gd name="connsiteX8-1595" fmla="*/ 930234 w 1039603"/>
                <a:gd name="connsiteY8-1596" fmla="*/ 880821 h 983356"/>
                <a:gd name="connsiteX0-1597" fmla="*/ 930234 w 1039603"/>
                <a:gd name="connsiteY0-1598" fmla="*/ 880821 h 983356"/>
                <a:gd name="connsiteX1-1599" fmla="*/ 718048 w 1039603"/>
                <a:gd name="connsiteY1-1600" fmla="*/ 981098 h 983356"/>
                <a:gd name="connsiteX2-1601" fmla="*/ 169062 w 1039603"/>
                <a:gd name="connsiteY2-1602" fmla="*/ 882291 h 983356"/>
                <a:gd name="connsiteX3-1603" fmla="*/ 5522 w 1039603"/>
                <a:gd name="connsiteY3-1604" fmla="*/ 465347 h 983356"/>
                <a:gd name="connsiteX4-1605" fmla="*/ 278659 w 1039603"/>
                <a:gd name="connsiteY4-1606" fmla="*/ 74185 h 983356"/>
                <a:gd name="connsiteX5-1607" fmla="*/ 764153 w 1039603"/>
                <a:gd name="connsiteY5-1608" fmla="*/ 15756 h 983356"/>
                <a:gd name="connsiteX6-1609" fmla="*/ 1037722 w 1039603"/>
                <a:gd name="connsiteY6-1610" fmla="*/ 275875 h 983356"/>
                <a:gd name="connsiteX7-1611" fmla="*/ 785934 w 1039603"/>
                <a:gd name="connsiteY7-1612" fmla="*/ 621235 h 983356"/>
                <a:gd name="connsiteX8-1613" fmla="*/ 930234 w 1039603"/>
                <a:gd name="connsiteY8-1614" fmla="*/ 880821 h 983356"/>
                <a:gd name="connsiteX0-1615" fmla="*/ 930234 w 1039376"/>
                <a:gd name="connsiteY0-1616" fmla="*/ 880821 h 983356"/>
                <a:gd name="connsiteX1-1617" fmla="*/ 718048 w 1039376"/>
                <a:gd name="connsiteY1-1618" fmla="*/ 981098 h 983356"/>
                <a:gd name="connsiteX2-1619" fmla="*/ 169062 w 1039376"/>
                <a:gd name="connsiteY2-1620" fmla="*/ 882291 h 983356"/>
                <a:gd name="connsiteX3-1621" fmla="*/ 5522 w 1039376"/>
                <a:gd name="connsiteY3-1622" fmla="*/ 465347 h 983356"/>
                <a:gd name="connsiteX4-1623" fmla="*/ 278659 w 1039376"/>
                <a:gd name="connsiteY4-1624" fmla="*/ 74185 h 983356"/>
                <a:gd name="connsiteX5-1625" fmla="*/ 764153 w 1039376"/>
                <a:gd name="connsiteY5-1626" fmla="*/ 15756 h 983356"/>
                <a:gd name="connsiteX6-1627" fmla="*/ 1037722 w 1039376"/>
                <a:gd name="connsiteY6-1628" fmla="*/ 275875 h 983356"/>
                <a:gd name="connsiteX7-1629" fmla="*/ 785934 w 1039376"/>
                <a:gd name="connsiteY7-1630" fmla="*/ 621235 h 983356"/>
                <a:gd name="connsiteX8-1631" fmla="*/ 930234 w 1039376"/>
                <a:gd name="connsiteY8-1632" fmla="*/ 880821 h 983356"/>
                <a:gd name="connsiteX0-1633" fmla="*/ 930234 w 1039376"/>
                <a:gd name="connsiteY0-1634" fmla="*/ 880821 h 983356"/>
                <a:gd name="connsiteX1-1635" fmla="*/ 718048 w 1039376"/>
                <a:gd name="connsiteY1-1636" fmla="*/ 981098 h 983356"/>
                <a:gd name="connsiteX2-1637" fmla="*/ 169062 w 1039376"/>
                <a:gd name="connsiteY2-1638" fmla="*/ 882291 h 983356"/>
                <a:gd name="connsiteX3-1639" fmla="*/ 5522 w 1039376"/>
                <a:gd name="connsiteY3-1640" fmla="*/ 465347 h 983356"/>
                <a:gd name="connsiteX4-1641" fmla="*/ 278659 w 1039376"/>
                <a:gd name="connsiteY4-1642" fmla="*/ 74185 h 983356"/>
                <a:gd name="connsiteX5-1643" fmla="*/ 764153 w 1039376"/>
                <a:gd name="connsiteY5-1644" fmla="*/ 15756 h 983356"/>
                <a:gd name="connsiteX6-1645" fmla="*/ 1037722 w 1039376"/>
                <a:gd name="connsiteY6-1646" fmla="*/ 275875 h 983356"/>
                <a:gd name="connsiteX7-1647" fmla="*/ 785934 w 1039376"/>
                <a:gd name="connsiteY7-1648" fmla="*/ 621235 h 983356"/>
                <a:gd name="connsiteX8-1649" fmla="*/ 930234 w 1039376"/>
                <a:gd name="connsiteY8-1650" fmla="*/ 880821 h 983356"/>
                <a:gd name="connsiteX0-1651" fmla="*/ 930234 w 1039376"/>
                <a:gd name="connsiteY0-1652" fmla="*/ 880821 h 983356"/>
                <a:gd name="connsiteX1-1653" fmla="*/ 718048 w 1039376"/>
                <a:gd name="connsiteY1-1654" fmla="*/ 981098 h 983356"/>
                <a:gd name="connsiteX2-1655" fmla="*/ 169062 w 1039376"/>
                <a:gd name="connsiteY2-1656" fmla="*/ 882291 h 983356"/>
                <a:gd name="connsiteX3-1657" fmla="*/ 5522 w 1039376"/>
                <a:gd name="connsiteY3-1658" fmla="*/ 465347 h 983356"/>
                <a:gd name="connsiteX4-1659" fmla="*/ 278659 w 1039376"/>
                <a:gd name="connsiteY4-1660" fmla="*/ 74185 h 983356"/>
                <a:gd name="connsiteX5-1661" fmla="*/ 764153 w 1039376"/>
                <a:gd name="connsiteY5-1662" fmla="*/ 15756 h 983356"/>
                <a:gd name="connsiteX6-1663" fmla="*/ 1037722 w 1039376"/>
                <a:gd name="connsiteY6-1664" fmla="*/ 275875 h 983356"/>
                <a:gd name="connsiteX7-1665" fmla="*/ 785934 w 1039376"/>
                <a:gd name="connsiteY7-1666" fmla="*/ 621235 h 983356"/>
                <a:gd name="connsiteX8-1667" fmla="*/ 930234 w 1039376"/>
                <a:gd name="connsiteY8-1668" fmla="*/ 880821 h 983356"/>
                <a:gd name="connsiteX0-1669" fmla="*/ 930234 w 1039376"/>
                <a:gd name="connsiteY0-1670" fmla="*/ 880821 h 983356"/>
                <a:gd name="connsiteX1-1671" fmla="*/ 718048 w 1039376"/>
                <a:gd name="connsiteY1-1672" fmla="*/ 981098 h 983356"/>
                <a:gd name="connsiteX2-1673" fmla="*/ 169062 w 1039376"/>
                <a:gd name="connsiteY2-1674" fmla="*/ 882291 h 983356"/>
                <a:gd name="connsiteX3-1675" fmla="*/ 5522 w 1039376"/>
                <a:gd name="connsiteY3-1676" fmla="*/ 465347 h 983356"/>
                <a:gd name="connsiteX4-1677" fmla="*/ 278659 w 1039376"/>
                <a:gd name="connsiteY4-1678" fmla="*/ 74185 h 983356"/>
                <a:gd name="connsiteX5-1679" fmla="*/ 764153 w 1039376"/>
                <a:gd name="connsiteY5-1680" fmla="*/ 15756 h 983356"/>
                <a:gd name="connsiteX6-1681" fmla="*/ 1037722 w 1039376"/>
                <a:gd name="connsiteY6-1682" fmla="*/ 275875 h 983356"/>
                <a:gd name="connsiteX7-1683" fmla="*/ 785934 w 1039376"/>
                <a:gd name="connsiteY7-1684" fmla="*/ 621235 h 983356"/>
                <a:gd name="connsiteX8-1685" fmla="*/ 930234 w 1039376"/>
                <a:gd name="connsiteY8-1686" fmla="*/ 880821 h 983356"/>
                <a:gd name="connsiteX0-1687" fmla="*/ 930234 w 1039376"/>
                <a:gd name="connsiteY0-1688" fmla="*/ 877205 h 979740"/>
                <a:gd name="connsiteX1-1689" fmla="*/ 718048 w 1039376"/>
                <a:gd name="connsiteY1-1690" fmla="*/ 977482 h 979740"/>
                <a:gd name="connsiteX2-1691" fmla="*/ 169062 w 1039376"/>
                <a:gd name="connsiteY2-1692" fmla="*/ 878675 h 979740"/>
                <a:gd name="connsiteX3-1693" fmla="*/ 5522 w 1039376"/>
                <a:gd name="connsiteY3-1694" fmla="*/ 461731 h 979740"/>
                <a:gd name="connsiteX4-1695" fmla="*/ 278659 w 1039376"/>
                <a:gd name="connsiteY4-1696" fmla="*/ 70569 h 979740"/>
                <a:gd name="connsiteX5-1697" fmla="*/ 764153 w 1039376"/>
                <a:gd name="connsiteY5-1698" fmla="*/ 12140 h 979740"/>
                <a:gd name="connsiteX6-1699" fmla="*/ 1037722 w 1039376"/>
                <a:gd name="connsiteY6-1700" fmla="*/ 272259 h 979740"/>
                <a:gd name="connsiteX7-1701" fmla="*/ 785934 w 1039376"/>
                <a:gd name="connsiteY7-1702" fmla="*/ 617619 h 979740"/>
                <a:gd name="connsiteX8-1703" fmla="*/ 930234 w 1039376"/>
                <a:gd name="connsiteY8-1704" fmla="*/ 877205 h 979740"/>
                <a:gd name="connsiteX0-1705" fmla="*/ 930234 w 1039376"/>
                <a:gd name="connsiteY0-1706" fmla="*/ 880820 h 983355"/>
                <a:gd name="connsiteX1-1707" fmla="*/ 718048 w 1039376"/>
                <a:gd name="connsiteY1-1708" fmla="*/ 981097 h 983355"/>
                <a:gd name="connsiteX2-1709" fmla="*/ 169062 w 1039376"/>
                <a:gd name="connsiteY2-1710" fmla="*/ 882290 h 983355"/>
                <a:gd name="connsiteX3-1711" fmla="*/ 5522 w 1039376"/>
                <a:gd name="connsiteY3-1712" fmla="*/ 465346 h 983355"/>
                <a:gd name="connsiteX4-1713" fmla="*/ 278659 w 1039376"/>
                <a:gd name="connsiteY4-1714" fmla="*/ 74184 h 983355"/>
                <a:gd name="connsiteX5-1715" fmla="*/ 764153 w 1039376"/>
                <a:gd name="connsiteY5-1716" fmla="*/ 15755 h 983355"/>
                <a:gd name="connsiteX6-1717" fmla="*/ 1037722 w 1039376"/>
                <a:gd name="connsiteY6-1718" fmla="*/ 275874 h 983355"/>
                <a:gd name="connsiteX7-1719" fmla="*/ 785934 w 1039376"/>
                <a:gd name="connsiteY7-1720" fmla="*/ 621234 h 983355"/>
                <a:gd name="connsiteX8-1721" fmla="*/ 930234 w 1039376"/>
                <a:gd name="connsiteY8-1722" fmla="*/ 880820 h 983355"/>
                <a:gd name="connsiteX0-1723" fmla="*/ 930234 w 1039376"/>
                <a:gd name="connsiteY0-1724" fmla="*/ 880820 h 983355"/>
                <a:gd name="connsiteX1-1725" fmla="*/ 718048 w 1039376"/>
                <a:gd name="connsiteY1-1726" fmla="*/ 981097 h 983355"/>
                <a:gd name="connsiteX2-1727" fmla="*/ 169062 w 1039376"/>
                <a:gd name="connsiteY2-1728" fmla="*/ 882290 h 983355"/>
                <a:gd name="connsiteX3-1729" fmla="*/ 5522 w 1039376"/>
                <a:gd name="connsiteY3-1730" fmla="*/ 465346 h 983355"/>
                <a:gd name="connsiteX4-1731" fmla="*/ 278659 w 1039376"/>
                <a:gd name="connsiteY4-1732" fmla="*/ 74184 h 983355"/>
                <a:gd name="connsiteX5-1733" fmla="*/ 764153 w 1039376"/>
                <a:gd name="connsiteY5-1734" fmla="*/ 15755 h 983355"/>
                <a:gd name="connsiteX6-1735" fmla="*/ 1037722 w 1039376"/>
                <a:gd name="connsiteY6-1736" fmla="*/ 275874 h 983355"/>
                <a:gd name="connsiteX7-1737" fmla="*/ 785934 w 1039376"/>
                <a:gd name="connsiteY7-1738" fmla="*/ 621234 h 983355"/>
                <a:gd name="connsiteX8-1739" fmla="*/ 930234 w 1039376"/>
                <a:gd name="connsiteY8-1740" fmla="*/ 880820 h 983355"/>
                <a:gd name="connsiteX0-1741" fmla="*/ 930234 w 1039376"/>
                <a:gd name="connsiteY0-1742" fmla="*/ 879296 h 981831"/>
                <a:gd name="connsiteX1-1743" fmla="*/ 718048 w 1039376"/>
                <a:gd name="connsiteY1-1744" fmla="*/ 979573 h 981831"/>
                <a:gd name="connsiteX2-1745" fmla="*/ 169062 w 1039376"/>
                <a:gd name="connsiteY2-1746" fmla="*/ 880766 h 981831"/>
                <a:gd name="connsiteX3-1747" fmla="*/ 5522 w 1039376"/>
                <a:gd name="connsiteY3-1748" fmla="*/ 463822 h 981831"/>
                <a:gd name="connsiteX4-1749" fmla="*/ 316076 w 1039376"/>
                <a:gd name="connsiteY4-1750" fmla="*/ 78187 h 981831"/>
                <a:gd name="connsiteX5-1751" fmla="*/ 764153 w 1039376"/>
                <a:gd name="connsiteY5-1752" fmla="*/ 14231 h 981831"/>
                <a:gd name="connsiteX6-1753" fmla="*/ 1037722 w 1039376"/>
                <a:gd name="connsiteY6-1754" fmla="*/ 274350 h 981831"/>
                <a:gd name="connsiteX7-1755" fmla="*/ 785934 w 1039376"/>
                <a:gd name="connsiteY7-1756" fmla="*/ 619710 h 981831"/>
                <a:gd name="connsiteX8-1757" fmla="*/ 930234 w 1039376"/>
                <a:gd name="connsiteY8-1758" fmla="*/ 879296 h 981831"/>
                <a:gd name="connsiteX0-1759" fmla="*/ 930234 w 1039376"/>
                <a:gd name="connsiteY0-1760" fmla="*/ 871496 h 974031"/>
                <a:gd name="connsiteX1-1761" fmla="*/ 718048 w 1039376"/>
                <a:gd name="connsiteY1-1762" fmla="*/ 971773 h 974031"/>
                <a:gd name="connsiteX2-1763" fmla="*/ 169062 w 1039376"/>
                <a:gd name="connsiteY2-1764" fmla="*/ 872966 h 974031"/>
                <a:gd name="connsiteX3-1765" fmla="*/ 5522 w 1039376"/>
                <a:gd name="connsiteY3-1766" fmla="*/ 456022 h 974031"/>
                <a:gd name="connsiteX4-1767" fmla="*/ 316076 w 1039376"/>
                <a:gd name="connsiteY4-1768" fmla="*/ 70387 h 974031"/>
                <a:gd name="connsiteX5-1769" fmla="*/ 695554 w 1039376"/>
                <a:gd name="connsiteY5-1770" fmla="*/ 17483 h 974031"/>
                <a:gd name="connsiteX6-1771" fmla="*/ 1037722 w 1039376"/>
                <a:gd name="connsiteY6-1772" fmla="*/ 266550 h 974031"/>
                <a:gd name="connsiteX7-1773" fmla="*/ 785934 w 1039376"/>
                <a:gd name="connsiteY7-1774" fmla="*/ 611910 h 974031"/>
                <a:gd name="connsiteX8-1775" fmla="*/ 930234 w 1039376"/>
                <a:gd name="connsiteY8-1776" fmla="*/ 871496 h 974031"/>
                <a:gd name="connsiteX0-1777" fmla="*/ 930234 w 940132"/>
                <a:gd name="connsiteY0-1778" fmla="*/ 871496 h 974031"/>
                <a:gd name="connsiteX1-1779" fmla="*/ 718048 w 940132"/>
                <a:gd name="connsiteY1-1780" fmla="*/ 971773 h 974031"/>
                <a:gd name="connsiteX2-1781" fmla="*/ 169062 w 940132"/>
                <a:gd name="connsiteY2-1782" fmla="*/ 872966 h 974031"/>
                <a:gd name="connsiteX3-1783" fmla="*/ 5522 w 940132"/>
                <a:gd name="connsiteY3-1784" fmla="*/ 456022 h 974031"/>
                <a:gd name="connsiteX4-1785" fmla="*/ 316076 w 940132"/>
                <a:gd name="connsiteY4-1786" fmla="*/ 70387 h 974031"/>
                <a:gd name="connsiteX5-1787" fmla="*/ 695554 w 940132"/>
                <a:gd name="connsiteY5-1788" fmla="*/ 17483 h 974031"/>
                <a:gd name="connsiteX6-1789" fmla="*/ 937943 w 940132"/>
                <a:gd name="connsiteY6-1790" fmla="*/ 261024 h 974031"/>
                <a:gd name="connsiteX7-1791" fmla="*/ 785934 w 940132"/>
                <a:gd name="connsiteY7-1792" fmla="*/ 611910 h 974031"/>
                <a:gd name="connsiteX8-1793" fmla="*/ 930234 w 940132"/>
                <a:gd name="connsiteY8-1794" fmla="*/ 871496 h 974031"/>
                <a:gd name="connsiteX0-1795" fmla="*/ 930234 w 964913"/>
                <a:gd name="connsiteY0-1796" fmla="*/ 871496 h 974031"/>
                <a:gd name="connsiteX1-1797" fmla="*/ 718048 w 964913"/>
                <a:gd name="connsiteY1-1798" fmla="*/ 971773 h 974031"/>
                <a:gd name="connsiteX2-1799" fmla="*/ 169062 w 964913"/>
                <a:gd name="connsiteY2-1800" fmla="*/ 872966 h 974031"/>
                <a:gd name="connsiteX3-1801" fmla="*/ 5522 w 964913"/>
                <a:gd name="connsiteY3-1802" fmla="*/ 456022 h 974031"/>
                <a:gd name="connsiteX4-1803" fmla="*/ 316076 w 964913"/>
                <a:gd name="connsiteY4-1804" fmla="*/ 70387 h 974031"/>
                <a:gd name="connsiteX5-1805" fmla="*/ 695554 w 964913"/>
                <a:gd name="connsiteY5-1806" fmla="*/ 17483 h 974031"/>
                <a:gd name="connsiteX6-1807" fmla="*/ 962888 w 964913"/>
                <a:gd name="connsiteY6-1808" fmla="*/ 255498 h 974031"/>
                <a:gd name="connsiteX7-1809" fmla="*/ 785934 w 964913"/>
                <a:gd name="connsiteY7-1810" fmla="*/ 611910 h 974031"/>
                <a:gd name="connsiteX8-1811" fmla="*/ 930234 w 964913"/>
                <a:gd name="connsiteY8-1812" fmla="*/ 871496 h 974031"/>
                <a:gd name="connsiteX0-1813" fmla="*/ 930234 w 962888"/>
                <a:gd name="connsiteY0-1814" fmla="*/ 871496 h 974031"/>
                <a:gd name="connsiteX1-1815" fmla="*/ 718048 w 962888"/>
                <a:gd name="connsiteY1-1816" fmla="*/ 971773 h 974031"/>
                <a:gd name="connsiteX2-1817" fmla="*/ 169062 w 962888"/>
                <a:gd name="connsiteY2-1818" fmla="*/ 872966 h 974031"/>
                <a:gd name="connsiteX3-1819" fmla="*/ 5522 w 962888"/>
                <a:gd name="connsiteY3-1820" fmla="*/ 456022 h 974031"/>
                <a:gd name="connsiteX4-1821" fmla="*/ 316076 w 962888"/>
                <a:gd name="connsiteY4-1822" fmla="*/ 70387 h 974031"/>
                <a:gd name="connsiteX5-1823" fmla="*/ 695554 w 962888"/>
                <a:gd name="connsiteY5-1824" fmla="*/ 17483 h 974031"/>
                <a:gd name="connsiteX6-1825" fmla="*/ 962888 w 962888"/>
                <a:gd name="connsiteY6-1826" fmla="*/ 255498 h 974031"/>
                <a:gd name="connsiteX7-1827" fmla="*/ 785934 w 962888"/>
                <a:gd name="connsiteY7-1828" fmla="*/ 611910 h 974031"/>
                <a:gd name="connsiteX8-1829" fmla="*/ 930234 w 962888"/>
                <a:gd name="connsiteY8-1830" fmla="*/ 871496 h 974031"/>
                <a:gd name="connsiteX0-1831" fmla="*/ 930234 w 962888"/>
                <a:gd name="connsiteY0-1832" fmla="*/ 861400 h 963935"/>
                <a:gd name="connsiteX1-1833" fmla="*/ 718048 w 962888"/>
                <a:gd name="connsiteY1-1834" fmla="*/ 961677 h 963935"/>
                <a:gd name="connsiteX2-1835" fmla="*/ 169062 w 962888"/>
                <a:gd name="connsiteY2-1836" fmla="*/ 862870 h 963935"/>
                <a:gd name="connsiteX3-1837" fmla="*/ 5522 w 962888"/>
                <a:gd name="connsiteY3-1838" fmla="*/ 445926 h 963935"/>
                <a:gd name="connsiteX4-1839" fmla="*/ 316076 w 962888"/>
                <a:gd name="connsiteY4-1840" fmla="*/ 60291 h 963935"/>
                <a:gd name="connsiteX5-1841" fmla="*/ 782862 w 962888"/>
                <a:gd name="connsiteY5-1842" fmla="*/ 23965 h 963935"/>
                <a:gd name="connsiteX6-1843" fmla="*/ 962888 w 962888"/>
                <a:gd name="connsiteY6-1844" fmla="*/ 245402 h 963935"/>
                <a:gd name="connsiteX7-1845" fmla="*/ 785934 w 962888"/>
                <a:gd name="connsiteY7-1846" fmla="*/ 601814 h 963935"/>
                <a:gd name="connsiteX8-1847" fmla="*/ 930234 w 962888"/>
                <a:gd name="connsiteY8-1848" fmla="*/ 861400 h 963935"/>
                <a:gd name="connsiteX0-1849" fmla="*/ 930234 w 963766"/>
                <a:gd name="connsiteY0-1850" fmla="*/ 861400 h 963935"/>
                <a:gd name="connsiteX1-1851" fmla="*/ 718048 w 963766"/>
                <a:gd name="connsiteY1-1852" fmla="*/ 961677 h 963935"/>
                <a:gd name="connsiteX2-1853" fmla="*/ 169062 w 963766"/>
                <a:gd name="connsiteY2-1854" fmla="*/ 862870 h 963935"/>
                <a:gd name="connsiteX3-1855" fmla="*/ 5522 w 963766"/>
                <a:gd name="connsiteY3-1856" fmla="*/ 445926 h 963935"/>
                <a:gd name="connsiteX4-1857" fmla="*/ 316076 w 963766"/>
                <a:gd name="connsiteY4-1858" fmla="*/ 60291 h 963935"/>
                <a:gd name="connsiteX5-1859" fmla="*/ 782862 w 963766"/>
                <a:gd name="connsiteY5-1860" fmla="*/ 23965 h 963935"/>
                <a:gd name="connsiteX6-1861" fmla="*/ 962888 w 963766"/>
                <a:gd name="connsiteY6-1862" fmla="*/ 245402 h 963935"/>
                <a:gd name="connsiteX7-1863" fmla="*/ 785934 w 963766"/>
                <a:gd name="connsiteY7-1864" fmla="*/ 601814 h 963935"/>
                <a:gd name="connsiteX8-1865" fmla="*/ 930234 w 963766"/>
                <a:gd name="connsiteY8-1866" fmla="*/ 861400 h 963935"/>
                <a:gd name="connsiteX0-1867" fmla="*/ 930234 w 963766"/>
                <a:gd name="connsiteY0-1868" fmla="*/ 861400 h 963935"/>
                <a:gd name="connsiteX1-1869" fmla="*/ 718048 w 963766"/>
                <a:gd name="connsiteY1-1870" fmla="*/ 961677 h 963935"/>
                <a:gd name="connsiteX2-1871" fmla="*/ 169062 w 963766"/>
                <a:gd name="connsiteY2-1872" fmla="*/ 862870 h 963935"/>
                <a:gd name="connsiteX3-1873" fmla="*/ 5522 w 963766"/>
                <a:gd name="connsiteY3-1874" fmla="*/ 445926 h 963935"/>
                <a:gd name="connsiteX4-1875" fmla="*/ 316076 w 963766"/>
                <a:gd name="connsiteY4-1876" fmla="*/ 60291 h 963935"/>
                <a:gd name="connsiteX5-1877" fmla="*/ 782862 w 963766"/>
                <a:gd name="connsiteY5-1878" fmla="*/ 23965 h 963935"/>
                <a:gd name="connsiteX6-1879" fmla="*/ 962888 w 963766"/>
                <a:gd name="connsiteY6-1880" fmla="*/ 245402 h 963935"/>
                <a:gd name="connsiteX7-1881" fmla="*/ 760989 w 963766"/>
                <a:gd name="connsiteY7-1882" fmla="*/ 723390 h 963935"/>
                <a:gd name="connsiteX8-1883" fmla="*/ 930234 w 963766"/>
                <a:gd name="connsiteY8-1884" fmla="*/ 861400 h 963935"/>
                <a:gd name="connsiteX0-1885" fmla="*/ 930234 w 963766"/>
                <a:gd name="connsiteY0-1886" fmla="*/ 861400 h 963935"/>
                <a:gd name="connsiteX1-1887" fmla="*/ 718048 w 963766"/>
                <a:gd name="connsiteY1-1888" fmla="*/ 961677 h 963935"/>
                <a:gd name="connsiteX2-1889" fmla="*/ 169062 w 963766"/>
                <a:gd name="connsiteY2-1890" fmla="*/ 862870 h 963935"/>
                <a:gd name="connsiteX3-1891" fmla="*/ 5522 w 963766"/>
                <a:gd name="connsiteY3-1892" fmla="*/ 445926 h 963935"/>
                <a:gd name="connsiteX4-1893" fmla="*/ 316076 w 963766"/>
                <a:gd name="connsiteY4-1894" fmla="*/ 60291 h 963935"/>
                <a:gd name="connsiteX5-1895" fmla="*/ 782862 w 963766"/>
                <a:gd name="connsiteY5-1896" fmla="*/ 23965 h 963935"/>
                <a:gd name="connsiteX6-1897" fmla="*/ 962888 w 963766"/>
                <a:gd name="connsiteY6-1898" fmla="*/ 245402 h 963935"/>
                <a:gd name="connsiteX7-1899" fmla="*/ 704863 w 963766"/>
                <a:gd name="connsiteY7-1900" fmla="*/ 634971 h 963935"/>
                <a:gd name="connsiteX8-1901" fmla="*/ 930234 w 963766"/>
                <a:gd name="connsiteY8-1902" fmla="*/ 861400 h 963935"/>
                <a:gd name="connsiteX0-1903" fmla="*/ 886581 w 963766"/>
                <a:gd name="connsiteY0-1904" fmla="*/ 828243 h 963935"/>
                <a:gd name="connsiteX1-1905" fmla="*/ 718048 w 963766"/>
                <a:gd name="connsiteY1-1906" fmla="*/ 961677 h 963935"/>
                <a:gd name="connsiteX2-1907" fmla="*/ 169062 w 963766"/>
                <a:gd name="connsiteY2-1908" fmla="*/ 862870 h 963935"/>
                <a:gd name="connsiteX3-1909" fmla="*/ 5522 w 963766"/>
                <a:gd name="connsiteY3-1910" fmla="*/ 445926 h 963935"/>
                <a:gd name="connsiteX4-1911" fmla="*/ 316076 w 963766"/>
                <a:gd name="connsiteY4-1912" fmla="*/ 60291 h 963935"/>
                <a:gd name="connsiteX5-1913" fmla="*/ 782862 w 963766"/>
                <a:gd name="connsiteY5-1914" fmla="*/ 23965 h 963935"/>
                <a:gd name="connsiteX6-1915" fmla="*/ 962888 w 963766"/>
                <a:gd name="connsiteY6-1916" fmla="*/ 245402 h 963935"/>
                <a:gd name="connsiteX7-1917" fmla="*/ 704863 w 963766"/>
                <a:gd name="connsiteY7-1918" fmla="*/ 634971 h 963935"/>
                <a:gd name="connsiteX8-1919" fmla="*/ 886581 w 963766"/>
                <a:gd name="connsiteY8-1920" fmla="*/ 828243 h 963935"/>
                <a:gd name="connsiteX0-1921" fmla="*/ 886581 w 963766"/>
                <a:gd name="connsiteY0-1922" fmla="*/ 828243 h 963935"/>
                <a:gd name="connsiteX1-1923" fmla="*/ 718048 w 963766"/>
                <a:gd name="connsiteY1-1924" fmla="*/ 961677 h 963935"/>
                <a:gd name="connsiteX2-1925" fmla="*/ 169062 w 963766"/>
                <a:gd name="connsiteY2-1926" fmla="*/ 862870 h 963935"/>
                <a:gd name="connsiteX3-1927" fmla="*/ 5522 w 963766"/>
                <a:gd name="connsiteY3-1928" fmla="*/ 445926 h 963935"/>
                <a:gd name="connsiteX4-1929" fmla="*/ 316076 w 963766"/>
                <a:gd name="connsiteY4-1930" fmla="*/ 60291 h 963935"/>
                <a:gd name="connsiteX5-1931" fmla="*/ 782862 w 963766"/>
                <a:gd name="connsiteY5-1932" fmla="*/ 23965 h 963935"/>
                <a:gd name="connsiteX6-1933" fmla="*/ 962888 w 963766"/>
                <a:gd name="connsiteY6-1934" fmla="*/ 317243 h 963935"/>
                <a:gd name="connsiteX7-1935" fmla="*/ 704863 w 963766"/>
                <a:gd name="connsiteY7-1936" fmla="*/ 634971 h 963935"/>
                <a:gd name="connsiteX8-1937" fmla="*/ 886581 w 963766"/>
                <a:gd name="connsiteY8-1938" fmla="*/ 828243 h 963935"/>
                <a:gd name="connsiteX0-1939" fmla="*/ 886581 w 963766"/>
                <a:gd name="connsiteY0-1940" fmla="*/ 828243 h 963935"/>
                <a:gd name="connsiteX1-1941" fmla="*/ 718048 w 963766"/>
                <a:gd name="connsiteY1-1942" fmla="*/ 961677 h 963935"/>
                <a:gd name="connsiteX2-1943" fmla="*/ 169062 w 963766"/>
                <a:gd name="connsiteY2-1944" fmla="*/ 862870 h 963935"/>
                <a:gd name="connsiteX3-1945" fmla="*/ 5522 w 963766"/>
                <a:gd name="connsiteY3-1946" fmla="*/ 445926 h 963935"/>
                <a:gd name="connsiteX4-1947" fmla="*/ 316076 w 963766"/>
                <a:gd name="connsiteY4-1948" fmla="*/ 60291 h 963935"/>
                <a:gd name="connsiteX5-1949" fmla="*/ 782862 w 963766"/>
                <a:gd name="connsiteY5-1950" fmla="*/ 23965 h 963935"/>
                <a:gd name="connsiteX6-1951" fmla="*/ 962888 w 963766"/>
                <a:gd name="connsiteY6-1952" fmla="*/ 317243 h 963935"/>
                <a:gd name="connsiteX7-1953" fmla="*/ 704863 w 963766"/>
                <a:gd name="connsiteY7-1954" fmla="*/ 623919 h 963935"/>
                <a:gd name="connsiteX8-1955" fmla="*/ 886581 w 963766"/>
                <a:gd name="connsiteY8-1956" fmla="*/ 828243 h 963935"/>
                <a:gd name="connsiteX0-1957" fmla="*/ 886581 w 963766"/>
                <a:gd name="connsiteY0-1958" fmla="*/ 828243 h 963935"/>
                <a:gd name="connsiteX1-1959" fmla="*/ 718048 w 963766"/>
                <a:gd name="connsiteY1-1960" fmla="*/ 961677 h 963935"/>
                <a:gd name="connsiteX2-1961" fmla="*/ 169062 w 963766"/>
                <a:gd name="connsiteY2-1962" fmla="*/ 862870 h 963935"/>
                <a:gd name="connsiteX3-1963" fmla="*/ 5522 w 963766"/>
                <a:gd name="connsiteY3-1964" fmla="*/ 445926 h 963935"/>
                <a:gd name="connsiteX4-1965" fmla="*/ 316076 w 963766"/>
                <a:gd name="connsiteY4-1966" fmla="*/ 60291 h 963935"/>
                <a:gd name="connsiteX5-1967" fmla="*/ 782862 w 963766"/>
                <a:gd name="connsiteY5-1968" fmla="*/ 23965 h 963935"/>
                <a:gd name="connsiteX6-1969" fmla="*/ 962888 w 963766"/>
                <a:gd name="connsiteY6-1970" fmla="*/ 317243 h 963935"/>
                <a:gd name="connsiteX7-1971" fmla="*/ 704863 w 963766"/>
                <a:gd name="connsiteY7-1972" fmla="*/ 623919 h 963935"/>
                <a:gd name="connsiteX8-1973" fmla="*/ 886581 w 963766"/>
                <a:gd name="connsiteY8-1974" fmla="*/ 828243 h 963935"/>
                <a:gd name="connsiteX0-1975" fmla="*/ 886581 w 963766"/>
                <a:gd name="connsiteY0-1976" fmla="*/ 828243 h 963935"/>
                <a:gd name="connsiteX1-1977" fmla="*/ 718048 w 963766"/>
                <a:gd name="connsiteY1-1978" fmla="*/ 961677 h 963935"/>
                <a:gd name="connsiteX2-1979" fmla="*/ 169062 w 963766"/>
                <a:gd name="connsiteY2-1980" fmla="*/ 862870 h 963935"/>
                <a:gd name="connsiteX3-1981" fmla="*/ 5522 w 963766"/>
                <a:gd name="connsiteY3-1982" fmla="*/ 445926 h 963935"/>
                <a:gd name="connsiteX4-1983" fmla="*/ 316076 w 963766"/>
                <a:gd name="connsiteY4-1984" fmla="*/ 60291 h 963935"/>
                <a:gd name="connsiteX5-1985" fmla="*/ 782862 w 963766"/>
                <a:gd name="connsiteY5-1986" fmla="*/ 23965 h 963935"/>
                <a:gd name="connsiteX6-1987" fmla="*/ 962888 w 963766"/>
                <a:gd name="connsiteY6-1988" fmla="*/ 317243 h 963935"/>
                <a:gd name="connsiteX7-1989" fmla="*/ 704863 w 963766"/>
                <a:gd name="connsiteY7-1990" fmla="*/ 623919 h 963935"/>
                <a:gd name="connsiteX8-1991" fmla="*/ 886581 w 963766"/>
                <a:gd name="connsiteY8-1992" fmla="*/ 828243 h 963935"/>
                <a:gd name="connsiteX0-1993" fmla="*/ 886581 w 963766"/>
                <a:gd name="connsiteY0-1994" fmla="*/ 828243 h 963935"/>
                <a:gd name="connsiteX1-1995" fmla="*/ 718048 w 963766"/>
                <a:gd name="connsiteY1-1996" fmla="*/ 961677 h 963935"/>
                <a:gd name="connsiteX2-1997" fmla="*/ 169062 w 963766"/>
                <a:gd name="connsiteY2-1998" fmla="*/ 862870 h 963935"/>
                <a:gd name="connsiteX3-1999" fmla="*/ 5522 w 963766"/>
                <a:gd name="connsiteY3-2000" fmla="*/ 445926 h 963935"/>
                <a:gd name="connsiteX4-2001" fmla="*/ 316076 w 963766"/>
                <a:gd name="connsiteY4-2002" fmla="*/ 60291 h 963935"/>
                <a:gd name="connsiteX5-2003" fmla="*/ 782862 w 963766"/>
                <a:gd name="connsiteY5-2004" fmla="*/ 23965 h 963935"/>
                <a:gd name="connsiteX6-2005" fmla="*/ 962888 w 963766"/>
                <a:gd name="connsiteY6-2006" fmla="*/ 317243 h 963935"/>
                <a:gd name="connsiteX7-2007" fmla="*/ 704863 w 963766"/>
                <a:gd name="connsiteY7-2008" fmla="*/ 623919 h 963935"/>
                <a:gd name="connsiteX8-2009" fmla="*/ 886581 w 963766"/>
                <a:gd name="connsiteY8-2010" fmla="*/ 828243 h 963935"/>
                <a:gd name="connsiteX0-2011" fmla="*/ 886581 w 963766"/>
                <a:gd name="connsiteY0-2012" fmla="*/ 828243 h 963935"/>
                <a:gd name="connsiteX1-2013" fmla="*/ 718048 w 963766"/>
                <a:gd name="connsiteY1-2014" fmla="*/ 961677 h 963935"/>
                <a:gd name="connsiteX2-2015" fmla="*/ 169062 w 963766"/>
                <a:gd name="connsiteY2-2016" fmla="*/ 862870 h 963935"/>
                <a:gd name="connsiteX3-2017" fmla="*/ 5522 w 963766"/>
                <a:gd name="connsiteY3-2018" fmla="*/ 445926 h 963935"/>
                <a:gd name="connsiteX4-2019" fmla="*/ 316076 w 963766"/>
                <a:gd name="connsiteY4-2020" fmla="*/ 60291 h 963935"/>
                <a:gd name="connsiteX5-2021" fmla="*/ 782862 w 963766"/>
                <a:gd name="connsiteY5-2022" fmla="*/ 23965 h 963935"/>
                <a:gd name="connsiteX6-2023" fmla="*/ 962888 w 963766"/>
                <a:gd name="connsiteY6-2024" fmla="*/ 317243 h 963935"/>
                <a:gd name="connsiteX7-2025" fmla="*/ 704863 w 963766"/>
                <a:gd name="connsiteY7-2026" fmla="*/ 623919 h 963935"/>
                <a:gd name="connsiteX8-2027" fmla="*/ 886581 w 963766"/>
                <a:gd name="connsiteY8-2028" fmla="*/ 828243 h 963935"/>
                <a:gd name="connsiteX0-2029" fmla="*/ 911526 w 963766"/>
                <a:gd name="connsiteY0-2030" fmla="*/ 828243 h 963935"/>
                <a:gd name="connsiteX1-2031" fmla="*/ 718048 w 963766"/>
                <a:gd name="connsiteY1-2032" fmla="*/ 961677 h 963935"/>
                <a:gd name="connsiteX2-2033" fmla="*/ 169062 w 963766"/>
                <a:gd name="connsiteY2-2034" fmla="*/ 862870 h 963935"/>
                <a:gd name="connsiteX3-2035" fmla="*/ 5522 w 963766"/>
                <a:gd name="connsiteY3-2036" fmla="*/ 445926 h 963935"/>
                <a:gd name="connsiteX4-2037" fmla="*/ 316076 w 963766"/>
                <a:gd name="connsiteY4-2038" fmla="*/ 60291 h 963935"/>
                <a:gd name="connsiteX5-2039" fmla="*/ 782862 w 963766"/>
                <a:gd name="connsiteY5-2040" fmla="*/ 23965 h 963935"/>
                <a:gd name="connsiteX6-2041" fmla="*/ 962888 w 963766"/>
                <a:gd name="connsiteY6-2042" fmla="*/ 317243 h 963935"/>
                <a:gd name="connsiteX7-2043" fmla="*/ 704863 w 963766"/>
                <a:gd name="connsiteY7-2044" fmla="*/ 623919 h 963935"/>
                <a:gd name="connsiteX8-2045" fmla="*/ 911526 w 963766"/>
                <a:gd name="connsiteY8-2046" fmla="*/ 828243 h 963935"/>
                <a:gd name="connsiteX0-2047" fmla="*/ 824219 w 963766"/>
                <a:gd name="connsiteY0-2048" fmla="*/ 828243 h 963935"/>
                <a:gd name="connsiteX1-2049" fmla="*/ 718048 w 963766"/>
                <a:gd name="connsiteY1-2050" fmla="*/ 961677 h 963935"/>
                <a:gd name="connsiteX2-2051" fmla="*/ 169062 w 963766"/>
                <a:gd name="connsiteY2-2052" fmla="*/ 862870 h 963935"/>
                <a:gd name="connsiteX3-2053" fmla="*/ 5522 w 963766"/>
                <a:gd name="connsiteY3-2054" fmla="*/ 445926 h 963935"/>
                <a:gd name="connsiteX4-2055" fmla="*/ 316076 w 963766"/>
                <a:gd name="connsiteY4-2056" fmla="*/ 60291 h 963935"/>
                <a:gd name="connsiteX5-2057" fmla="*/ 782862 w 963766"/>
                <a:gd name="connsiteY5-2058" fmla="*/ 23965 h 963935"/>
                <a:gd name="connsiteX6-2059" fmla="*/ 962888 w 963766"/>
                <a:gd name="connsiteY6-2060" fmla="*/ 317243 h 963935"/>
                <a:gd name="connsiteX7-2061" fmla="*/ 704863 w 963766"/>
                <a:gd name="connsiteY7-2062" fmla="*/ 623919 h 963935"/>
                <a:gd name="connsiteX8-2063" fmla="*/ 824219 w 963766"/>
                <a:gd name="connsiteY8-2064" fmla="*/ 828243 h 963935"/>
                <a:gd name="connsiteX0-2065" fmla="*/ 892817 w 963766"/>
                <a:gd name="connsiteY0-2066" fmla="*/ 839295 h 963935"/>
                <a:gd name="connsiteX1-2067" fmla="*/ 718048 w 963766"/>
                <a:gd name="connsiteY1-2068" fmla="*/ 961677 h 963935"/>
                <a:gd name="connsiteX2-2069" fmla="*/ 169062 w 963766"/>
                <a:gd name="connsiteY2-2070" fmla="*/ 862870 h 963935"/>
                <a:gd name="connsiteX3-2071" fmla="*/ 5522 w 963766"/>
                <a:gd name="connsiteY3-2072" fmla="*/ 445926 h 963935"/>
                <a:gd name="connsiteX4-2073" fmla="*/ 316076 w 963766"/>
                <a:gd name="connsiteY4-2074" fmla="*/ 60291 h 963935"/>
                <a:gd name="connsiteX5-2075" fmla="*/ 782862 w 963766"/>
                <a:gd name="connsiteY5-2076" fmla="*/ 23965 h 963935"/>
                <a:gd name="connsiteX6-2077" fmla="*/ 962888 w 963766"/>
                <a:gd name="connsiteY6-2078" fmla="*/ 317243 h 963935"/>
                <a:gd name="connsiteX7-2079" fmla="*/ 704863 w 963766"/>
                <a:gd name="connsiteY7-2080" fmla="*/ 623919 h 963935"/>
                <a:gd name="connsiteX8-2081" fmla="*/ 892817 w 963766"/>
                <a:gd name="connsiteY8-2082" fmla="*/ 839295 h 963935"/>
                <a:gd name="connsiteX0-2083" fmla="*/ 892817 w 963766"/>
                <a:gd name="connsiteY0-2084" fmla="*/ 839295 h 963935"/>
                <a:gd name="connsiteX1-2085" fmla="*/ 718048 w 963766"/>
                <a:gd name="connsiteY1-2086" fmla="*/ 961677 h 963935"/>
                <a:gd name="connsiteX2-2087" fmla="*/ 169062 w 963766"/>
                <a:gd name="connsiteY2-2088" fmla="*/ 862870 h 963935"/>
                <a:gd name="connsiteX3-2089" fmla="*/ 5522 w 963766"/>
                <a:gd name="connsiteY3-2090" fmla="*/ 445926 h 963935"/>
                <a:gd name="connsiteX4-2091" fmla="*/ 316076 w 963766"/>
                <a:gd name="connsiteY4-2092" fmla="*/ 60291 h 963935"/>
                <a:gd name="connsiteX5-2093" fmla="*/ 782862 w 963766"/>
                <a:gd name="connsiteY5-2094" fmla="*/ 23965 h 963935"/>
                <a:gd name="connsiteX6-2095" fmla="*/ 962888 w 963766"/>
                <a:gd name="connsiteY6-2096" fmla="*/ 317243 h 963935"/>
                <a:gd name="connsiteX7-2097" fmla="*/ 704863 w 963766"/>
                <a:gd name="connsiteY7-2098" fmla="*/ 623919 h 963935"/>
                <a:gd name="connsiteX8-2099" fmla="*/ 892817 w 963766"/>
                <a:gd name="connsiteY8-2100" fmla="*/ 839295 h 963935"/>
                <a:gd name="connsiteX0-2101" fmla="*/ 892817 w 963766"/>
                <a:gd name="connsiteY0-2102" fmla="*/ 839295 h 963935"/>
                <a:gd name="connsiteX1-2103" fmla="*/ 718048 w 963766"/>
                <a:gd name="connsiteY1-2104" fmla="*/ 961677 h 963935"/>
                <a:gd name="connsiteX2-2105" fmla="*/ 169062 w 963766"/>
                <a:gd name="connsiteY2-2106" fmla="*/ 862870 h 963935"/>
                <a:gd name="connsiteX3-2107" fmla="*/ 5522 w 963766"/>
                <a:gd name="connsiteY3-2108" fmla="*/ 445926 h 963935"/>
                <a:gd name="connsiteX4-2109" fmla="*/ 316076 w 963766"/>
                <a:gd name="connsiteY4-2110" fmla="*/ 60291 h 963935"/>
                <a:gd name="connsiteX5-2111" fmla="*/ 782862 w 963766"/>
                <a:gd name="connsiteY5-2112" fmla="*/ 23965 h 963935"/>
                <a:gd name="connsiteX6-2113" fmla="*/ 962888 w 963766"/>
                <a:gd name="connsiteY6-2114" fmla="*/ 317243 h 963935"/>
                <a:gd name="connsiteX7-2115" fmla="*/ 704863 w 963766"/>
                <a:gd name="connsiteY7-2116" fmla="*/ 623919 h 963935"/>
                <a:gd name="connsiteX8-2117" fmla="*/ 892817 w 963766"/>
                <a:gd name="connsiteY8-2118" fmla="*/ 839295 h 963935"/>
                <a:gd name="connsiteX0-2119" fmla="*/ 892817 w 963766"/>
                <a:gd name="connsiteY0-2120" fmla="*/ 839295 h 963935"/>
                <a:gd name="connsiteX1-2121" fmla="*/ 718048 w 963766"/>
                <a:gd name="connsiteY1-2122" fmla="*/ 961677 h 963935"/>
                <a:gd name="connsiteX2-2123" fmla="*/ 169062 w 963766"/>
                <a:gd name="connsiteY2-2124" fmla="*/ 862870 h 963935"/>
                <a:gd name="connsiteX3-2125" fmla="*/ 5522 w 963766"/>
                <a:gd name="connsiteY3-2126" fmla="*/ 445926 h 963935"/>
                <a:gd name="connsiteX4-2127" fmla="*/ 316076 w 963766"/>
                <a:gd name="connsiteY4-2128" fmla="*/ 60291 h 963935"/>
                <a:gd name="connsiteX5-2129" fmla="*/ 782862 w 963766"/>
                <a:gd name="connsiteY5-2130" fmla="*/ 23965 h 963935"/>
                <a:gd name="connsiteX6-2131" fmla="*/ 962888 w 963766"/>
                <a:gd name="connsiteY6-2132" fmla="*/ 317243 h 963935"/>
                <a:gd name="connsiteX7-2133" fmla="*/ 704863 w 963766"/>
                <a:gd name="connsiteY7-2134" fmla="*/ 623919 h 963935"/>
                <a:gd name="connsiteX8-2135" fmla="*/ 892817 w 963766"/>
                <a:gd name="connsiteY8-2136" fmla="*/ 839295 h 963935"/>
                <a:gd name="connsiteX0-2137" fmla="*/ 892817 w 963766"/>
                <a:gd name="connsiteY0-2138" fmla="*/ 839295 h 963935"/>
                <a:gd name="connsiteX1-2139" fmla="*/ 718048 w 963766"/>
                <a:gd name="connsiteY1-2140" fmla="*/ 961677 h 963935"/>
                <a:gd name="connsiteX2-2141" fmla="*/ 169062 w 963766"/>
                <a:gd name="connsiteY2-2142" fmla="*/ 862870 h 963935"/>
                <a:gd name="connsiteX3-2143" fmla="*/ 5522 w 963766"/>
                <a:gd name="connsiteY3-2144" fmla="*/ 445926 h 963935"/>
                <a:gd name="connsiteX4-2145" fmla="*/ 316076 w 963766"/>
                <a:gd name="connsiteY4-2146" fmla="*/ 60291 h 963935"/>
                <a:gd name="connsiteX5-2147" fmla="*/ 782862 w 963766"/>
                <a:gd name="connsiteY5-2148" fmla="*/ 23965 h 963935"/>
                <a:gd name="connsiteX6-2149" fmla="*/ 962888 w 963766"/>
                <a:gd name="connsiteY6-2150" fmla="*/ 317243 h 963935"/>
                <a:gd name="connsiteX7-2151" fmla="*/ 704863 w 963766"/>
                <a:gd name="connsiteY7-2152" fmla="*/ 623919 h 963935"/>
                <a:gd name="connsiteX8-2153" fmla="*/ 892817 w 963766"/>
                <a:gd name="connsiteY8-2154" fmla="*/ 839295 h 963935"/>
                <a:gd name="connsiteX0-2155" fmla="*/ 892817 w 963877"/>
                <a:gd name="connsiteY0-2156" fmla="*/ 839295 h 963935"/>
                <a:gd name="connsiteX1-2157" fmla="*/ 718048 w 963877"/>
                <a:gd name="connsiteY1-2158" fmla="*/ 961677 h 963935"/>
                <a:gd name="connsiteX2-2159" fmla="*/ 169062 w 963877"/>
                <a:gd name="connsiteY2-2160" fmla="*/ 862870 h 963935"/>
                <a:gd name="connsiteX3-2161" fmla="*/ 5522 w 963877"/>
                <a:gd name="connsiteY3-2162" fmla="*/ 445926 h 963935"/>
                <a:gd name="connsiteX4-2163" fmla="*/ 316076 w 963877"/>
                <a:gd name="connsiteY4-2164" fmla="*/ 60291 h 963935"/>
                <a:gd name="connsiteX5-2165" fmla="*/ 782862 w 963877"/>
                <a:gd name="connsiteY5-2166" fmla="*/ 23965 h 963935"/>
                <a:gd name="connsiteX6-2167" fmla="*/ 962888 w 963877"/>
                <a:gd name="connsiteY6-2168" fmla="*/ 317243 h 963935"/>
                <a:gd name="connsiteX7-2169" fmla="*/ 704863 w 963877"/>
                <a:gd name="connsiteY7-2170" fmla="*/ 623919 h 963935"/>
                <a:gd name="connsiteX8-2171" fmla="*/ 892817 w 963877"/>
                <a:gd name="connsiteY8-2172" fmla="*/ 839295 h 963935"/>
                <a:gd name="connsiteX0-2173" fmla="*/ 892817 w 963877"/>
                <a:gd name="connsiteY0-2174" fmla="*/ 848349 h 972989"/>
                <a:gd name="connsiteX1-2175" fmla="*/ 718048 w 963877"/>
                <a:gd name="connsiteY1-2176" fmla="*/ 970731 h 972989"/>
                <a:gd name="connsiteX2-2177" fmla="*/ 169062 w 963877"/>
                <a:gd name="connsiteY2-2178" fmla="*/ 871924 h 972989"/>
                <a:gd name="connsiteX3-2179" fmla="*/ 5522 w 963877"/>
                <a:gd name="connsiteY3-2180" fmla="*/ 454980 h 972989"/>
                <a:gd name="connsiteX4-2181" fmla="*/ 316076 w 963877"/>
                <a:gd name="connsiteY4-2182" fmla="*/ 69345 h 972989"/>
                <a:gd name="connsiteX5-2183" fmla="*/ 782862 w 963877"/>
                <a:gd name="connsiteY5-2184" fmla="*/ 33019 h 972989"/>
                <a:gd name="connsiteX6-2185" fmla="*/ 962888 w 963877"/>
                <a:gd name="connsiteY6-2186" fmla="*/ 326297 h 972989"/>
                <a:gd name="connsiteX7-2187" fmla="*/ 704863 w 963877"/>
                <a:gd name="connsiteY7-2188" fmla="*/ 632973 h 972989"/>
                <a:gd name="connsiteX8-2189" fmla="*/ 892817 w 963877"/>
                <a:gd name="connsiteY8-2190" fmla="*/ 848349 h 972989"/>
                <a:gd name="connsiteX0-2191" fmla="*/ 892726 w 963786"/>
                <a:gd name="connsiteY0-2192" fmla="*/ 848349 h 1000915"/>
                <a:gd name="connsiteX1-2193" fmla="*/ 717957 w 963786"/>
                <a:gd name="connsiteY1-2194" fmla="*/ 970731 h 1000915"/>
                <a:gd name="connsiteX2-2195" fmla="*/ 170718 w 963786"/>
                <a:gd name="connsiteY2-2196" fmla="*/ 955459 h 1000915"/>
                <a:gd name="connsiteX3-2197" fmla="*/ 5431 w 963786"/>
                <a:gd name="connsiteY3-2198" fmla="*/ 454980 h 1000915"/>
                <a:gd name="connsiteX4-2199" fmla="*/ 315985 w 963786"/>
                <a:gd name="connsiteY4-2200" fmla="*/ 69345 h 1000915"/>
                <a:gd name="connsiteX5-2201" fmla="*/ 782771 w 963786"/>
                <a:gd name="connsiteY5-2202" fmla="*/ 33019 h 1000915"/>
                <a:gd name="connsiteX6-2203" fmla="*/ 962797 w 963786"/>
                <a:gd name="connsiteY6-2204" fmla="*/ 326297 h 1000915"/>
                <a:gd name="connsiteX7-2205" fmla="*/ 704772 w 963786"/>
                <a:gd name="connsiteY7-2206" fmla="*/ 632973 h 1000915"/>
                <a:gd name="connsiteX8-2207" fmla="*/ 892726 w 963786"/>
                <a:gd name="connsiteY8-2208" fmla="*/ 848349 h 1000915"/>
                <a:gd name="connsiteX0-2209" fmla="*/ 891259 w 962319"/>
                <a:gd name="connsiteY0-2210" fmla="*/ 848349 h 1000295"/>
                <a:gd name="connsiteX1-2211" fmla="*/ 716490 w 962319"/>
                <a:gd name="connsiteY1-2212" fmla="*/ 970731 h 1000295"/>
                <a:gd name="connsiteX2-2213" fmla="*/ 207065 w 962319"/>
                <a:gd name="connsiteY2-2214" fmla="*/ 954494 h 1000295"/>
                <a:gd name="connsiteX3-2215" fmla="*/ 3964 w 962319"/>
                <a:gd name="connsiteY3-2216" fmla="*/ 454980 h 1000295"/>
                <a:gd name="connsiteX4-2217" fmla="*/ 314518 w 962319"/>
                <a:gd name="connsiteY4-2218" fmla="*/ 69345 h 1000295"/>
                <a:gd name="connsiteX5-2219" fmla="*/ 781304 w 962319"/>
                <a:gd name="connsiteY5-2220" fmla="*/ 33019 h 1000295"/>
                <a:gd name="connsiteX6-2221" fmla="*/ 961330 w 962319"/>
                <a:gd name="connsiteY6-2222" fmla="*/ 326297 h 1000295"/>
                <a:gd name="connsiteX7-2223" fmla="*/ 703305 w 962319"/>
                <a:gd name="connsiteY7-2224" fmla="*/ 632973 h 1000295"/>
                <a:gd name="connsiteX8-2225" fmla="*/ 891259 w 962319"/>
                <a:gd name="connsiteY8-2226" fmla="*/ 848349 h 1000295"/>
                <a:gd name="connsiteX0-2227" fmla="*/ 890960 w 962020"/>
                <a:gd name="connsiteY0-2228" fmla="*/ 848349 h 1012098"/>
                <a:gd name="connsiteX1-2229" fmla="*/ 646732 w 962020"/>
                <a:gd name="connsiteY1-2230" fmla="*/ 994582 h 1012098"/>
                <a:gd name="connsiteX2-2231" fmla="*/ 206766 w 962020"/>
                <a:gd name="connsiteY2-2232" fmla="*/ 954494 h 1012098"/>
                <a:gd name="connsiteX3-2233" fmla="*/ 3665 w 962020"/>
                <a:gd name="connsiteY3-2234" fmla="*/ 454980 h 1012098"/>
                <a:gd name="connsiteX4-2235" fmla="*/ 314219 w 962020"/>
                <a:gd name="connsiteY4-2236" fmla="*/ 69345 h 1012098"/>
                <a:gd name="connsiteX5-2237" fmla="*/ 781005 w 962020"/>
                <a:gd name="connsiteY5-2238" fmla="*/ 33019 h 1012098"/>
                <a:gd name="connsiteX6-2239" fmla="*/ 961031 w 962020"/>
                <a:gd name="connsiteY6-2240" fmla="*/ 326297 h 1012098"/>
                <a:gd name="connsiteX7-2241" fmla="*/ 703006 w 962020"/>
                <a:gd name="connsiteY7-2242" fmla="*/ 632973 h 1012098"/>
                <a:gd name="connsiteX8-2243" fmla="*/ 890960 w 962020"/>
                <a:gd name="connsiteY8-2244" fmla="*/ 848349 h 1012098"/>
                <a:gd name="connsiteX0-2245" fmla="*/ 890960 w 962020"/>
                <a:gd name="connsiteY0-2246" fmla="*/ 848349 h 1023661"/>
                <a:gd name="connsiteX1-2247" fmla="*/ 646732 w 962020"/>
                <a:gd name="connsiteY1-2248" fmla="*/ 994582 h 1023661"/>
                <a:gd name="connsiteX2-2249" fmla="*/ 206766 w 962020"/>
                <a:gd name="connsiteY2-2250" fmla="*/ 954494 h 1023661"/>
                <a:gd name="connsiteX3-2251" fmla="*/ 3665 w 962020"/>
                <a:gd name="connsiteY3-2252" fmla="*/ 454980 h 1023661"/>
                <a:gd name="connsiteX4-2253" fmla="*/ 314219 w 962020"/>
                <a:gd name="connsiteY4-2254" fmla="*/ 69345 h 1023661"/>
                <a:gd name="connsiteX5-2255" fmla="*/ 781005 w 962020"/>
                <a:gd name="connsiteY5-2256" fmla="*/ 33019 h 1023661"/>
                <a:gd name="connsiteX6-2257" fmla="*/ 961031 w 962020"/>
                <a:gd name="connsiteY6-2258" fmla="*/ 326297 h 1023661"/>
                <a:gd name="connsiteX7-2259" fmla="*/ 703006 w 962020"/>
                <a:gd name="connsiteY7-2260" fmla="*/ 632973 h 1023661"/>
                <a:gd name="connsiteX8-2261" fmla="*/ 890960 w 962020"/>
                <a:gd name="connsiteY8-2262" fmla="*/ 848349 h 1023661"/>
                <a:gd name="connsiteX0-2263" fmla="*/ 890960 w 962020"/>
                <a:gd name="connsiteY0-2264" fmla="*/ 848349 h 1023661"/>
                <a:gd name="connsiteX1-2265" fmla="*/ 646732 w 962020"/>
                <a:gd name="connsiteY1-2266" fmla="*/ 994582 h 1023661"/>
                <a:gd name="connsiteX2-2267" fmla="*/ 206766 w 962020"/>
                <a:gd name="connsiteY2-2268" fmla="*/ 954494 h 1023661"/>
                <a:gd name="connsiteX3-2269" fmla="*/ 3665 w 962020"/>
                <a:gd name="connsiteY3-2270" fmla="*/ 454980 h 1023661"/>
                <a:gd name="connsiteX4-2271" fmla="*/ 314219 w 962020"/>
                <a:gd name="connsiteY4-2272" fmla="*/ 69345 h 1023661"/>
                <a:gd name="connsiteX5-2273" fmla="*/ 781005 w 962020"/>
                <a:gd name="connsiteY5-2274" fmla="*/ 33019 h 1023661"/>
                <a:gd name="connsiteX6-2275" fmla="*/ 961031 w 962020"/>
                <a:gd name="connsiteY6-2276" fmla="*/ 326297 h 1023661"/>
                <a:gd name="connsiteX7-2277" fmla="*/ 703006 w 962020"/>
                <a:gd name="connsiteY7-2278" fmla="*/ 632973 h 1023661"/>
                <a:gd name="connsiteX8-2279" fmla="*/ 890960 w 962020"/>
                <a:gd name="connsiteY8-2280" fmla="*/ 848349 h 1023661"/>
                <a:gd name="connsiteX0-2281" fmla="*/ 833301 w 962020"/>
                <a:gd name="connsiteY0-2282" fmla="*/ 856128 h 1023661"/>
                <a:gd name="connsiteX1-2283" fmla="*/ 646732 w 962020"/>
                <a:gd name="connsiteY1-2284" fmla="*/ 994582 h 1023661"/>
                <a:gd name="connsiteX2-2285" fmla="*/ 206766 w 962020"/>
                <a:gd name="connsiteY2-2286" fmla="*/ 954494 h 1023661"/>
                <a:gd name="connsiteX3-2287" fmla="*/ 3665 w 962020"/>
                <a:gd name="connsiteY3-2288" fmla="*/ 454980 h 1023661"/>
                <a:gd name="connsiteX4-2289" fmla="*/ 314219 w 962020"/>
                <a:gd name="connsiteY4-2290" fmla="*/ 69345 h 1023661"/>
                <a:gd name="connsiteX5-2291" fmla="*/ 781005 w 962020"/>
                <a:gd name="connsiteY5-2292" fmla="*/ 33019 h 1023661"/>
                <a:gd name="connsiteX6-2293" fmla="*/ 961031 w 962020"/>
                <a:gd name="connsiteY6-2294" fmla="*/ 326297 h 1023661"/>
                <a:gd name="connsiteX7-2295" fmla="*/ 703006 w 962020"/>
                <a:gd name="connsiteY7-2296" fmla="*/ 632973 h 1023661"/>
                <a:gd name="connsiteX8-2297" fmla="*/ 833301 w 962020"/>
                <a:gd name="connsiteY8-2298" fmla="*/ 856128 h 1023661"/>
                <a:gd name="connsiteX0-2299" fmla="*/ 820294 w 962020"/>
                <a:gd name="connsiteY0-2300" fmla="*/ 848574 h 1023661"/>
                <a:gd name="connsiteX1-2301" fmla="*/ 646732 w 962020"/>
                <a:gd name="connsiteY1-2302" fmla="*/ 994582 h 1023661"/>
                <a:gd name="connsiteX2-2303" fmla="*/ 206766 w 962020"/>
                <a:gd name="connsiteY2-2304" fmla="*/ 954494 h 1023661"/>
                <a:gd name="connsiteX3-2305" fmla="*/ 3665 w 962020"/>
                <a:gd name="connsiteY3-2306" fmla="*/ 454980 h 1023661"/>
                <a:gd name="connsiteX4-2307" fmla="*/ 314219 w 962020"/>
                <a:gd name="connsiteY4-2308" fmla="*/ 69345 h 1023661"/>
                <a:gd name="connsiteX5-2309" fmla="*/ 781005 w 962020"/>
                <a:gd name="connsiteY5-2310" fmla="*/ 33019 h 1023661"/>
                <a:gd name="connsiteX6-2311" fmla="*/ 961031 w 962020"/>
                <a:gd name="connsiteY6-2312" fmla="*/ 326297 h 1023661"/>
                <a:gd name="connsiteX7-2313" fmla="*/ 703006 w 962020"/>
                <a:gd name="connsiteY7-2314" fmla="*/ 632973 h 1023661"/>
                <a:gd name="connsiteX8-2315" fmla="*/ 820294 w 962020"/>
                <a:gd name="connsiteY8-2316" fmla="*/ 848574 h 1023661"/>
                <a:gd name="connsiteX0-2317" fmla="*/ 820294 w 962020"/>
                <a:gd name="connsiteY0-2318" fmla="*/ 848574 h 1023661"/>
                <a:gd name="connsiteX1-2319" fmla="*/ 646732 w 962020"/>
                <a:gd name="connsiteY1-2320" fmla="*/ 994582 h 1023661"/>
                <a:gd name="connsiteX2-2321" fmla="*/ 206766 w 962020"/>
                <a:gd name="connsiteY2-2322" fmla="*/ 954494 h 1023661"/>
                <a:gd name="connsiteX3-2323" fmla="*/ 3665 w 962020"/>
                <a:gd name="connsiteY3-2324" fmla="*/ 454980 h 1023661"/>
                <a:gd name="connsiteX4-2325" fmla="*/ 314219 w 962020"/>
                <a:gd name="connsiteY4-2326" fmla="*/ 69345 h 1023661"/>
                <a:gd name="connsiteX5-2327" fmla="*/ 781005 w 962020"/>
                <a:gd name="connsiteY5-2328" fmla="*/ 33019 h 1023661"/>
                <a:gd name="connsiteX6-2329" fmla="*/ 961031 w 962020"/>
                <a:gd name="connsiteY6-2330" fmla="*/ 326297 h 1023661"/>
                <a:gd name="connsiteX7-2331" fmla="*/ 704549 w 962020"/>
                <a:gd name="connsiteY7-2332" fmla="*/ 638453 h 1023661"/>
                <a:gd name="connsiteX8-2333" fmla="*/ 820294 w 962020"/>
                <a:gd name="connsiteY8-2334" fmla="*/ 848574 h 1023661"/>
                <a:gd name="connsiteX0-2335" fmla="*/ 820294 w 879922"/>
                <a:gd name="connsiteY0-2336" fmla="*/ 848574 h 1023661"/>
                <a:gd name="connsiteX1-2337" fmla="*/ 646732 w 879922"/>
                <a:gd name="connsiteY1-2338" fmla="*/ 994582 h 1023661"/>
                <a:gd name="connsiteX2-2339" fmla="*/ 206766 w 879922"/>
                <a:gd name="connsiteY2-2340" fmla="*/ 954494 h 1023661"/>
                <a:gd name="connsiteX3-2341" fmla="*/ 3665 w 879922"/>
                <a:gd name="connsiteY3-2342" fmla="*/ 454980 h 1023661"/>
                <a:gd name="connsiteX4-2343" fmla="*/ 314219 w 879922"/>
                <a:gd name="connsiteY4-2344" fmla="*/ 69345 h 1023661"/>
                <a:gd name="connsiteX5-2345" fmla="*/ 781005 w 879922"/>
                <a:gd name="connsiteY5-2346" fmla="*/ 33019 h 1023661"/>
                <a:gd name="connsiteX6-2347" fmla="*/ 857717 w 879922"/>
                <a:gd name="connsiteY6-2348" fmla="*/ 403840 h 1023661"/>
                <a:gd name="connsiteX7-2349" fmla="*/ 704549 w 879922"/>
                <a:gd name="connsiteY7-2350" fmla="*/ 638453 h 1023661"/>
                <a:gd name="connsiteX8-2351" fmla="*/ 820294 w 879922"/>
                <a:gd name="connsiteY8-2352" fmla="*/ 848574 h 1023661"/>
                <a:gd name="connsiteX0-2353" fmla="*/ 820294 w 859397"/>
                <a:gd name="connsiteY0-2354" fmla="*/ 817587 h 992674"/>
                <a:gd name="connsiteX1-2355" fmla="*/ 646732 w 859397"/>
                <a:gd name="connsiteY1-2356" fmla="*/ 963595 h 992674"/>
                <a:gd name="connsiteX2-2357" fmla="*/ 206766 w 859397"/>
                <a:gd name="connsiteY2-2358" fmla="*/ 923507 h 992674"/>
                <a:gd name="connsiteX3-2359" fmla="*/ 3665 w 859397"/>
                <a:gd name="connsiteY3-2360" fmla="*/ 423993 h 992674"/>
                <a:gd name="connsiteX4-2361" fmla="*/ 314219 w 859397"/>
                <a:gd name="connsiteY4-2362" fmla="*/ 38358 h 992674"/>
                <a:gd name="connsiteX5-2363" fmla="*/ 699079 w 859397"/>
                <a:gd name="connsiteY5-2364" fmla="*/ 78241 h 992674"/>
                <a:gd name="connsiteX6-2365" fmla="*/ 857717 w 859397"/>
                <a:gd name="connsiteY6-2366" fmla="*/ 372853 h 992674"/>
                <a:gd name="connsiteX7-2367" fmla="*/ 704549 w 859397"/>
                <a:gd name="connsiteY7-2368" fmla="*/ 607466 h 992674"/>
                <a:gd name="connsiteX8-2369" fmla="*/ 820294 w 859397"/>
                <a:gd name="connsiteY8-2370" fmla="*/ 817587 h 992674"/>
                <a:gd name="connsiteX0-2371" fmla="*/ 820294 w 864475"/>
                <a:gd name="connsiteY0-2372" fmla="*/ 821277 h 996364"/>
                <a:gd name="connsiteX1-2373" fmla="*/ 646732 w 864475"/>
                <a:gd name="connsiteY1-2374" fmla="*/ 967285 h 996364"/>
                <a:gd name="connsiteX2-2375" fmla="*/ 206766 w 864475"/>
                <a:gd name="connsiteY2-2376" fmla="*/ 927197 h 996364"/>
                <a:gd name="connsiteX3-2377" fmla="*/ 3665 w 864475"/>
                <a:gd name="connsiteY3-2378" fmla="*/ 427683 h 996364"/>
                <a:gd name="connsiteX4-2379" fmla="*/ 314219 w 864475"/>
                <a:gd name="connsiteY4-2380" fmla="*/ 42048 h 996364"/>
                <a:gd name="connsiteX5-2381" fmla="*/ 738769 w 864475"/>
                <a:gd name="connsiteY5-2382" fmla="*/ 68302 h 996364"/>
                <a:gd name="connsiteX6-2383" fmla="*/ 857717 w 864475"/>
                <a:gd name="connsiteY6-2384" fmla="*/ 376543 h 996364"/>
                <a:gd name="connsiteX7-2385" fmla="*/ 704549 w 864475"/>
                <a:gd name="connsiteY7-2386" fmla="*/ 611156 h 996364"/>
                <a:gd name="connsiteX8-2387" fmla="*/ 820294 w 864475"/>
                <a:gd name="connsiteY8-2388" fmla="*/ 821277 h 996364"/>
                <a:gd name="connsiteX0-2389" fmla="*/ 820294 w 864475"/>
                <a:gd name="connsiteY0-2390" fmla="*/ 821277 h 996364"/>
                <a:gd name="connsiteX1-2391" fmla="*/ 646732 w 864475"/>
                <a:gd name="connsiteY1-2392" fmla="*/ 967285 h 996364"/>
                <a:gd name="connsiteX2-2393" fmla="*/ 206766 w 864475"/>
                <a:gd name="connsiteY2-2394" fmla="*/ 927197 h 996364"/>
                <a:gd name="connsiteX3-2395" fmla="*/ 3665 w 864475"/>
                <a:gd name="connsiteY3-2396" fmla="*/ 427683 h 996364"/>
                <a:gd name="connsiteX4-2397" fmla="*/ 314219 w 864475"/>
                <a:gd name="connsiteY4-2398" fmla="*/ 42048 h 996364"/>
                <a:gd name="connsiteX5-2399" fmla="*/ 738769 w 864475"/>
                <a:gd name="connsiteY5-2400" fmla="*/ 68302 h 996364"/>
                <a:gd name="connsiteX6-2401" fmla="*/ 857717 w 864475"/>
                <a:gd name="connsiteY6-2402" fmla="*/ 376543 h 996364"/>
                <a:gd name="connsiteX7-2403" fmla="*/ 704549 w 864475"/>
                <a:gd name="connsiteY7-2404" fmla="*/ 611156 h 996364"/>
                <a:gd name="connsiteX8-2405" fmla="*/ 820294 w 864475"/>
                <a:gd name="connsiteY8-2406" fmla="*/ 821277 h 996364"/>
                <a:gd name="connsiteX0-2407" fmla="*/ 820294 w 864475"/>
                <a:gd name="connsiteY0-2408" fmla="*/ 821277 h 996364"/>
                <a:gd name="connsiteX1-2409" fmla="*/ 646732 w 864475"/>
                <a:gd name="connsiteY1-2410" fmla="*/ 967285 h 996364"/>
                <a:gd name="connsiteX2-2411" fmla="*/ 206766 w 864475"/>
                <a:gd name="connsiteY2-2412" fmla="*/ 927197 h 996364"/>
                <a:gd name="connsiteX3-2413" fmla="*/ 3665 w 864475"/>
                <a:gd name="connsiteY3-2414" fmla="*/ 427683 h 996364"/>
                <a:gd name="connsiteX4-2415" fmla="*/ 314219 w 864475"/>
                <a:gd name="connsiteY4-2416" fmla="*/ 42048 h 996364"/>
                <a:gd name="connsiteX5-2417" fmla="*/ 738769 w 864475"/>
                <a:gd name="connsiteY5-2418" fmla="*/ 68302 h 996364"/>
                <a:gd name="connsiteX6-2419" fmla="*/ 857717 w 864475"/>
                <a:gd name="connsiteY6-2420" fmla="*/ 376543 h 996364"/>
                <a:gd name="connsiteX7-2421" fmla="*/ 689331 w 864475"/>
                <a:gd name="connsiteY7-2422" fmla="*/ 634410 h 996364"/>
                <a:gd name="connsiteX8-2423" fmla="*/ 820294 w 864475"/>
                <a:gd name="connsiteY8-2424" fmla="*/ 821277 h 996364"/>
                <a:gd name="connsiteX0-2425" fmla="*/ 820294 w 864475"/>
                <a:gd name="connsiteY0-2426" fmla="*/ 821277 h 996364"/>
                <a:gd name="connsiteX1-2427" fmla="*/ 646732 w 864475"/>
                <a:gd name="connsiteY1-2428" fmla="*/ 967285 h 996364"/>
                <a:gd name="connsiteX2-2429" fmla="*/ 206766 w 864475"/>
                <a:gd name="connsiteY2-2430" fmla="*/ 927197 h 996364"/>
                <a:gd name="connsiteX3-2431" fmla="*/ 3665 w 864475"/>
                <a:gd name="connsiteY3-2432" fmla="*/ 427683 h 996364"/>
                <a:gd name="connsiteX4-2433" fmla="*/ 314219 w 864475"/>
                <a:gd name="connsiteY4-2434" fmla="*/ 42048 h 996364"/>
                <a:gd name="connsiteX5-2435" fmla="*/ 738769 w 864475"/>
                <a:gd name="connsiteY5-2436" fmla="*/ 68302 h 996364"/>
                <a:gd name="connsiteX6-2437" fmla="*/ 857717 w 864475"/>
                <a:gd name="connsiteY6-2438" fmla="*/ 376543 h 996364"/>
                <a:gd name="connsiteX7-2439" fmla="*/ 689331 w 864475"/>
                <a:gd name="connsiteY7-2440" fmla="*/ 634410 h 996364"/>
                <a:gd name="connsiteX8-2441" fmla="*/ 820294 w 864475"/>
                <a:gd name="connsiteY8-2442" fmla="*/ 821277 h 996364"/>
                <a:gd name="connsiteX0-2443" fmla="*/ 820294 w 854717"/>
                <a:gd name="connsiteY0-2444" fmla="*/ 821277 h 996364"/>
                <a:gd name="connsiteX1-2445" fmla="*/ 646732 w 854717"/>
                <a:gd name="connsiteY1-2446" fmla="*/ 967285 h 996364"/>
                <a:gd name="connsiteX2-2447" fmla="*/ 206766 w 854717"/>
                <a:gd name="connsiteY2-2448" fmla="*/ 927197 h 996364"/>
                <a:gd name="connsiteX3-2449" fmla="*/ 3665 w 854717"/>
                <a:gd name="connsiteY3-2450" fmla="*/ 427683 h 996364"/>
                <a:gd name="connsiteX4-2451" fmla="*/ 314219 w 854717"/>
                <a:gd name="connsiteY4-2452" fmla="*/ 42048 h 996364"/>
                <a:gd name="connsiteX5-2453" fmla="*/ 738769 w 854717"/>
                <a:gd name="connsiteY5-2454" fmla="*/ 68302 h 996364"/>
                <a:gd name="connsiteX6-2455" fmla="*/ 844170 w 854717"/>
                <a:gd name="connsiteY6-2456" fmla="*/ 309078 h 996364"/>
                <a:gd name="connsiteX7-2457" fmla="*/ 689331 w 854717"/>
                <a:gd name="connsiteY7-2458" fmla="*/ 634410 h 996364"/>
                <a:gd name="connsiteX8-2459" fmla="*/ 820294 w 854717"/>
                <a:gd name="connsiteY8-2460" fmla="*/ 821277 h 996364"/>
                <a:gd name="connsiteX0-2461" fmla="*/ 820294 w 859223"/>
                <a:gd name="connsiteY0-2462" fmla="*/ 821277 h 996364"/>
                <a:gd name="connsiteX1-2463" fmla="*/ 646732 w 859223"/>
                <a:gd name="connsiteY1-2464" fmla="*/ 967285 h 996364"/>
                <a:gd name="connsiteX2-2465" fmla="*/ 206766 w 859223"/>
                <a:gd name="connsiteY2-2466" fmla="*/ 927197 h 996364"/>
                <a:gd name="connsiteX3-2467" fmla="*/ 3665 w 859223"/>
                <a:gd name="connsiteY3-2468" fmla="*/ 427683 h 996364"/>
                <a:gd name="connsiteX4-2469" fmla="*/ 314219 w 859223"/>
                <a:gd name="connsiteY4-2470" fmla="*/ 42048 h 996364"/>
                <a:gd name="connsiteX5-2471" fmla="*/ 738769 w 859223"/>
                <a:gd name="connsiteY5-2472" fmla="*/ 68302 h 996364"/>
                <a:gd name="connsiteX6-2473" fmla="*/ 844170 w 859223"/>
                <a:gd name="connsiteY6-2474" fmla="*/ 309078 h 996364"/>
                <a:gd name="connsiteX7-2475" fmla="*/ 689331 w 859223"/>
                <a:gd name="connsiteY7-2476" fmla="*/ 634410 h 996364"/>
                <a:gd name="connsiteX8-2477" fmla="*/ 820294 w 859223"/>
                <a:gd name="connsiteY8-2478" fmla="*/ 821277 h 996364"/>
                <a:gd name="connsiteX0-2479" fmla="*/ 820294 w 859223"/>
                <a:gd name="connsiteY0-2480" fmla="*/ 821277 h 996364"/>
                <a:gd name="connsiteX1-2481" fmla="*/ 646732 w 859223"/>
                <a:gd name="connsiteY1-2482" fmla="*/ 967285 h 996364"/>
                <a:gd name="connsiteX2-2483" fmla="*/ 206766 w 859223"/>
                <a:gd name="connsiteY2-2484" fmla="*/ 927197 h 996364"/>
                <a:gd name="connsiteX3-2485" fmla="*/ 3665 w 859223"/>
                <a:gd name="connsiteY3-2486" fmla="*/ 427683 h 996364"/>
                <a:gd name="connsiteX4-2487" fmla="*/ 314219 w 859223"/>
                <a:gd name="connsiteY4-2488" fmla="*/ 42048 h 996364"/>
                <a:gd name="connsiteX5-2489" fmla="*/ 738769 w 859223"/>
                <a:gd name="connsiteY5-2490" fmla="*/ 68302 h 996364"/>
                <a:gd name="connsiteX6-2491" fmla="*/ 844170 w 859223"/>
                <a:gd name="connsiteY6-2492" fmla="*/ 309078 h 996364"/>
                <a:gd name="connsiteX7-2493" fmla="*/ 689331 w 859223"/>
                <a:gd name="connsiteY7-2494" fmla="*/ 634410 h 996364"/>
                <a:gd name="connsiteX8-2495" fmla="*/ 820294 w 859223"/>
                <a:gd name="connsiteY8-2496" fmla="*/ 821277 h 996364"/>
                <a:gd name="connsiteX0-2497" fmla="*/ 820294 w 854278"/>
                <a:gd name="connsiteY0-2498" fmla="*/ 821277 h 996364"/>
                <a:gd name="connsiteX1-2499" fmla="*/ 646732 w 854278"/>
                <a:gd name="connsiteY1-2500" fmla="*/ 967285 h 996364"/>
                <a:gd name="connsiteX2-2501" fmla="*/ 206766 w 854278"/>
                <a:gd name="connsiteY2-2502" fmla="*/ 927197 h 996364"/>
                <a:gd name="connsiteX3-2503" fmla="*/ 3665 w 854278"/>
                <a:gd name="connsiteY3-2504" fmla="*/ 427683 h 996364"/>
                <a:gd name="connsiteX4-2505" fmla="*/ 314219 w 854278"/>
                <a:gd name="connsiteY4-2506" fmla="*/ 42048 h 996364"/>
                <a:gd name="connsiteX5-2507" fmla="*/ 738769 w 854278"/>
                <a:gd name="connsiteY5-2508" fmla="*/ 68302 h 996364"/>
                <a:gd name="connsiteX6-2509" fmla="*/ 844170 w 854278"/>
                <a:gd name="connsiteY6-2510" fmla="*/ 309078 h 996364"/>
                <a:gd name="connsiteX7-2511" fmla="*/ 689331 w 854278"/>
                <a:gd name="connsiteY7-2512" fmla="*/ 634410 h 996364"/>
                <a:gd name="connsiteX8-2513" fmla="*/ 820294 w 854278"/>
                <a:gd name="connsiteY8-2514" fmla="*/ 821277 h 996364"/>
                <a:gd name="connsiteX0-2515" fmla="*/ 805221 w 839205"/>
                <a:gd name="connsiteY0-2516" fmla="*/ 821277 h 993483"/>
                <a:gd name="connsiteX1-2517" fmla="*/ 631659 w 839205"/>
                <a:gd name="connsiteY1-2518" fmla="*/ 967285 h 993483"/>
                <a:gd name="connsiteX2-2519" fmla="*/ 191693 w 839205"/>
                <a:gd name="connsiteY2-2520" fmla="*/ 927197 h 993483"/>
                <a:gd name="connsiteX3-2521" fmla="*/ 4016 w 839205"/>
                <a:gd name="connsiteY3-2522" fmla="*/ 482484 h 993483"/>
                <a:gd name="connsiteX4-2523" fmla="*/ 299146 w 839205"/>
                <a:gd name="connsiteY4-2524" fmla="*/ 42048 h 993483"/>
                <a:gd name="connsiteX5-2525" fmla="*/ 723696 w 839205"/>
                <a:gd name="connsiteY5-2526" fmla="*/ 68302 h 993483"/>
                <a:gd name="connsiteX6-2527" fmla="*/ 829097 w 839205"/>
                <a:gd name="connsiteY6-2528" fmla="*/ 309078 h 993483"/>
                <a:gd name="connsiteX7-2529" fmla="*/ 674258 w 839205"/>
                <a:gd name="connsiteY7-2530" fmla="*/ 634410 h 993483"/>
                <a:gd name="connsiteX8-2531" fmla="*/ 805221 w 839205"/>
                <a:gd name="connsiteY8-2532" fmla="*/ 821277 h 993483"/>
                <a:gd name="connsiteX0-2533" fmla="*/ 810061 w 844045"/>
                <a:gd name="connsiteY0-2534" fmla="*/ 821277 h 993397"/>
                <a:gd name="connsiteX1-2535" fmla="*/ 636499 w 844045"/>
                <a:gd name="connsiteY1-2536" fmla="*/ 967285 h 993397"/>
                <a:gd name="connsiteX2-2537" fmla="*/ 196533 w 844045"/>
                <a:gd name="connsiteY2-2538" fmla="*/ 927197 h 993397"/>
                <a:gd name="connsiteX3-2539" fmla="*/ 3895 w 844045"/>
                <a:gd name="connsiteY3-2540" fmla="*/ 484188 h 993397"/>
                <a:gd name="connsiteX4-2541" fmla="*/ 303986 w 844045"/>
                <a:gd name="connsiteY4-2542" fmla="*/ 42048 h 993397"/>
                <a:gd name="connsiteX5-2543" fmla="*/ 728536 w 844045"/>
                <a:gd name="connsiteY5-2544" fmla="*/ 68302 h 993397"/>
                <a:gd name="connsiteX6-2545" fmla="*/ 833937 w 844045"/>
                <a:gd name="connsiteY6-2546" fmla="*/ 309078 h 993397"/>
                <a:gd name="connsiteX7-2547" fmla="*/ 679098 w 844045"/>
                <a:gd name="connsiteY7-2548" fmla="*/ 634410 h 993397"/>
                <a:gd name="connsiteX8-2549" fmla="*/ 810061 w 844045"/>
                <a:gd name="connsiteY8-2550" fmla="*/ 821277 h 993397"/>
                <a:gd name="connsiteX0-2551" fmla="*/ 810061 w 844045"/>
                <a:gd name="connsiteY0-2552" fmla="*/ 825239 h 997359"/>
                <a:gd name="connsiteX1-2553" fmla="*/ 636499 w 844045"/>
                <a:gd name="connsiteY1-2554" fmla="*/ 971247 h 997359"/>
                <a:gd name="connsiteX2-2555" fmla="*/ 196533 w 844045"/>
                <a:gd name="connsiteY2-2556" fmla="*/ 931159 h 997359"/>
                <a:gd name="connsiteX3-2557" fmla="*/ 3895 w 844045"/>
                <a:gd name="connsiteY3-2558" fmla="*/ 488150 h 997359"/>
                <a:gd name="connsiteX4-2559" fmla="*/ 303986 w 844045"/>
                <a:gd name="connsiteY4-2560" fmla="*/ 46010 h 997359"/>
                <a:gd name="connsiteX5-2561" fmla="*/ 728536 w 844045"/>
                <a:gd name="connsiteY5-2562" fmla="*/ 72264 h 997359"/>
                <a:gd name="connsiteX6-2563" fmla="*/ 833937 w 844045"/>
                <a:gd name="connsiteY6-2564" fmla="*/ 313040 h 997359"/>
                <a:gd name="connsiteX7-2565" fmla="*/ 679098 w 844045"/>
                <a:gd name="connsiteY7-2566" fmla="*/ 638372 h 997359"/>
                <a:gd name="connsiteX8-2567" fmla="*/ 810061 w 844045"/>
                <a:gd name="connsiteY8-2568" fmla="*/ 825239 h 997359"/>
                <a:gd name="connsiteX0-2569" fmla="*/ 810061 w 837826"/>
                <a:gd name="connsiteY0-2570" fmla="*/ 825239 h 997359"/>
                <a:gd name="connsiteX1-2571" fmla="*/ 636499 w 837826"/>
                <a:gd name="connsiteY1-2572" fmla="*/ 971247 h 997359"/>
                <a:gd name="connsiteX2-2573" fmla="*/ 196533 w 837826"/>
                <a:gd name="connsiteY2-2574" fmla="*/ 931159 h 997359"/>
                <a:gd name="connsiteX3-2575" fmla="*/ 3895 w 837826"/>
                <a:gd name="connsiteY3-2576" fmla="*/ 488150 h 997359"/>
                <a:gd name="connsiteX4-2577" fmla="*/ 303986 w 837826"/>
                <a:gd name="connsiteY4-2578" fmla="*/ 46010 h 997359"/>
                <a:gd name="connsiteX5-2579" fmla="*/ 728536 w 837826"/>
                <a:gd name="connsiteY5-2580" fmla="*/ 72264 h 997359"/>
                <a:gd name="connsiteX6-2581" fmla="*/ 833937 w 837826"/>
                <a:gd name="connsiteY6-2582" fmla="*/ 313040 h 997359"/>
                <a:gd name="connsiteX7-2583" fmla="*/ 679098 w 837826"/>
                <a:gd name="connsiteY7-2584" fmla="*/ 638372 h 997359"/>
                <a:gd name="connsiteX8-2585" fmla="*/ 810061 w 837826"/>
                <a:gd name="connsiteY8-2586" fmla="*/ 825239 h 997359"/>
                <a:gd name="connsiteX0-2587" fmla="*/ 810061 w 839752"/>
                <a:gd name="connsiteY0-2588" fmla="*/ 825239 h 997359"/>
                <a:gd name="connsiteX1-2589" fmla="*/ 636499 w 839752"/>
                <a:gd name="connsiteY1-2590" fmla="*/ 971247 h 997359"/>
                <a:gd name="connsiteX2-2591" fmla="*/ 196533 w 839752"/>
                <a:gd name="connsiteY2-2592" fmla="*/ 931159 h 997359"/>
                <a:gd name="connsiteX3-2593" fmla="*/ 3895 w 839752"/>
                <a:gd name="connsiteY3-2594" fmla="*/ 488150 h 997359"/>
                <a:gd name="connsiteX4-2595" fmla="*/ 303986 w 839752"/>
                <a:gd name="connsiteY4-2596" fmla="*/ 46010 h 997359"/>
                <a:gd name="connsiteX5-2597" fmla="*/ 728536 w 839752"/>
                <a:gd name="connsiteY5-2598" fmla="*/ 72264 h 997359"/>
                <a:gd name="connsiteX6-2599" fmla="*/ 833937 w 839752"/>
                <a:gd name="connsiteY6-2600" fmla="*/ 313040 h 997359"/>
                <a:gd name="connsiteX7-2601" fmla="*/ 679098 w 839752"/>
                <a:gd name="connsiteY7-2602" fmla="*/ 638372 h 997359"/>
                <a:gd name="connsiteX8-2603" fmla="*/ 810061 w 839752"/>
                <a:gd name="connsiteY8-2604" fmla="*/ 825239 h 997359"/>
                <a:gd name="connsiteX0-2605" fmla="*/ 810061 w 835020"/>
                <a:gd name="connsiteY0-2606" fmla="*/ 825239 h 997359"/>
                <a:gd name="connsiteX1-2607" fmla="*/ 636499 w 835020"/>
                <a:gd name="connsiteY1-2608" fmla="*/ 971247 h 997359"/>
                <a:gd name="connsiteX2-2609" fmla="*/ 196533 w 835020"/>
                <a:gd name="connsiteY2-2610" fmla="*/ 931159 h 997359"/>
                <a:gd name="connsiteX3-2611" fmla="*/ 3895 w 835020"/>
                <a:gd name="connsiteY3-2612" fmla="*/ 488150 h 997359"/>
                <a:gd name="connsiteX4-2613" fmla="*/ 303986 w 835020"/>
                <a:gd name="connsiteY4-2614" fmla="*/ 46010 h 997359"/>
                <a:gd name="connsiteX5-2615" fmla="*/ 728536 w 835020"/>
                <a:gd name="connsiteY5-2616" fmla="*/ 72264 h 997359"/>
                <a:gd name="connsiteX6-2617" fmla="*/ 833937 w 835020"/>
                <a:gd name="connsiteY6-2618" fmla="*/ 313040 h 997359"/>
                <a:gd name="connsiteX7-2619" fmla="*/ 679098 w 835020"/>
                <a:gd name="connsiteY7-2620" fmla="*/ 638372 h 997359"/>
                <a:gd name="connsiteX8-2621" fmla="*/ 810061 w 835020"/>
                <a:gd name="connsiteY8-2622" fmla="*/ 825239 h 997359"/>
                <a:gd name="connsiteX0-2623" fmla="*/ 810061 w 835020"/>
                <a:gd name="connsiteY0-2624" fmla="*/ 825239 h 997359"/>
                <a:gd name="connsiteX1-2625" fmla="*/ 636499 w 835020"/>
                <a:gd name="connsiteY1-2626" fmla="*/ 971247 h 997359"/>
                <a:gd name="connsiteX2-2627" fmla="*/ 196533 w 835020"/>
                <a:gd name="connsiteY2-2628" fmla="*/ 931159 h 997359"/>
                <a:gd name="connsiteX3-2629" fmla="*/ 3895 w 835020"/>
                <a:gd name="connsiteY3-2630" fmla="*/ 488150 h 997359"/>
                <a:gd name="connsiteX4-2631" fmla="*/ 303986 w 835020"/>
                <a:gd name="connsiteY4-2632" fmla="*/ 46010 h 997359"/>
                <a:gd name="connsiteX5-2633" fmla="*/ 728536 w 835020"/>
                <a:gd name="connsiteY5-2634" fmla="*/ 72264 h 997359"/>
                <a:gd name="connsiteX6-2635" fmla="*/ 833937 w 835020"/>
                <a:gd name="connsiteY6-2636" fmla="*/ 313040 h 997359"/>
                <a:gd name="connsiteX7-2637" fmla="*/ 679098 w 835020"/>
                <a:gd name="connsiteY7-2638" fmla="*/ 638372 h 997359"/>
                <a:gd name="connsiteX8-2639" fmla="*/ 810061 w 835020"/>
                <a:gd name="connsiteY8-2640" fmla="*/ 825239 h 997359"/>
                <a:gd name="connsiteX0-2641" fmla="*/ 810061 w 835020"/>
                <a:gd name="connsiteY0-2642" fmla="*/ 825239 h 997359"/>
                <a:gd name="connsiteX1-2643" fmla="*/ 636499 w 835020"/>
                <a:gd name="connsiteY1-2644" fmla="*/ 971247 h 997359"/>
                <a:gd name="connsiteX2-2645" fmla="*/ 196533 w 835020"/>
                <a:gd name="connsiteY2-2646" fmla="*/ 931159 h 997359"/>
                <a:gd name="connsiteX3-2647" fmla="*/ 3895 w 835020"/>
                <a:gd name="connsiteY3-2648" fmla="*/ 488150 h 997359"/>
                <a:gd name="connsiteX4-2649" fmla="*/ 303986 w 835020"/>
                <a:gd name="connsiteY4-2650" fmla="*/ 46010 h 997359"/>
                <a:gd name="connsiteX5-2651" fmla="*/ 728536 w 835020"/>
                <a:gd name="connsiteY5-2652" fmla="*/ 72264 h 997359"/>
                <a:gd name="connsiteX6-2653" fmla="*/ 833937 w 835020"/>
                <a:gd name="connsiteY6-2654" fmla="*/ 313040 h 997359"/>
                <a:gd name="connsiteX7-2655" fmla="*/ 679098 w 835020"/>
                <a:gd name="connsiteY7-2656" fmla="*/ 638372 h 997359"/>
                <a:gd name="connsiteX8-2657" fmla="*/ 810061 w 835020"/>
                <a:gd name="connsiteY8-2658" fmla="*/ 825239 h 9973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119" y="connsiteY6-120"/>
                </a:cxn>
                <a:cxn ang="0">
                  <a:pos x="connsiteX7-135" y="connsiteY7-136"/>
                </a:cxn>
                <a:cxn ang="0">
                  <a:pos x="connsiteX8-153" y="connsiteY8-154"/>
                </a:cxn>
              </a:cxnLst>
              <a:rect l="l" t="t" r="r" b="b"/>
              <a:pathLst>
                <a:path w="835020" h="997359">
                  <a:moveTo>
                    <a:pt x="810061" y="825239"/>
                  </a:moveTo>
                  <a:cubicBezTo>
                    <a:pt x="802535" y="892973"/>
                    <a:pt x="793128" y="921694"/>
                    <a:pt x="636499" y="971247"/>
                  </a:cubicBezTo>
                  <a:cubicBezTo>
                    <a:pt x="509639" y="1010579"/>
                    <a:pt x="301967" y="1011675"/>
                    <a:pt x="196533" y="931159"/>
                  </a:cubicBezTo>
                  <a:cubicBezTo>
                    <a:pt x="91099" y="850643"/>
                    <a:pt x="-22619" y="627826"/>
                    <a:pt x="3895" y="488150"/>
                  </a:cubicBezTo>
                  <a:cubicBezTo>
                    <a:pt x="44850" y="274277"/>
                    <a:pt x="141406" y="135380"/>
                    <a:pt x="303986" y="46010"/>
                  </a:cubicBezTo>
                  <a:cubicBezTo>
                    <a:pt x="508213" y="-39080"/>
                    <a:pt x="629281" y="8213"/>
                    <a:pt x="728536" y="72264"/>
                  </a:cubicBezTo>
                  <a:cubicBezTo>
                    <a:pt x="818540" y="136504"/>
                    <a:pt x="840518" y="268354"/>
                    <a:pt x="833937" y="313040"/>
                  </a:cubicBezTo>
                  <a:cubicBezTo>
                    <a:pt x="812993" y="400119"/>
                    <a:pt x="646859" y="471045"/>
                    <a:pt x="679098" y="638372"/>
                  </a:cubicBezTo>
                  <a:cubicBezTo>
                    <a:pt x="729838" y="779093"/>
                    <a:pt x="812351" y="709408"/>
                    <a:pt x="810061" y="825239"/>
                  </a:cubicBezTo>
                  <a:close/>
                </a:path>
              </a:pathLst>
            </a:cu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dk1"/>
                </a:solidFill>
                <a:effectLst/>
                <a:uLnTx/>
                <a:uFillTx/>
                <a:latin typeface="+mn-lt"/>
                <a:ea typeface="+mn-ea"/>
                <a:cs typeface="+mn-cs"/>
              </a:endParaRPr>
            </a:p>
          </p:txBody>
        </p:sp>
        <p:sp>
          <p:nvSpPr>
            <p:cNvPr id="17" name="文本框 16"/>
            <p:cNvSpPr txBox="1"/>
            <p:nvPr/>
          </p:nvSpPr>
          <p:spPr>
            <a:xfrm>
              <a:off x="3172714" y="2523677"/>
              <a:ext cx="1785104" cy="400109"/>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(b)  </a:t>
              </a:r>
              <a:r>
                <a:rPr kumimoji="0" lang="zh-CN" altLang="en-US" sz="1350" kern="1200" cap="none" spc="0" normalizeH="0" baseline="0" noProof="0" dirty="0">
                  <a:latin typeface="Times" panose="02020603060405020304" pitchFamily="18" charset="0"/>
                  <a:ea typeface="楷体" pitchFamily="49" charset="-122"/>
                  <a:cs typeface="+mn-cs"/>
                </a:rPr>
                <a:t>计算的原因</a:t>
              </a:r>
              <a:endParaRPr kumimoji="0" lang="zh-CN" altLang="en-US" sz="1350" kern="1200" cap="none" spc="0" normalizeH="0" baseline="0" noProof="0" dirty="0">
                <a:latin typeface="Times" panose="02020603060405020304" pitchFamily="18" charset="0"/>
                <a:ea typeface="楷体" pitchFamily="49" charset="-122"/>
                <a:cs typeface="+mn-cs"/>
              </a:endParaRPr>
            </a:p>
          </p:txBody>
        </p:sp>
      </p:grpSp>
      <p:grpSp>
        <p:nvGrpSpPr>
          <p:cNvPr id="1040" name="组合 18"/>
          <p:cNvGrpSpPr/>
          <p:nvPr/>
        </p:nvGrpSpPr>
        <p:grpSpPr>
          <a:xfrm>
            <a:off x="5180013" y="2593975"/>
            <a:ext cx="1412875" cy="2003425"/>
            <a:chOff x="5701452" y="252542"/>
            <a:chExt cx="1884120" cy="2671143"/>
          </a:xfrm>
        </p:grpSpPr>
        <p:sp>
          <p:nvSpPr>
            <p:cNvPr id="14" name="弦形 6"/>
            <p:cNvSpPr/>
            <p:nvPr/>
          </p:nvSpPr>
          <p:spPr>
            <a:xfrm rot="1036148">
              <a:off x="5701452" y="252542"/>
              <a:ext cx="1884120" cy="2037397"/>
            </a:xfrm>
            <a:custGeom>
              <a:avLst/>
              <a:gdLst>
                <a:gd name="connsiteX0" fmla="*/ 780489 w 914400"/>
                <a:gd name="connsiteY0" fmla="*/ 780489 h 914400"/>
                <a:gd name="connsiteX1" fmla="*/ 228600 w 914400"/>
                <a:gd name="connsiteY1" fmla="*/ 853147 h 914400"/>
                <a:gd name="connsiteX2" fmla="*/ 15579 w 914400"/>
                <a:gd name="connsiteY2" fmla="*/ 338868 h 914400"/>
                <a:gd name="connsiteX3" fmla="*/ 457200 w 914400"/>
                <a:gd name="connsiteY3" fmla="*/ 0 h 914400"/>
                <a:gd name="connsiteX4" fmla="*/ 780489 w 914400"/>
                <a:gd name="connsiteY4" fmla="*/ 780489 h 914400"/>
                <a:gd name="connsiteX0-1" fmla="*/ 780530 w 780530"/>
                <a:gd name="connsiteY0-2" fmla="*/ 780646 h 914567"/>
                <a:gd name="connsiteX1-3" fmla="*/ 228641 w 780530"/>
                <a:gd name="connsiteY1-4" fmla="*/ 853304 h 914567"/>
                <a:gd name="connsiteX2-5" fmla="*/ 15620 w 780530"/>
                <a:gd name="connsiteY2-6" fmla="*/ 339025 h 914567"/>
                <a:gd name="connsiteX3-7" fmla="*/ 457241 w 780530"/>
                <a:gd name="connsiteY3-8" fmla="*/ 157 h 914567"/>
                <a:gd name="connsiteX4-9" fmla="*/ 587063 w 780530"/>
                <a:gd name="connsiteY4-10" fmla="*/ 372690 h 914567"/>
                <a:gd name="connsiteX5" fmla="*/ 780530 w 780530"/>
                <a:gd name="connsiteY5" fmla="*/ 780646 h 914567"/>
                <a:gd name="connsiteX0-11" fmla="*/ 780530 w 780530"/>
                <a:gd name="connsiteY0-12" fmla="*/ 780646 h 914567"/>
                <a:gd name="connsiteX1-13" fmla="*/ 228641 w 780530"/>
                <a:gd name="connsiteY1-14" fmla="*/ 853304 h 914567"/>
                <a:gd name="connsiteX2-15" fmla="*/ 15620 w 780530"/>
                <a:gd name="connsiteY2-16" fmla="*/ 339025 h 914567"/>
                <a:gd name="connsiteX3-17" fmla="*/ 457241 w 780530"/>
                <a:gd name="connsiteY3-18" fmla="*/ 157 h 914567"/>
                <a:gd name="connsiteX4-19" fmla="*/ 496752 w 780530"/>
                <a:gd name="connsiteY4-20" fmla="*/ 463001 h 914567"/>
                <a:gd name="connsiteX5-21" fmla="*/ 780530 w 780530"/>
                <a:gd name="connsiteY5-22" fmla="*/ 780646 h 914567"/>
                <a:gd name="connsiteX0-23" fmla="*/ 780530 w 780530"/>
                <a:gd name="connsiteY0-24" fmla="*/ 780646 h 914567"/>
                <a:gd name="connsiteX1-25" fmla="*/ 228641 w 780530"/>
                <a:gd name="connsiteY1-26" fmla="*/ 853304 h 914567"/>
                <a:gd name="connsiteX2-27" fmla="*/ 15620 w 780530"/>
                <a:gd name="connsiteY2-28" fmla="*/ 339025 h 914567"/>
                <a:gd name="connsiteX3-29" fmla="*/ 457241 w 780530"/>
                <a:gd name="connsiteY3-30" fmla="*/ 157 h 914567"/>
                <a:gd name="connsiteX4-31" fmla="*/ 496752 w 780530"/>
                <a:gd name="connsiteY4-32" fmla="*/ 463001 h 914567"/>
                <a:gd name="connsiteX5-33" fmla="*/ 780530 w 780530"/>
                <a:gd name="connsiteY5-34" fmla="*/ 780646 h 914567"/>
                <a:gd name="connsiteX0-35" fmla="*/ 780530 w 780530"/>
                <a:gd name="connsiteY0-36" fmla="*/ 780646 h 914567"/>
                <a:gd name="connsiteX1-37" fmla="*/ 228641 w 780530"/>
                <a:gd name="connsiteY1-38" fmla="*/ 853304 h 914567"/>
                <a:gd name="connsiteX2-39" fmla="*/ 15620 w 780530"/>
                <a:gd name="connsiteY2-40" fmla="*/ 339025 h 914567"/>
                <a:gd name="connsiteX3-41" fmla="*/ 457241 w 780530"/>
                <a:gd name="connsiteY3-42" fmla="*/ 157 h 914567"/>
                <a:gd name="connsiteX4-43" fmla="*/ 496752 w 780530"/>
                <a:gd name="connsiteY4-44" fmla="*/ 463001 h 914567"/>
                <a:gd name="connsiteX5-45" fmla="*/ 780530 w 780530"/>
                <a:gd name="connsiteY5-46" fmla="*/ 780646 h 914567"/>
                <a:gd name="connsiteX0-47" fmla="*/ 780530 w 830052"/>
                <a:gd name="connsiteY0-48" fmla="*/ 814484 h 948405"/>
                <a:gd name="connsiteX1-49" fmla="*/ 228641 w 830052"/>
                <a:gd name="connsiteY1-50" fmla="*/ 887142 h 948405"/>
                <a:gd name="connsiteX2-51" fmla="*/ 15620 w 830052"/>
                <a:gd name="connsiteY2-52" fmla="*/ 372863 h 948405"/>
                <a:gd name="connsiteX3-53" fmla="*/ 829775 w 830052"/>
                <a:gd name="connsiteY3-54" fmla="*/ 128 h 948405"/>
                <a:gd name="connsiteX4-55" fmla="*/ 496752 w 830052"/>
                <a:gd name="connsiteY4-56" fmla="*/ 496839 h 948405"/>
                <a:gd name="connsiteX5-57" fmla="*/ 780530 w 830052"/>
                <a:gd name="connsiteY5-58" fmla="*/ 814484 h 948405"/>
                <a:gd name="connsiteX0-59" fmla="*/ 780530 w 830209"/>
                <a:gd name="connsiteY0-60" fmla="*/ 814484 h 948405"/>
                <a:gd name="connsiteX1-61" fmla="*/ 228641 w 830209"/>
                <a:gd name="connsiteY1-62" fmla="*/ 887142 h 948405"/>
                <a:gd name="connsiteX2-63" fmla="*/ 15620 w 830209"/>
                <a:gd name="connsiteY2-64" fmla="*/ 372863 h 948405"/>
                <a:gd name="connsiteX3-65" fmla="*/ 829775 w 830209"/>
                <a:gd name="connsiteY3-66" fmla="*/ 128 h 948405"/>
                <a:gd name="connsiteX4-67" fmla="*/ 666085 w 830209"/>
                <a:gd name="connsiteY4-68" fmla="*/ 496839 h 948405"/>
                <a:gd name="connsiteX5-69" fmla="*/ 780530 w 830209"/>
                <a:gd name="connsiteY5-70" fmla="*/ 814484 h 948405"/>
                <a:gd name="connsiteX0-71" fmla="*/ 780530 w 830209"/>
                <a:gd name="connsiteY0-72" fmla="*/ 814484 h 948405"/>
                <a:gd name="connsiteX1-73" fmla="*/ 228641 w 830209"/>
                <a:gd name="connsiteY1-74" fmla="*/ 887142 h 948405"/>
                <a:gd name="connsiteX2-75" fmla="*/ 15620 w 830209"/>
                <a:gd name="connsiteY2-76" fmla="*/ 372863 h 948405"/>
                <a:gd name="connsiteX3-77" fmla="*/ 829775 w 830209"/>
                <a:gd name="connsiteY3-78" fmla="*/ 128 h 948405"/>
                <a:gd name="connsiteX4-79" fmla="*/ 666085 w 830209"/>
                <a:gd name="connsiteY4-80" fmla="*/ 496839 h 948405"/>
                <a:gd name="connsiteX5-81" fmla="*/ 780530 w 830209"/>
                <a:gd name="connsiteY5-82" fmla="*/ 814484 h 948405"/>
                <a:gd name="connsiteX0-83" fmla="*/ 1005077 w 1005077"/>
                <a:gd name="connsiteY0-84" fmla="*/ 825773 h 940792"/>
                <a:gd name="connsiteX1-85" fmla="*/ 227410 w 1005077"/>
                <a:gd name="connsiteY1-86" fmla="*/ 887142 h 940792"/>
                <a:gd name="connsiteX2-87" fmla="*/ 14389 w 1005077"/>
                <a:gd name="connsiteY2-88" fmla="*/ 372863 h 940792"/>
                <a:gd name="connsiteX3-89" fmla="*/ 828544 w 1005077"/>
                <a:gd name="connsiteY3-90" fmla="*/ 128 h 940792"/>
                <a:gd name="connsiteX4-91" fmla="*/ 664854 w 1005077"/>
                <a:gd name="connsiteY4-92" fmla="*/ 496839 h 940792"/>
                <a:gd name="connsiteX5-93" fmla="*/ 1005077 w 1005077"/>
                <a:gd name="connsiteY5-94" fmla="*/ 825773 h 940792"/>
                <a:gd name="connsiteX0-95" fmla="*/ 991934 w 991934"/>
                <a:gd name="connsiteY0-96" fmla="*/ 850090 h 965109"/>
                <a:gd name="connsiteX1-97" fmla="*/ 214267 w 991934"/>
                <a:gd name="connsiteY1-98" fmla="*/ 911459 h 965109"/>
                <a:gd name="connsiteX2-99" fmla="*/ 1246 w 991934"/>
                <a:gd name="connsiteY2-100" fmla="*/ 397180 h 965109"/>
                <a:gd name="connsiteX3-101" fmla="*/ 200156 w 991934"/>
                <a:gd name="connsiteY3-102" fmla="*/ 80891 h 965109"/>
                <a:gd name="connsiteX4-103" fmla="*/ 815401 w 991934"/>
                <a:gd name="connsiteY4-104" fmla="*/ 24445 h 965109"/>
                <a:gd name="connsiteX5-105" fmla="*/ 651711 w 991934"/>
                <a:gd name="connsiteY5-106" fmla="*/ 521156 h 965109"/>
                <a:gd name="connsiteX6" fmla="*/ 991934 w 991934"/>
                <a:gd name="connsiteY6" fmla="*/ 850090 h 965109"/>
                <a:gd name="connsiteX0-107" fmla="*/ 1032041 w 1032041"/>
                <a:gd name="connsiteY0-108" fmla="*/ 850090 h 946338"/>
                <a:gd name="connsiteX1-109" fmla="*/ 254374 w 1032041"/>
                <a:gd name="connsiteY1-110" fmla="*/ 911459 h 946338"/>
                <a:gd name="connsiteX2-111" fmla="*/ 14484 w 1032041"/>
                <a:gd name="connsiteY2-112" fmla="*/ 679203 h 946338"/>
                <a:gd name="connsiteX3-113" fmla="*/ 41353 w 1032041"/>
                <a:gd name="connsiteY3-114" fmla="*/ 397180 h 946338"/>
                <a:gd name="connsiteX4-115" fmla="*/ 240263 w 1032041"/>
                <a:gd name="connsiteY4-116" fmla="*/ 80891 h 946338"/>
                <a:gd name="connsiteX5-117" fmla="*/ 855508 w 1032041"/>
                <a:gd name="connsiteY5-118" fmla="*/ 24445 h 946338"/>
                <a:gd name="connsiteX6-119" fmla="*/ 691818 w 1032041"/>
                <a:gd name="connsiteY6-120" fmla="*/ 521156 h 946338"/>
                <a:gd name="connsiteX7" fmla="*/ 1032041 w 1032041"/>
                <a:gd name="connsiteY7" fmla="*/ 850090 h 946338"/>
                <a:gd name="connsiteX0-121" fmla="*/ 1032041 w 1032041"/>
                <a:gd name="connsiteY0-122" fmla="*/ 850090 h 996854"/>
                <a:gd name="connsiteX1-123" fmla="*/ 646663 w 1032041"/>
                <a:gd name="connsiteY1-124" fmla="*/ 995292 h 996854"/>
                <a:gd name="connsiteX2-125" fmla="*/ 254374 w 1032041"/>
                <a:gd name="connsiteY2-126" fmla="*/ 911459 h 996854"/>
                <a:gd name="connsiteX3-127" fmla="*/ 14484 w 1032041"/>
                <a:gd name="connsiteY3-128" fmla="*/ 679203 h 996854"/>
                <a:gd name="connsiteX4-129" fmla="*/ 41353 w 1032041"/>
                <a:gd name="connsiteY4-130" fmla="*/ 397180 h 996854"/>
                <a:gd name="connsiteX5-131" fmla="*/ 240263 w 1032041"/>
                <a:gd name="connsiteY5-132" fmla="*/ 80891 h 996854"/>
                <a:gd name="connsiteX6-133" fmla="*/ 855508 w 1032041"/>
                <a:gd name="connsiteY6-134" fmla="*/ 24445 h 996854"/>
                <a:gd name="connsiteX7-135" fmla="*/ 691818 w 1032041"/>
                <a:gd name="connsiteY7-136" fmla="*/ 521156 h 996854"/>
                <a:gd name="connsiteX8" fmla="*/ 1032041 w 1032041"/>
                <a:gd name="connsiteY8" fmla="*/ 850090 h 996854"/>
                <a:gd name="connsiteX0-137" fmla="*/ 1080179 w 1080179"/>
                <a:gd name="connsiteY0-138" fmla="*/ 850090 h 996854"/>
                <a:gd name="connsiteX1-139" fmla="*/ 694801 w 1080179"/>
                <a:gd name="connsiteY1-140" fmla="*/ 995292 h 996854"/>
                <a:gd name="connsiteX2-141" fmla="*/ 302512 w 1080179"/>
                <a:gd name="connsiteY2-142" fmla="*/ 911459 h 996854"/>
                <a:gd name="connsiteX3-143" fmla="*/ 62622 w 1080179"/>
                <a:gd name="connsiteY3-144" fmla="*/ 679203 h 996854"/>
                <a:gd name="connsiteX4-145" fmla="*/ 7018 w 1080179"/>
                <a:gd name="connsiteY4-146" fmla="*/ 367230 h 996854"/>
                <a:gd name="connsiteX5-147" fmla="*/ 288401 w 1080179"/>
                <a:gd name="connsiteY5-148" fmla="*/ 80891 h 996854"/>
                <a:gd name="connsiteX6-149" fmla="*/ 903646 w 1080179"/>
                <a:gd name="connsiteY6-150" fmla="*/ 24445 h 996854"/>
                <a:gd name="connsiteX7-151" fmla="*/ 739956 w 1080179"/>
                <a:gd name="connsiteY7-152" fmla="*/ 521156 h 996854"/>
                <a:gd name="connsiteX8-153" fmla="*/ 1080179 w 1080179"/>
                <a:gd name="connsiteY8-154" fmla="*/ 850090 h 996854"/>
                <a:gd name="connsiteX0-155" fmla="*/ 1086133 w 1086133"/>
                <a:gd name="connsiteY0-156" fmla="*/ 850090 h 996818"/>
                <a:gd name="connsiteX1-157" fmla="*/ 700755 w 1086133"/>
                <a:gd name="connsiteY1-158" fmla="*/ 995292 h 996818"/>
                <a:gd name="connsiteX2-159" fmla="*/ 308466 w 1086133"/>
                <a:gd name="connsiteY2-160" fmla="*/ 911459 h 996818"/>
                <a:gd name="connsiteX3-161" fmla="*/ 35588 w 1086133"/>
                <a:gd name="connsiteY3-162" fmla="*/ 686690 h 996818"/>
                <a:gd name="connsiteX4-163" fmla="*/ 12972 w 1086133"/>
                <a:gd name="connsiteY4-164" fmla="*/ 367230 h 996818"/>
                <a:gd name="connsiteX5-165" fmla="*/ 294355 w 1086133"/>
                <a:gd name="connsiteY5-166" fmla="*/ 80891 h 996818"/>
                <a:gd name="connsiteX6-167" fmla="*/ 909600 w 1086133"/>
                <a:gd name="connsiteY6-168" fmla="*/ 24445 h 996818"/>
                <a:gd name="connsiteX7-169" fmla="*/ 745910 w 1086133"/>
                <a:gd name="connsiteY7-170" fmla="*/ 521156 h 996818"/>
                <a:gd name="connsiteX8-171" fmla="*/ 1086133 w 1086133"/>
                <a:gd name="connsiteY8-172" fmla="*/ 850090 h 996818"/>
                <a:gd name="connsiteX0-173" fmla="*/ 1086133 w 1086133"/>
                <a:gd name="connsiteY0-174" fmla="*/ 880078 h 1026806"/>
                <a:gd name="connsiteX1-175" fmla="*/ 700755 w 1086133"/>
                <a:gd name="connsiteY1-176" fmla="*/ 1025280 h 1026806"/>
                <a:gd name="connsiteX2-177" fmla="*/ 308466 w 1086133"/>
                <a:gd name="connsiteY2-178" fmla="*/ 941447 h 1026806"/>
                <a:gd name="connsiteX3-179" fmla="*/ 35588 w 1086133"/>
                <a:gd name="connsiteY3-180" fmla="*/ 716678 h 1026806"/>
                <a:gd name="connsiteX4-181" fmla="*/ 12972 w 1086133"/>
                <a:gd name="connsiteY4-182" fmla="*/ 397218 h 1026806"/>
                <a:gd name="connsiteX5-183" fmla="*/ 294355 w 1086133"/>
                <a:gd name="connsiteY5-184" fmla="*/ 110879 h 1026806"/>
                <a:gd name="connsiteX6-185" fmla="*/ 598410 w 1086133"/>
                <a:gd name="connsiteY6-186" fmla="*/ 15013 h 1026806"/>
                <a:gd name="connsiteX7-187" fmla="*/ 909600 w 1086133"/>
                <a:gd name="connsiteY7-188" fmla="*/ 54433 h 1026806"/>
                <a:gd name="connsiteX8-189" fmla="*/ 745910 w 1086133"/>
                <a:gd name="connsiteY8-190" fmla="*/ 551144 h 1026806"/>
                <a:gd name="connsiteX9" fmla="*/ 1086133 w 1086133"/>
                <a:gd name="connsiteY9" fmla="*/ 880078 h 1026806"/>
                <a:gd name="connsiteX0-191" fmla="*/ 1086133 w 1086133"/>
                <a:gd name="connsiteY0-192" fmla="*/ 869968 h 1016696"/>
                <a:gd name="connsiteX1-193" fmla="*/ 700755 w 1086133"/>
                <a:gd name="connsiteY1-194" fmla="*/ 1015170 h 1016696"/>
                <a:gd name="connsiteX2-195" fmla="*/ 308466 w 1086133"/>
                <a:gd name="connsiteY2-196" fmla="*/ 931337 h 1016696"/>
                <a:gd name="connsiteX3-197" fmla="*/ 35588 w 1086133"/>
                <a:gd name="connsiteY3-198" fmla="*/ 706568 h 1016696"/>
                <a:gd name="connsiteX4-199" fmla="*/ 12972 w 1086133"/>
                <a:gd name="connsiteY4-200" fmla="*/ 387108 h 1016696"/>
                <a:gd name="connsiteX5-201" fmla="*/ 294355 w 1086133"/>
                <a:gd name="connsiteY5-202" fmla="*/ 100769 h 1016696"/>
                <a:gd name="connsiteX6-203" fmla="*/ 598410 w 1086133"/>
                <a:gd name="connsiteY6-204" fmla="*/ 4903 h 1016696"/>
                <a:gd name="connsiteX7-205" fmla="*/ 818880 w 1086133"/>
                <a:gd name="connsiteY7-206" fmla="*/ 74273 h 1016696"/>
                <a:gd name="connsiteX8-207" fmla="*/ 745910 w 1086133"/>
                <a:gd name="connsiteY8-208" fmla="*/ 541034 h 1016696"/>
                <a:gd name="connsiteX9-209" fmla="*/ 1086133 w 1086133"/>
                <a:gd name="connsiteY9-210" fmla="*/ 869968 h 1016696"/>
                <a:gd name="connsiteX0-211" fmla="*/ 945930 w 945930"/>
                <a:gd name="connsiteY0-212" fmla="*/ 884943 h 1016696"/>
                <a:gd name="connsiteX1-213" fmla="*/ 700755 w 945930"/>
                <a:gd name="connsiteY1-214" fmla="*/ 1015170 h 1016696"/>
                <a:gd name="connsiteX2-215" fmla="*/ 308466 w 945930"/>
                <a:gd name="connsiteY2-216" fmla="*/ 931337 h 1016696"/>
                <a:gd name="connsiteX3-217" fmla="*/ 35588 w 945930"/>
                <a:gd name="connsiteY3-218" fmla="*/ 706568 h 1016696"/>
                <a:gd name="connsiteX4-219" fmla="*/ 12972 w 945930"/>
                <a:gd name="connsiteY4-220" fmla="*/ 387108 h 1016696"/>
                <a:gd name="connsiteX5-221" fmla="*/ 294355 w 945930"/>
                <a:gd name="connsiteY5-222" fmla="*/ 100769 h 1016696"/>
                <a:gd name="connsiteX6-223" fmla="*/ 598410 w 945930"/>
                <a:gd name="connsiteY6-224" fmla="*/ 4903 h 1016696"/>
                <a:gd name="connsiteX7-225" fmla="*/ 818880 w 945930"/>
                <a:gd name="connsiteY7-226" fmla="*/ 74273 h 1016696"/>
                <a:gd name="connsiteX8-227" fmla="*/ 745910 w 945930"/>
                <a:gd name="connsiteY8-228" fmla="*/ 541034 h 1016696"/>
                <a:gd name="connsiteX9-229" fmla="*/ 945930 w 945930"/>
                <a:gd name="connsiteY9-230" fmla="*/ 884943 h 1016696"/>
                <a:gd name="connsiteX0-231" fmla="*/ 945930 w 945930"/>
                <a:gd name="connsiteY0-232" fmla="*/ 884943 h 1016696"/>
                <a:gd name="connsiteX1-233" fmla="*/ 700755 w 945930"/>
                <a:gd name="connsiteY1-234" fmla="*/ 1015170 h 1016696"/>
                <a:gd name="connsiteX2-235" fmla="*/ 308466 w 945930"/>
                <a:gd name="connsiteY2-236" fmla="*/ 931337 h 1016696"/>
                <a:gd name="connsiteX3-237" fmla="*/ 35588 w 945930"/>
                <a:gd name="connsiteY3-238" fmla="*/ 706568 h 1016696"/>
                <a:gd name="connsiteX4-239" fmla="*/ 12972 w 945930"/>
                <a:gd name="connsiteY4-240" fmla="*/ 387108 h 1016696"/>
                <a:gd name="connsiteX5-241" fmla="*/ 294355 w 945930"/>
                <a:gd name="connsiteY5-242" fmla="*/ 100769 h 1016696"/>
                <a:gd name="connsiteX6-243" fmla="*/ 598410 w 945930"/>
                <a:gd name="connsiteY6-244" fmla="*/ 4903 h 1016696"/>
                <a:gd name="connsiteX7-245" fmla="*/ 818880 w 945930"/>
                <a:gd name="connsiteY7-246" fmla="*/ 74273 h 1016696"/>
                <a:gd name="connsiteX8-247" fmla="*/ 745910 w 945930"/>
                <a:gd name="connsiteY8-248" fmla="*/ 630882 h 1016696"/>
                <a:gd name="connsiteX9-249" fmla="*/ 945930 w 945930"/>
                <a:gd name="connsiteY9-250" fmla="*/ 884943 h 1016696"/>
                <a:gd name="connsiteX0-251" fmla="*/ 945930 w 945930"/>
                <a:gd name="connsiteY0-252" fmla="*/ 884943 h 1016696"/>
                <a:gd name="connsiteX1-253" fmla="*/ 700755 w 945930"/>
                <a:gd name="connsiteY1-254" fmla="*/ 1015170 h 1016696"/>
                <a:gd name="connsiteX2-255" fmla="*/ 308466 w 945930"/>
                <a:gd name="connsiteY2-256" fmla="*/ 931337 h 1016696"/>
                <a:gd name="connsiteX3-257" fmla="*/ 35588 w 945930"/>
                <a:gd name="connsiteY3-258" fmla="*/ 706568 h 1016696"/>
                <a:gd name="connsiteX4-259" fmla="*/ 12972 w 945930"/>
                <a:gd name="connsiteY4-260" fmla="*/ 387108 h 1016696"/>
                <a:gd name="connsiteX5-261" fmla="*/ 294355 w 945930"/>
                <a:gd name="connsiteY5-262" fmla="*/ 100769 h 1016696"/>
                <a:gd name="connsiteX6-263" fmla="*/ 598410 w 945930"/>
                <a:gd name="connsiteY6-264" fmla="*/ 4903 h 1016696"/>
                <a:gd name="connsiteX7-265" fmla="*/ 818880 w 945930"/>
                <a:gd name="connsiteY7-266" fmla="*/ 74273 h 1016696"/>
                <a:gd name="connsiteX8-267" fmla="*/ 745910 w 945930"/>
                <a:gd name="connsiteY8-268" fmla="*/ 630882 h 1016696"/>
                <a:gd name="connsiteX9-269" fmla="*/ 945930 w 945930"/>
                <a:gd name="connsiteY9-270" fmla="*/ 884943 h 1016696"/>
                <a:gd name="connsiteX0-271" fmla="*/ 945930 w 945930"/>
                <a:gd name="connsiteY0-272" fmla="*/ 881919 h 1013672"/>
                <a:gd name="connsiteX1-273" fmla="*/ 700755 w 945930"/>
                <a:gd name="connsiteY1-274" fmla="*/ 1012146 h 1013672"/>
                <a:gd name="connsiteX2-275" fmla="*/ 308466 w 945930"/>
                <a:gd name="connsiteY2-276" fmla="*/ 928313 h 1013672"/>
                <a:gd name="connsiteX3-277" fmla="*/ 35588 w 945930"/>
                <a:gd name="connsiteY3-278" fmla="*/ 703544 h 1013672"/>
                <a:gd name="connsiteX4-279" fmla="*/ 12972 w 945930"/>
                <a:gd name="connsiteY4-280" fmla="*/ 384084 h 1013672"/>
                <a:gd name="connsiteX5-281" fmla="*/ 294355 w 945930"/>
                <a:gd name="connsiteY5-282" fmla="*/ 97745 h 1013672"/>
                <a:gd name="connsiteX6-283" fmla="*/ 598410 w 945930"/>
                <a:gd name="connsiteY6-284" fmla="*/ 1879 h 1013672"/>
                <a:gd name="connsiteX7-285" fmla="*/ 818880 w 945930"/>
                <a:gd name="connsiteY7-286" fmla="*/ 71249 h 1013672"/>
                <a:gd name="connsiteX8-287" fmla="*/ 796343 w 945930"/>
                <a:gd name="connsiteY8-288" fmla="*/ 361272 h 1013672"/>
                <a:gd name="connsiteX9-289" fmla="*/ 745910 w 945930"/>
                <a:gd name="connsiteY9-290" fmla="*/ 627858 h 1013672"/>
                <a:gd name="connsiteX10" fmla="*/ 945930 w 945930"/>
                <a:gd name="connsiteY10" fmla="*/ 881919 h 1013672"/>
                <a:gd name="connsiteX0-291" fmla="*/ 945930 w 945930"/>
                <a:gd name="connsiteY0-292" fmla="*/ 881919 h 1013672"/>
                <a:gd name="connsiteX1-293" fmla="*/ 700755 w 945930"/>
                <a:gd name="connsiteY1-294" fmla="*/ 1012146 h 1013672"/>
                <a:gd name="connsiteX2-295" fmla="*/ 308466 w 945930"/>
                <a:gd name="connsiteY2-296" fmla="*/ 928313 h 1013672"/>
                <a:gd name="connsiteX3-297" fmla="*/ 35588 w 945930"/>
                <a:gd name="connsiteY3-298" fmla="*/ 703544 h 1013672"/>
                <a:gd name="connsiteX4-299" fmla="*/ 12972 w 945930"/>
                <a:gd name="connsiteY4-300" fmla="*/ 384084 h 1013672"/>
                <a:gd name="connsiteX5-301" fmla="*/ 294355 w 945930"/>
                <a:gd name="connsiteY5-302" fmla="*/ 97745 h 1013672"/>
                <a:gd name="connsiteX6-303" fmla="*/ 598410 w 945930"/>
                <a:gd name="connsiteY6-304" fmla="*/ 1879 h 1013672"/>
                <a:gd name="connsiteX7-305" fmla="*/ 818880 w 945930"/>
                <a:gd name="connsiteY7-306" fmla="*/ 71249 h 1013672"/>
                <a:gd name="connsiteX8-307" fmla="*/ 796343 w 945930"/>
                <a:gd name="connsiteY8-308" fmla="*/ 361272 h 1013672"/>
                <a:gd name="connsiteX9-309" fmla="*/ 745910 w 945930"/>
                <a:gd name="connsiteY9-310" fmla="*/ 627858 h 1013672"/>
                <a:gd name="connsiteX10-311" fmla="*/ 945930 w 945930"/>
                <a:gd name="connsiteY10-312" fmla="*/ 881919 h 1013672"/>
                <a:gd name="connsiteX0-313" fmla="*/ 945930 w 945930"/>
                <a:gd name="connsiteY0-314" fmla="*/ 881919 h 1013672"/>
                <a:gd name="connsiteX1-315" fmla="*/ 700755 w 945930"/>
                <a:gd name="connsiteY1-316" fmla="*/ 1012146 h 1013672"/>
                <a:gd name="connsiteX2-317" fmla="*/ 308466 w 945930"/>
                <a:gd name="connsiteY2-318" fmla="*/ 928313 h 1013672"/>
                <a:gd name="connsiteX3-319" fmla="*/ 35588 w 945930"/>
                <a:gd name="connsiteY3-320" fmla="*/ 703544 h 1013672"/>
                <a:gd name="connsiteX4-321" fmla="*/ 12972 w 945930"/>
                <a:gd name="connsiteY4-322" fmla="*/ 384084 h 1013672"/>
                <a:gd name="connsiteX5-323" fmla="*/ 294355 w 945930"/>
                <a:gd name="connsiteY5-324" fmla="*/ 97745 h 1013672"/>
                <a:gd name="connsiteX6-325" fmla="*/ 598410 w 945930"/>
                <a:gd name="connsiteY6-326" fmla="*/ 1879 h 1013672"/>
                <a:gd name="connsiteX7-327" fmla="*/ 818880 w 945930"/>
                <a:gd name="connsiteY7-328" fmla="*/ 71249 h 1013672"/>
                <a:gd name="connsiteX8-329" fmla="*/ 796343 w 945930"/>
                <a:gd name="connsiteY8-330" fmla="*/ 361272 h 1013672"/>
                <a:gd name="connsiteX9-331" fmla="*/ 745910 w 945930"/>
                <a:gd name="connsiteY9-332" fmla="*/ 627858 h 1013672"/>
                <a:gd name="connsiteX10-333" fmla="*/ 945930 w 945930"/>
                <a:gd name="connsiteY10-334" fmla="*/ 881919 h 1013672"/>
                <a:gd name="connsiteX0-335" fmla="*/ 945930 w 945930"/>
                <a:gd name="connsiteY0-336" fmla="*/ 880971 h 1012724"/>
                <a:gd name="connsiteX1-337" fmla="*/ 700755 w 945930"/>
                <a:gd name="connsiteY1-338" fmla="*/ 1011198 h 1012724"/>
                <a:gd name="connsiteX2-339" fmla="*/ 308466 w 945930"/>
                <a:gd name="connsiteY2-340" fmla="*/ 927365 h 1012724"/>
                <a:gd name="connsiteX3-341" fmla="*/ 35588 w 945930"/>
                <a:gd name="connsiteY3-342" fmla="*/ 702596 h 1012724"/>
                <a:gd name="connsiteX4-343" fmla="*/ 12972 w 945930"/>
                <a:gd name="connsiteY4-344" fmla="*/ 383136 h 1012724"/>
                <a:gd name="connsiteX5-345" fmla="*/ 294355 w 945930"/>
                <a:gd name="connsiteY5-346" fmla="*/ 96797 h 1012724"/>
                <a:gd name="connsiteX6-347" fmla="*/ 598410 w 945930"/>
                <a:gd name="connsiteY6-348" fmla="*/ 931 h 1012724"/>
                <a:gd name="connsiteX7-349" fmla="*/ 901353 w 945930"/>
                <a:gd name="connsiteY7-350" fmla="*/ 107737 h 1012724"/>
                <a:gd name="connsiteX8-351" fmla="*/ 796343 w 945930"/>
                <a:gd name="connsiteY8-352" fmla="*/ 360324 h 1012724"/>
                <a:gd name="connsiteX9-353" fmla="*/ 745910 w 945930"/>
                <a:gd name="connsiteY9-354" fmla="*/ 626910 h 1012724"/>
                <a:gd name="connsiteX10-355" fmla="*/ 945930 w 945930"/>
                <a:gd name="connsiteY10-356" fmla="*/ 880971 h 1012724"/>
                <a:gd name="connsiteX0-357" fmla="*/ 945930 w 945930"/>
                <a:gd name="connsiteY0-358" fmla="*/ 866236 h 997989"/>
                <a:gd name="connsiteX1-359" fmla="*/ 700755 w 945930"/>
                <a:gd name="connsiteY1-360" fmla="*/ 996463 h 997989"/>
                <a:gd name="connsiteX2-361" fmla="*/ 308466 w 945930"/>
                <a:gd name="connsiteY2-362" fmla="*/ 912630 h 997989"/>
                <a:gd name="connsiteX3-363" fmla="*/ 35588 w 945930"/>
                <a:gd name="connsiteY3-364" fmla="*/ 687861 h 997989"/>
                <a:gd name="connsiteX4-365" fmla="*/ 12972 w 945930"/>
                <a:gd name="connsiteY4-366" fmla="*/ 368401 h 997989"/>
                <a:gd name="connsiteX5-367" fmla="*/ 294355 w 945930"/>
                <a:gd name="connsiteY5-368" fmla="*/ 82062 h 997989"/>
                <a:gd name="connsiteX6-369" fmla="*/ 631398 w 945930"/>
                <a:gd name="connsiteY6-370" fmla="*/ 1171 h 997989"/>
                <a:gd name="connsiteX7-371" fmla="*/ 901353 w 945930"/>
                <a:gd name="connsiteY7-372" fmla="*/ 93002 h 997989"/>
                <a:gd name="connsiteX8-373" fmla="*/ 796343 w 945930"/>
                <a:gd name="connsiteY8-374" fmla="*/ 345589 h 997989"/>
                <a:gd name="connsiteX9-375" fmla="*/ 745910 w 945930"/>
                <a:gd name="connsiteY9-376" fmla="*/ 612175 h 997989"/>
                <a:gd name="connsiteX10-377" fmla="*/ 945930 w 945930"/>
                <a:gd name="connsiteY10-378" fmla="*/ 866236 h 997989"/>
                <a:gd name="connsiteX0-379" fmla="*/ 924828 w 924828"/>
                <a:gd name="connsiteY0-380" fmla="*/ 866236 h 997989"/>
                <a:gd name="connsiteX1-381" fmla="*/ 679653 w 924828"/>
                <a:gd name="connsiteY1-382" fmla="*/ 996463 h 997989"/>
                <a:gd name="connsiteX2-383" fmla="*/ 287364 w 924828"/>
                <a:gd name="connsiteY2-384" fmla="*/ 912630 h 997989"/>
                <a:gd name="connsiteX3-385" fmla="*/ 14486 w 924828"/>
                <a:gd name="connsiteY3-386" fmla="*/ 687861 h 997989"/>
                <a:gd name="connsiteX4-387" fmla="*/ 41353 w 924828"/>
                <a:gd name="connsiteY4-388" fmla="*/ 345939 h 997989"/>
                <a:gd name="connsiteX5-389" fmla="*/ 273253 w 924828"/>
                <a:gd name="connsiteY5-390" fmla="*/ 82062 h 997989"/>
                <a:gd name="connsiteX6-391" fmla="*/ 610296 w 924828"/>
                <a:gd name="connsiteY6-392" fmla="*/ 1171 h 997989"/>
                <a:gd name="connsiteX7-393" fmla="*/ 880251 w 924828"/>
                <a:gd name="connsiteY7-394" fmla="*/ 93002 h 997989"/>
                <a:gd name="connsiteX8-395" fmla="*/ 775241 w 924828"/>
                <a:gd name="connsiteY8-396" fmla="*/ 345589 h 997989"/>
                <a:gd name="connsiteX9-397" fmla="*/ 724808 w 924828"/>
                <a:gd name="connsiteY9-398" fmla="*/ 612175 h 997989"/>
                <a:gd name="connsiteX10-399" fmla="*/ 924828 w 924828"/>
                <a:gd name="connsiteY10-400" fmla="*/ 866236 h 997989"/>
                <a:gd name="connsiteX0-401" fmla="*/ 924828 w 924828"/>
                <a:gd name="connsiteY0-402" fmla="*/ 866236 h 997989"/>
                <a:gd name="connsiteX1-403" fmla="*/ 679653 w 924828"/>
                <a:gd name="connsiteY1-404" fmla="*/ 996463 h 997989"/>
                <a:gd name="connsiteX2-405" fmla="*/ 287364 w 924828"/>
                <a:gd name="connsiteY2-406" fmla="*/ 912630 h 997989"/>
                <a:gd name="connsiteX3-407" fmla="*/ 14486 w 924828"/>
                <a:gd name="connsiteY3-408" fmla="*/ 687861 h 997989"/>
                <a:gd name="connsiteX4-409" fmla="*/ 41353 w 924828"/>
                <a:gd name="connsiteY4-410" fmla="*/ 345939 h 997989"/>
                <a:gd name="connsiteX5-411" fmla="*/ 273253 w 924828"/>
                <a:gd name="connsiteY5-412" fmla="*/ 82062 h 997989"/>
                <a:gd name="connsiteX6-413" fmla="*/ 610296 w 924828"/>
                <a:gd name="connsiteY6-414" fmla="*/ 1171 h 997989"/>
                <a:gd name="connsiteX7-415" fmla="*/ 880251 w 924828"/>
                <a:gd name="connsiteY7-416" fmla="*/ 93002 h 997989"/>
                <a:gd name="connsiteX8-417" fmla="*/ 775241 w 924828"/>
                <a:gd name="connsiteY8-418" fmla="*/ 345589 h 997989"/>
                <a:gd name="connsiteX9-419" fmla="*/ 724808 w 924828"/>
                <a:gd name="connsiteY9-420" fmla="*/ 612175 h 997989"/>
                <a:gd name="connsiteX10-421" fmla="*/ 924828 w 924828"/>
                <a:gd name="connsiteY10-422" fmla="*/ 866236 h 997989"/>
                <a:gd name="connsiteX0-423" fmla="*/ 935892 w 935892"/>
                <a:gd name="connsiteY0-424" fmla="*/ 866236 h 997989"/>
                <a:gd name="connsiteX1-425" fmla="*/ 690717 w 935892"/>
                <a:gd name="connsiteY1-426" fmla="*/ 996463 h 997989"/>
                <a:gd name="connsiteX2-427" fmla="*/ 298428 w 935892"/>
                <a:gd name="connsiteY2-428" fmla="*/ 912630 h 997989"/>
                <a:gd name="connsiteX3-429" fmla="*/ 25550 w 935892"/>
                <a:gd name="connsiteY3-430" fmla="*/ 687861 h 997989"/>
                <a:gd name="connsiteX4-431" fmla="*/ 19427 w 935892"/>
                <a:gd name="connsiteY4-432" fmla="*/ 345939 h 997989"/>
                <a:gd name="connsiteX5-433" fmla="*/ 284317 w 935892"/>
                <a:gd name="connsiteY5-434" fmla="*/ 82062 h 997989"/>
                <a:gd name="connsiteX6-435" fmla="*/ 621360 w 935892"/>
                <a:gd name="connsiteY6-436" fmla="*/ 1171 h 997989"/>
                <a:gd name="connsiteX7-437" fmla="*/ 891315 w 935892"/>
                <a:gd name="connsiteY7-438" fmla="*/ 93002 h 997989"/>
                <a:gd name="connsiteX8-439" fmla="*/ 786305 w 935892"/>
                <a:gd name="connsiteY8-440" fmla="*/ 345589 h 997989"/>
                <a:gd name="connsiteX9-441" fmla="*/ 735872 w 935892"/>
                <a:gd name="connsiteY9-442" fmla="*/ 612175 h 997989"/>
                <a:gd name="connsiteX10-443" fmla="*/ 935892 w 935892"/>
                <a:gd name="connsiteY10-444" fmla="*/ 866236 h 997989"/>
                <a:gd name="connsiteX0-445" fmla="*/ 949384 w 949384"/>
                <a:gd name="connsiteY0-446" fmla="*/ 866236 h 997989"/>
                <a:gd name="connsiteX1-447" fmla="*/ 704209 w 949384"/>
                <a:gd name="connsiteY1-448" fmla="*/ 996463 h 997989"/>
                <a:gd name="connsiteX2-449" fmla="*/ 311920 w 949384"/>
                <a:gd name="connsiteY2-450" fmla="*/ 912630 h 997989"/>
                <a:gd name="connsiteX3-451" fmla="*/ 39042 w 949384"/>
                <a:gd name="connsiteY3-452" fmla="*/ 687861 h 997989"/>
                <a:gd name="connsiteX4-453" fmla="*/ 32919 w 949384"/>
                <a:gd name="connsiteY4-454" fmla="*/ 345939 h 997989"/>
                <a:gd name="connsiteX5-455" fmla="*/ 297809 w 949384"/>
                <a:gd name="connsiteY5-456" fmla="*/ 82062 h 997989"/>
                <a:gd name="connsiteX6-457" fmla="*/ 634852 w 949384"/>
                <a:gd name="connsiteY6-458" fmla="*/ 1171 h 997989"/>
                <a:gd name="connsiteX7-459" fmla="*/ 904807 w 949384"/>
                <a:gd name="connsiteY7-460" fmla="*/ 93002 h 997989"/>
                <a:gd name="connsiteX8-461" fmla="*/ 799797 w 949384"/>
                <a:gd name="connsiteY8-462" fmla="*/ 345589 h 997989"/>
                <a:gd name="connsiteX9-463" fmla="*/ 749364 w 949384"/>
                <a:gd name="connsiteY9-464" fmla="*/ 612175 h 997989"/>
                <a:gd name="connsiteX10-465" fmla="*/ 949384 w 949384"/>
                <a:gd name="connsiteY10-466" fmla="*/ 866236 h 997989"/>
                <a:gd name="connsiteX0-467" fmla="*/ 949384 w 949384"/>
                <a:gd name="connsiteY0-468" fmla="*/ 866236 h 997989"/>
                <a:gd name="connsiteX1-469" fmla="*/ 704209 w 949384"/>
                <a:gd name="connsiteY1-470" fmla="*/ 996463 h 997989"/>
                <a:gd name="connsiteX2-471" fmla="*/ 311920 w 949384"/>
                <a:gd name="connsiteY2-472" fmla="*/ 912630 h 997989"/>
                <a:gd name="connsiteX3-473" fmla="*/ 39042 w 949384"/>
                <a:gd name="connsiteY3-474" fmla="*/ 687861 h 997989"/>
                <a:gd name="connsiteX4-475" fmla="*/ 32919 w 949384"/>
                <a:gd name="connsiteY4-476" fmla="*/ 345939 h 997989"/>
                <a:gd name="connsiteX5-477" fmla="*/ 297809 w 949384"/>
                <a:gd name="connsiteY5-478" fmla="*/ 82062 h 997989"/>
                <a:gd name="connsiteX6-479" fmla="*/ 634852 w 949384"/>
                <a:gd name="connsiteY6-480" fmla="*/ 1171 h 997989"/>
                <a:gd name="connsiteX7-481" fmla="*/ 904807 w 949384"/>
                <a:gd name="connsiteY7-482" fmla="*/ 93002 h 997989"/>
                <a:gd name="connsiteX8-483" fmla="*/ 799797 w 949384"/>
                <a:gd name="connsiteY8-484" fmla="*/ 345589 h 997989"/>
                <a:gd name="connsiteX9-485" fmla="*/ 749364 w 949384"/>
                <a:gd name="connsiteY9-486" fmla="*/ 612175 h 997989"/>
                <a:gd name="connsiteX10-487" fmla="*/ 949384 w 949384"/>
                <a:gd name="connsiteY10-488" fmla="*/ 866236 h 997989"/>
                <a:gd name="connsiteX0-489" fmla="*/ 866912 w 911428"/>
                <a:gd name="connsiteY0-490" fmla="*/ 866236 h 997989"/>
                <a:gd name="connsiteX1-491" fmla="*/ 704209 w 911428"/>
                <a:gd name="connsiteY1-492" fmla="*/ 996463 h 997989"/>
                <a:gd name="connsiteX2-493" fmla="*/ 311920 w 911428"/>
                <a:gd name="connsiteY2-494" fmla="*/ 912630 h 997989"/>
                <a:gd name="connsiteX3-495" fmla="*/ 39042 w 911428"/>
                <a:gd name="connsiteY3-496" fmla="*/ 687861 h 997989"/>
                <a:gd name="connsiteX4-497" fmla="*/ 32919 w 911428"/>
                <a:gd name="connsiteY4-498" fmla="*/ 345939 h 997989"/>
                <a:gd name="connsiteX5-499" fmla="*/ 297809 w 911428"/>
                <a:gd name="connsiteY5-500" fmla="*/ 82062 h 997989"/>
                <a:gd name="connsiteX6-501" fmla="*/ 634852 w 911428"/>
                <a:gd name="connsiteY6-502" fmla="*/ 1171 h 997989"/>
                <a:gd name="connsiteX7-503" fmla="*/ 904807 w 911428"/>
                <a:gd name="connsiteY7-504" fmla="*/ 93002 h 997989"/>
                <a:gd name="connsiteX8-505" fmla="*/ 799797 w 911428"/>
                <a:gd name="connsiteY8-506" fmla="*/ 345589 h 997989"/>
                <a:gd name="connsiteX9-507" fmla="*/ 749364 w 911428"/>
                <a:gd name="connsiteY9-508" fmla="*/ 612175 h 997989"/>
                <a:gd name="connsiteX10-509" fmla="*/ 866912 w 911428"/>
                <a:gd name="connsiteY10-510" fmla="*/ 866236 h 997989"/>
                <a:gd name="connsiteX0-511" fmla="*/ 866912 w 911428"/>
                <a:gd name="connsiteY0-512" fmla="*/ 866236 h 997989"/>
                <a:gd name="connsiteX1-513" fmla="*/ 704209 w 911428"/>
                <a:gd name="connsiteY1-514" fmla="*/ 996463 h 997989"/>
                <a:gd name="connsiteX2-515" fmla="*/ 311920 w 911428"/>
                <a:gd name="connsiteY2-516" fmla="*/ 912630 h 997989"/>
                <a:gd name="connsiteX3-517" fmla="*/ 39042 w 911428"/>
                <a:gd name="connsiteY3-518" fmla="*/ 687861 h 997989"/>
                <a:gd name="connsiteX4-519" fmla="*/ 32919 w 911428"/>
                <a:gd name="connsiteY4-520" fmla="*/ 345939 h 997989"/>
                <a:gd name="connsiteX5-521" fmla="*/ 297809 w 911428"/>
                <a:gd name="connsiteY5-522" fmla="*/ 82062 h 997989"/>
                <a:gd name="connsiteX6-523" fmla="*/ 634852 w 911428"/>
                <a:gd name="connsiteY6-524" fmla="*/ 1171 h 997989"/>
                <a:gd name="connsiteX7-525" fmla="*/ 904807 w 911428"/>
                <a:gd name="connsiteY7-526" fmla="*/ 93002 h 997989"/>
                <a:gd name="connsiteX8-527" fmla="*/ 799797 w 911428"/>
                <a:gd name="connsiteY8-528" fmla="*/ 345589 h 997989"/>
                <a:gd name="connsiteX9-529" fmla="*/ 749364 w 911428"/>
                <a:gd name="connsiteY9-530" fmla="*/ 612175 h 997989"/>
                <a:gd name="connsiteX10-531" fmla="*/ 866912 w 911428"/>
                <a:gd name="connsiteY10-532" fmla="*/ 866236 h 997989"/>
                <a:gd name="connsiteX0-533" fmla="*/ 866912 w 911428"/>
                <a:gd name="connsiteY0-534" fmla="*/ 866236 h 969320"/>
                <a:gd name="connsiteX1-535" fmla="*/ 654726 w 911428"/>
                <a:gd name="connsiteY1-536" fmla="*/ 966513 h 969320"/>
                <a:gd name="connsiteX2-537" fmla="*/ 311920 w 911428"/>
                <a:gd name="connsiteY2-538" fmla="*/ 912630 h 969320"/>
                <a:gd name="connsiteX3-539" fmla="*/ 39042 w 911428"/>
                <a:gd name="connsiteY3-540" fmla="*/ 687861 h 969320"/>
                <a:gd name="connsiteX4-541" fmla="*/ 32919 w 911428"/>
                <a:gd name="connsiteY4-542" fmla="*/ 345939 h 969320"/>
                <a:gd name="connsiteX5-543" fmla="*/ 297809 w 911428"/>
                <a:gd name="connsiteY5-544" fmla="*/ 82062 h 969320"/>
                <a:gd name="connsiteX6-545" fmla="*/ 634852 w 911428"/>
                <a:gd name="connsiteY6-546" fmla="*/ 1171 h 969320"/>
                <a:gd name="connsiteX7-547" fmla="*/ 904807 w 911428"/>
                <a:gd name="connsiteY7-548" fmla="*/ 93002 h 969320"/>
                <a:gd name="connsiteX8-549" fmla="*/ 799797 w 911428"/>
                <a:gd name="connsiteY8-550" fmla="*/ 345589 h 969320"/>
                <a:gd name="connsiteX9-551" fmla="*/ 749364 w 911428"/>
                <a:gd name="connsiteY9-552" fmla="*/ 612175 h 969320"/>
                <a:gd name="connsiteX10-553" fmla="*/ 866912 w 911428"/>
                <a:gd name="connsiteY10-554" fmla="*/ 866236 h 969320"/>
                <a:gd name="connsiteX0-555" fmla="*/ 866912 w 922712"/>
                <a:gd name="connsiteY0-556" fmla="*/ 866001 h 969085"/>
                <a:gd name="connsiteX1-557" fmla="*/ 654726 w 922712"/>
                <a:gd name="connsiteY1-558" fmla="*/ 966278 h 969085"/>
                <a:gd name="connsiteX2-559" fmla="*/ 311920 w 922712"/>
                <a:gd name="connsiteY2-560" fmla="*/ 912395 h 969085"/>
                <a:gd name="connsiteX3-561" fmla="*/ 39042 w 922712"/>
                <a:gd name="connsiteY3-562" fmla="*/ 687626 h 969085"/>
                <a:gd name="connsiteX4-563" fmla="*/ 32919 w 922712"/>
                <a:gd name="connsiteY4-564" fmla="*/ 345704 h 969085"/>
                <a:gd name="connsiteX5-565" fmla="*/ 297809 w 922712"/>
                <a:gd name="connsiteY5-566" fmla="*/ 81827 h 969085"/>
                <a:gd name="connsiteX6-567" fmla="*/ 634852 w 922712"/>
                <a:gd name="connsiteY6-568" fmla="*/ 936 h 969085"/>
                <a:gd name="connsiteX7-569" fmla="*/ 904807 w 922712"/>
                <a:gd name="connsiteY7-570" fmla="*/ 92767 h 969085"/>
                <a:gd name="connsiteX8-571" fmla="*/ 890518 w 922712"/>
                <a:gd name="connsiteY8-572" fmla="*/ 233044 h 969085"/>
                <a:gd name="connsiteX9-573" fmla="*/ 799797 w 922712"/>
                <a:gd name="connsiteY9-574" fmla="*/ 345354 h 969085"/>
                <a:gd name="connsiteX10-575" fmla="*/ 749364 w 922712"/>
                <a:gd name="connsiteY10-576" fmla="*/ 611940 h 969085"/>
                <a:gd name="connsiteX11" fmla="*/ 866912 w 922712"/>
                <a:gd name="connsiteY11" fmla="*/ 866001 h 969085"/>
                <a:gd name="connsiteX0-577" fmla="*/ 866912 w 922712"/>
                <a:gd name="connsiteY0-578" fmla="*/ 843959 h 947043"/>
                <a:gd name="connsiteX1-579" fmla="*/ 654726 w 922712"/>
                <a:gd name="connsiteY1-580" fmla="*/ 944236 h 947043"/>
                <a:gd name="connsiteX2-581" fmla="*/ 311920 w 922712"/>
                <a:gd name="connsiteY2-582" fmla="*/ 890353 h 947043"/>
                <a:gd name="connsiteX3-583" fmla="*/ 39042 w 922712"/>
                <a:gd name="connsiteY3-584" fmla="*/ 665584 h 947043"/>
                <a:gd name="connsiteX4-585" fmla="*/ 32919 w 922712"/>
                <a:gd name="connsiteY4-586" fmla="*/ 323662 h 947043"/>
                <a:gd name="connsiteX5-587" fmla="*/ 297809 w 922712"/>
                <a:gd name="connsiteY5-588" fmla="*/ 59785 h 947043"/>
                <a:gd name="connsiteX6-589" fmla="*/ 651347 w 922712"/>
                <a:gd name="connsiteY6-590" fmla="*/ 1356 h 947043"/>
                <a:gd name="connsiteX7-591" fmla="*/ 904807 w 922712"/>
                <a:gd name="connsiteY7-592" fmla="*/ 70725 h 947043"/>
                <a:gd name="connsiteX8-593" fmla="*/ 890518 w 922712"/>
                <a:gd name="connsiteY8-594" fmla="*/ 211002 h 947043"/>
                <a:gd name="connsiteX9-595" fmla="*/ 799797 w 922712"/>
                <a:gd name="connsiteY9-596" fmla="*/ 323312 h 947043"/>
                <a:gd name="connsiteX10-597" fmla="*/ 749364 w 922712"/>
                <a:gd name="connsiteY10-598" fmla="*/ 589898 h 947043"/>
                <a:gd name="connsiteX11-599" fmla="*/ 866912 w 922712"/>
                <a:gd name="connsiteY11-600" fmla="*/ 843959 h 947043"/>
                <a:gd name="connsiteX0-601" fmla="*/ 866912 w 922712"/>
                <a:gd name="connsiteY0-602" fmla="*/ 858621 h 961705"/>
                <a:gd name="connsiteX1-603" fmla="*/ 654726 w 922712"/>
                <a:gd name="connsiteY1-604" fmla="*/ 958898 h 961705"/>
                <a:gd name="connsiteX2-605" fmla="*/ 311920 w 922712"/>
                <a:gd name="connsiteY2-606" fmla="*/ 905015 h 961705"/>
                <a:gd name="connsiteX3-607" fmla="*/ 39042 w 922712"/>
                <a:gd name="connsiteY3-608" fmla="*/ 680246 h 961705"/>
                <a:gd name="connsiteX4-609" fmla="*/ 32919 w 922712"/>
                <a:gd name="connsiteY4-610" fmla="*/ 338324 h 961705"/>
                <a:gd name="connsiteX5-611" fmla="*/ 297809 w 922712"/>
                <a:gd name="connsiteY5-612" fmla="*/ 74447 h 961705"/>
                <a:gd name="connsiteX6-613" fmla="*/ 568875 w 922712"/>
                <a:gd name="connsiteY6-614" fmla="*/ 1043 h 961705"/>
                <a:gd name="connsiteX7-615" fmla="*/ 904807 w 922712"/>
                <a:gd name="connsiteY7-616" fmla="*/ 85387 h 961705"/>
                <a:gd name="connsiteX8-617" fmla="*/ 890518 w 922712"/>
                <a:gd name="connsiteY8-618" fmla="*/ 225664 h 961705"/>
                <a:gd name="connsiteX9-619" fmla="*/ 799797 w 922712"/>
                <a:gd name="connsiteY9-620" fmla="*/ 337974 h 961705"/>
                <a:gd name="connsiteX10-621" fmla="*/ 749364 w 922712"/>
                <a:gd name="connsiteY10-622" fmla="*/ 604560 h 961705"/>
                <a:gd name="connsiteX11-623" fmla="*/ 866912 w 922712"/>
                <a:gd name="connsiteY11-624" fmla="*/ 858621 h 961705"/>
                <a:gd name="connsiteX0-625" fmla="*/ 866912 w 912474"/>
                <a:gd name="connsiteY0-626" fmla="*/ 859020 h 962104"/>
                <a:gd name="connsiteX1-627" fmla="*/ 654726 w 912474"/>
                <a:gd name="connsiteY1-628" fmla="*/ 959297 h 962104"/>
                <a:gd name="connsiteX2-629" fmla="*/ 311920 w 912474"/>
                <a:gd name="connsiteY2-630" fmla="*/ 905414 h 962104"/>
                <a:gd name="connsiteX3-631" fmla="*/ 39042 w 912474"/>
                <a:gd name="connsiteY3-632" fmla="*/ 680645 h 962104"/>
                <a:gd name="connsiteX4-633" fmla="*/ 32919 w 912474"/>
                <a:gd name="connsiteY4-634" fmla="*/ 338723 h 962104"/>
                <a:gd name="connsiteX5-635" fmla="*/ 297809 w 912474"/>
                <a:gd name="connsiteY5-636" fmla="*/ 74846 h 962104"/>
                <a:gd name="connsiteX6-637" fmla="*/ 568875 w 912474"/>
                <a:gd name="connsiteY6-638" fmla="*/ 1442 h 962104"/>
                <a:gd name="connsiteX7-639" fmla="*/ 904807 w 912474"/>
                <a:gd name="connsiteY7-640" fmla="*/ 85786 h 962104"/>
                <a:gd name="connsiteX8-641" fmla="*/ 799797 w 912474"/>
                <a:gd name="connsiteY8-642" fmla="*/ 338373 h 962104"/>
                <a:gd name="connsiteX9-643" fmla="*/ 749364 w 912474"/>
                <a:gd name="connsiteY9-644" fmla="*/ 604959 h 962104"/>
                <a:gd name="connsiteX10-645" fmla="*/ 866912 w 912474"/>
                <a:gd name="connsiteY10-646" fmla="*/ 859020 h 962104"/>
                <a:gd name="connsiteX0-647" fmla="*/ 866912 w 912474"/>
                <a:gd name="connsiteY0-648" fmla="*/ 861538 h 964622"/>
                <a:gd name="connsiteX1-649" fmla="*/ 654726 w 912474"/>
                <a:gd name="connsiteY1-650" fmla="*/ 961815 h 964622"/>
                <a:gd name="connsiteX2-651" fmla="*/ 311920 w 912474"/>
                <a:gd name="connsiteY2-652" fmla="*/ 907932 h 964622"/>
                <a:gd name="connsiteX3-653" fmla="*/ 39042 w 912474"/>
                <a:gd name="connsiteY3-654" fmla="*/ 683163 h 964622"/>
                <a:gd name="connsiteX4-655" fmla="*/ 32919 w 912474"/>
                <a:gd name="connsiteY4-656" fmla="*/ 341241 h 964622"/>
                <a:gd name="connsiteX5-657" fmla="*/ 297809 w 912474"/>
                <a:gd name="connsiteY5-658" fmla="*/ 77364 h 964622"/>
                <a:gd name="connsiteX6-659" fmla="*/ 568875 w 912474"/>
                <a:gd name="connsiteY6-660" fmla="*/ 3960 h 964622"/>
                <a:gd name="connsiteX7-661" fmla="*/ 904807 w 912474"/>
                <a:gd name="connsiteY7-662" fmla="*/ 88304 h 964622"/>
                <a:gd name="connsiteX8-663" fmla="*/ 799797 w 912474"/>
                <a:gd name="connsiteY8-664" fmla="*/ 340891 h 964622"/>
                <a:gd name="connsiteX9-665" fmla="*/ 749364 w 912474"/>
                <a:gd name="connsiteY9-666" fmla="*/ 607477 h 964622"/>
                <a:gd name="connsiteX10-667" fmla="*/ 866912 w 912474"/>
                <a:gd name="connsiteY10-668" fmla="*/ 861538 h 964622"/>
                <a:gd name="connsiteX0-669" fmla="*/ 866912 w 943348"/>
                <a:gd name="connsiteY0-670" fmla="*/ 861538 h 964622"/>
                <a:gd name="connsiteX1-671" fmla="*/ 654726 w 943348"/>
                <a:gd name="connsiteY1-672" fmla="*/ 961815 h 964622"/>
                <a:gd name="connsiteX2-673" fmla="*/ 311920 w 943348"/>
                <a:gd name="connsiteY2-674" fmla="*/ 907932 h 964622"/>
                <a:gd name="connsiteX3-675" fmla="*/ 39042 w 943348"/>
                <a:gd name="connsiteY3-676" fmla="*/ 683163 h 964622"/>
                <a:gd name="connsiteX4-677" fmla="*/ 32919 w 943348"/>
                <a:gd name="connsiteY4-678" fmla="*/ 341241 h 964622"/>
                <a:gd name="connsiteX5-679" fmla="*/ 297809 w 943348"/>
                <a:gd name="connsiteY5-680" fmla="*/ 77364 h 964622"/>
                <a:gd name="connsiteX6-681" fmla="*/ 568875 w 943348"/>
                <a:gd name="connsiteY6-682" fmla="*/ 3960 h 964622"/>
                <a:gd name="connsiteX7-683" fmla="*/ 904807 w 943348"/>
                <a:gd name="connsiteY7-684" fmla="*/ 88304 h 964622"/>
                <a:gd name="connsiteX8-685" fmla="*/ 799797 w 943348"/>
                <a:gd name="connsiteY8-686" fmla="*/ 340891 h 964622"/>
                <a:gd name="connsiteX9-687" fmla="*/ 749364 w 943348"/>
                <a:gd name="connsiteY9-688" fmla="*/ 607477 h 964622"/>
                <a:gd name="connsiteX10-689" fmla="*/ 866912 w 943348"/>
                <a:gd name="connsiteY10-690" fmla="*/ 861538 h 964622"/>
                <a:gd name="connsiteX0-691" fmla="*/ 866912 w 943348"/>
                <a:gd name="connsiteY0-692" fmla="*/ 861538 h 964622"/>
                <a:gd name="connsiteX1-693" fmla="*/ 654726 w 943348"/>
                <a:gd name="connsiteY1-694" fmla="*/ 961815 h 964622"/>
                <a:gd name="connsiteX2-695" fmla="*/ 311920 w 943348"/>
                <a:gd name="connsiteY2-696" fmla="*/ 907932 h 964622"/>
                <a:gd name="connsiteX3-697" fmla="*/ 39042 w 943348"/>
                <a:gd name="connsiteY3-698" fmla="*/ 683163 h 964622"/>
                <a:gd name="connsiteX4-699" fmla="*/ 32919 w 943348"/>
                <a:gd name="connsiteY4-700" fmla="*/ 341241 h 964622"/>
                <a:gd name="connsiteX5-701" fmla="*/ 297809 w 943348"/>
                <a:gd name="connsiteY5-702" fmla="*/ 77364 h 964622"/>
                <a:gd name="connsiteX6-703" fmla="*/ 568875 w 943348"/>
                <a:gd name="connsiteY6-704" fmla="*/ 3960 h 964622"/>
                <a:gd name="connsiteX7-705" fmla="*/ 904807 w 943348"/>
                <a:gd name="connsiteY7-706" fmla="*/ 88304 h 964622"/>
                <a:gd name="connsiteX8-707" fmla="*/ 799797 w 943348"/>
                <a:gd name="connsiteY8-708" fmla="*/ 340891 h 964622"/>
                <a:gd name="connsiteX9-709" fmla="*/ 749364 w 943348"/>
                <a:gd name="connsiteY9-710" fmla="*/ 585015 h 964622"/>
                <a:gd name="connsiteX10-711" fmla="*/ 866912 w 943348"/>
                <a:gd name="connsiteY10-712" fmla="*/ 861538 h 964622"/>
                <a:gd name="connsiteX0-713" fmla="*/ 866912 w 934777"/>
                <a:gd name="connsiteY0-714" fmla="*/ 861538 h 964622"/>
                <a:gd name="connsiteX1-715" fmla="*/ 654726 w 934777"/>
                <a:gd name="connsiteY1-716" fmla="*/ 961815 h 964622"/>
                <a:gd name="connsiteX2-717" fmla="*/ 311920 w 934777"/>
                <a:gd name="connsiteY2-718" fmla="*/ 907932 h 964622"/>
                <a:gd name="connsiteX3-719" fmla="*/ 39042 w 934777"/>
                <a:gd name="connsiteY3-720" fmla="*/ 683163 h 964622"/>
                <a:gd name="connsiteX4-721" fmla="*/ 32919 w 934777"/>
                <a:gd name="connsiteY4-722" fmla="*/ 341241 h 964622"/>
                <a:gd name="connsiteX5-723" fmla="*/ 297809 w 934777"/>
                <a:gd name="connsiteY5-724" fmla="*/ 77364 h 964622"/>
                <a:gd name="connsiteX6-725" fmla="*/ 568875 w 934777"/>
                <a:gd name="connsiteY6-726" fmla="*/ 3960 h 964622"/>
                <a:gd name="connsiteX7-727" fmla="*/ 904807 w 934777"/>
                <a:gd name="connsiteY7-728" fmla="*/ 88304 h 964622"/>
                <a:gd name="connsiteX8-729" fmla="*/ 717325 w 934777"/>
                <a:gd name="connsiteY8-730" fmla="*/ 423252 h 964622"/>
                <a:gd name="connsiteX9-731" fmla="*/ 749364 w 934777"/>
                <a:gd name="connsiteY9-732" fmla="*/ 585015 h 964622"/>
                <a:gd name="connsiteX10-733" fmla="*/ 866912 w 934777"/>
                <a:gd name="connsiteY10-734" fmla="*/ 861538 h 964622"/>
                <a:gd name="connsiteX0-735" fmla="*/ 866912 w 908207"/>
                <a:gd name="connsiteY0-736" fmla="*/ 861538 h 964622"/>
                <a:gd name="connsiteX1-737" fmla="*/ 654726 w 908207"/>
                <a:gd name="connsiteY1-738" fmla="*/ 961815 h 964622"/>
                <a:gd name="connsiteX2-739" fmla="*/ 311920 w 908207"/>
                <a:gd name="connsiteY2-740" fmla="*/ 907932 h 964622"/>
                <a:gd name="connsiteX3-741" fmla="*/ 39042 w 908207"/>
                <a:gd name="connsiteY3-742" fmla="*/ 683163 h 964622"/>
                <a:gd name="connsiteX4-743" fmla="*/ 32919 w 908207"/>
                <a:gd name="connsiteY4-744" fmla="*/ 341241 h 964622"/>
                <a:gd name="connsiteX5-745" fmla="*/ 297809 w 908207"/>
                <a:gd name="connsiteY5-746" fmla="*/ 77364 h 964622"/>
                <a:gd name="connsiteX6-747" fmla="*/ 568875 w 908207"/>
                <a:gd name="connsiteY6-748" fmla="*/ 3960 h 964622"/>
                <a:gd name="connsiteX7-749" fmla="*/ 904807 w 908207"/>
                <a:gd name="connsiteY7-750" fmla="*/ 88304 h 964622"/>
                <a:gd name="connsiteX8-751" fmla="*/ 749364 w 908207"/>
                <a:gd name="connsiteY8-752" fmla="*/ 585015 h 964622"/>
                <a:gd name="connsiteX9-753" fmla="*/ 866912 w 908207"/>
                <a:gd name="connsiteY9-754" fmla="*/ 861538 h 964622"/>
                <a:gd name="connsiteX0-755" fmla="*/ 866912 w 907376"/>
                <a:gd name="connsiteY0-756" fmla="*/ 861538 h 964622"/>
                <a:gd name="connsiteX1-757" fmla="*/ 654726 w 907376"/>
                <a:gd name="connsiteY1-758" fmla="*/ 961815 h 964622"/>
                <a:gd name="connsiteX2-759" fmla="*/ 311920 w 907376"/>
                <a:gd name="connsiteY2-760" fmla="*/ 907932 h 964622"/>
                <a:gd name="connsiteX3-761" fmla="*/ 39042 w 907376"/>
                <a:gd name="connsiteY3-762" fmla="*/ 683163 h 964622"/>
                <a:gd name="connsiteX4-763" fmla="*/ 32919 w 907376"/>
                <a:gd name="connsiteY4-764" fmla="*/ 341241 h 964622"/>
                <a:gd name="connsiteX5-765" fmla="*/ 297809 w 907376"/>
                <a:gd name="connsiteY5-766" fmla="*/ 77364 h 964622"/>
                <a:gd name="connsiteX6-767" fmla="*/ 568875 w 907376"/>
                <a:gd name="connsiteY6-768" fmla="*/ 3960 h 964622"/>
                <a:gd name="connsiteX7-769" fmla="*/ 904807 w 907376"/>
                <a:gd name="connsiteY7-770" fmla="*/ 88304 h 964622"/>
                <a:gd name="connsiteX8-771" fmla="*/ 749364 w 907376"/>
                <a:gd name="connsiteY8-772" fmla="*/ 585015 h 964622"/>
                <a:gd name="connsiteX9-773" fmla="*/ 866912 w 907376"/>
                <a:gd name="connsiteY9-774" fmla="*/ 861538 h 964622"/>
                <a:gd name="connsiteX0-775" fmla="*/ 866912 w 907376"/>
                <a:gd name="connsiteY0-776" fmla="*/ 861538 h 964622"/>
                <a:gd name="connsiteX1-777" fmla="*/ 654726 w 907376"/>
                <a:gd name="connsiteY1-778" fmla="*/ 961815 h 964622"/>
                <a:gd name="connsiteX2-779" fmla="*/ 311920 w 907376"/>
                <a:gd name="connsiteY2-780" fmla="*/ 907932 h 964622"/>
                <a:gd name="connsiteX3-781" fmla="*/ 39042 w 907376"/>
                <a:gd name="connsiteY3-782" fmla="*/ 683163 h 964622"/>
                <a:gd name="connsiteX4-783" fmla="*/ 32919 w 907376"/>
                <a:gd name="connsiteY4-784" fmla="*/ 341241 h 964622"/>
                <a:gd name="connsiteX5-785" fmla="*/ 297809 w 907376"/>
                <a:gd name="connsiteY5-786" fmla="*/ 77364 h 964622"/>
                <a:gd name="connsiteX6-787" fmla="*/ 568875 w 907376"/>
                <a:gd name="connsiteY6-788" fmla="*/ 3960 h 964622"/>
                <a:gd name="connsiteX7-789" fmla="*/ 904807 w 907376"/>
                <a:gd name="connsiteY7-790" fmla="*/ 88304 h 964622"/>
                <a:gd name="connsiteX8-791" fmla="*/ 749364 w 907376"/>
                <a:gd name="connsiteY8-792" fmla="*/ 585015 h 964622"/>
                <a:gd name="connsiteX9-793" fmla="*/ 866912 w 907376"/>
                <a:gd name="connsiteY9-794" fmla="*/ 861538 h 964622"/>
                <a:gd name="connsiteX0-795" fmla="*/ 866912 w 909155"/>
                <a:gd name="connsiteY0-796" fmla="*/ 861538 h 964622"/>
                <a:gd name="connsiteX1-797" fmla="*/ 654726 w 909155"/>
                <a:gd name="connsiteY1-798" fmla="*/ 961815 h 964622"/>
                <a:gd name="connsiteX2-799" fmla="*/ 311920 w 909155"/>
                <a:gd name="connsiteY2-800" fmla="*/ 907932 h 964622"/>
                <a:gd name="connsiteX3-801" fmla="*/ 39042 w 909155"/>
                <a:gd name="connsiteY3-802" fmla="*/ 683163 h 964622"/>
                <a:gd name="connsiteX4-803" fmla="*/ 32919 w 909155"/>
                <a:gd name="connsiteY4-804" fmla="*/ 341241 h 964622"/>
                <a:gd name="connsiteX5-805" fmla="*/ 297809 w 909155"/>
                <a:gd name="connsiteY5-806" fmla="*/ 77364 h 964622"/>
                <a:gd name="connsiteX6-807" fmla="*/ 568875 w 909155"/>
                <a:gd name="connsiteY6-808" fmla="*/ 3960 h 964622"/>
                <a:gd name="connsiteX7-809" fmla="*/ 904807 w 909155"/>
                <a:gd name="connsiteY7-810" fmla="*/ 88304 h 964622"/>
                <a:gd name="connsiteX8-811" fmla="*/ 856579 w 909155"/>
                <a:gd name="connsiteY8-812" fmla="*/ 629939 h 964622"/>
                <a:gd name="connsiteX9-813" fmla="*/ 866912 w 909155"/>
                <a:gd name="connsiteY9-814" fmla="*/ 861538 h 964622"/>
                <a:gd name="connsiteX0-815" fmla="*/ 866912 w 1039111"/>
                <a:gd name="connsiteY0-816" fmla="*/ 857982 h 961066"/>
                <a:gd name="connsiteX1-817" fmla="*/ 654726 w 1039111"/>
                <a:gd name="connsiteY1-818" fmla="*/ 958259 h 961066"/>
                <a:gd name="connsiteX2-819" fmla="*/ 311920 w 1039111"/>
                <a:gd name="connsiteY2-820" fmla="*/ 904376 h 961066"/>
                <a:gd name="connsiteX3-821" fmla="*/ 39042 w 1039111"/>
                <a:gd name="connsiteY3-822" fmla="*/ 679607 h 961066"/>
                <a:gd name="connsiteX4-823" fmla="*/ 32919 w 1039111"/>
                <a:gd name="connsiteY4-824" fmla="*/ 337685 h 961066"/>
                <a:gd name="connsiteX5-825" fmla="*/ 297809 w 1039111"/>
                <a:gd name="connsiteY5-826" fmla="*/ 73808 h 961066"/>
                <a:gd name="connsiteX6-827" fmla="*/ 568875 w 1039111"/>
                <a:gd name="connsiteY6-828" fmla="*/ 404 h 961066"/>
                <a:gd name="connsiteX7-829" fmla="*/ 1036763 w 1039111"/>
                <a:gd name="connsiteY7-830" fmla="*/ 241983 h 961066"/>
                <a:gd name="connsiteX8-831" fmla="*/ 856579 w 1039111"/>
                <a:gd name="connsiteY8-832" fmla="*/ 626383 h 961066"/>
                <a:gd name="connsiteX9-833" fmla="*/ 866912 w 1039111"/>
                <a:gd name="connsiteY9-834" fmla="*/ 857982 h 961066"/>
                <a:gd name="connsiteX0-835" fmla="*/ 866912 w 1039111"/>
                <a:gd name="connsiteY0-836" fmla="*/ 828122 h 931206"/>
                <a:gd name="connsiteX1-837" fmla="*/ 654726 w 1039111"/>
                <a:gd name="connsiteY1-838" fmla="*/ 928399 h 931206"/>
                <a:gd name="connsiteX2-839" fmla="*/ 311920 w 1039111"/>
                <a:gd name="connsiteY2-840" fmla="*/ 874516 h 931206"/>
                <a:gd name="connsiteX3-841" fmla="*/ 39042 w 1039111"/>
                <a:gd name="connsiteY3-842" fmla="*/ 649747 h 931206"/>
                <a:gd name="connsiteX4-843" fmla="*/ 32919 w 1039111"/>
                <a:gd name="connsiteY4-844" fmla="*/ 307825 h 931206"/>
                <a:gd name="connsiteX5-845" fmla="*/ 297809 w 1039111"/>
                <a:gd name="connsiteY5-846" fmla="*/ 43948 h 931206"/>
                <a:gd name="connsiteX6-847" fmla="*/ 684336 w 1039111"/>
                <a:gd name="connsiteY6-848" fmla="*/ 493 h 931206"/>
                <a:gd name="connsiteX7-849" fmla="*/ 1036763 w 1039111"/>
                <a:gd name="connsiteY7-850" fmla="*/ 212123 h 931206"/>
                <a:gd name="connsiteX8-851" fmla="*/ 856579 w 1039111"/>
                <a:gd name="connsiteY8-852" fmla="*/ 596523 h 931206"/>
                <a:gd name="connsiteX9-853" fmla="*/ 866912 w 1039111"/>
                <a:gd name="connsiteY9-854" fmla="*/ 828122 h 931206"/>
                <a:gd name="connsiteX0-855" fmla="*/ 866912 w 1039111"/>
                <a:gd name="connsiteY0-856" fmla="*/ 828122 h 931206"/>
                <a:gd name="connsiteX1-857" fmla="*/ 654726 w 1039111"/>
                <a:gd name="connsiteY1-858" fmla="*/ 928399 h 931206"/>
                <a:gd name="connsiteX2-859" fmla="*/ 311920 w 1039111"/>
                <a:gd name="connsiteY2-860" fmla="*/ 874516 h 931206"/>
                <a:gd name="connsiteX3-861" fmla="*/ 39042 w 1039111"/>
                <a:gd name="connsiteY3-862" fmla="*/ 649747 h 931206"/>
                <a:gd name="connsiteX4-863" fmla="*/ 32919 w 1039111"/>
                <a:gd name="connsiteY4-864" fmla="*/ 307825 h 931206"/>
                <a:gd name="connsiteX5-865" fmla="*/ 314304 w 1039111"/>
                <a:gd name="connsiteY5-866" fmla="*/ 66410 h 931206"/>
                <a:gd name="connsiteX6-867" fmla="*/ 684336 w 1039111"/>
                <a:gd name="connsiteY6-868" fmla="*/ 493 h 931206"/>
                <a:gd name="connsiteX7-869" fmla="*/ 1036763 w 1039111"/>
                <a:gd name="connsiteY7-870" fmla="*/ 212123 h 931206"/>
                <a:gd name="connsiteX8-871" fmla="*/ 856579 w 1039111"/>
                <a:gd name="connsiteY8-872" fmla="*/ 596523 h 931206"/>
                <a:gd name="connsiteX9-873" fmla="*/ 866912 w 1039111"/>
                <a:gd name="connsiteY9-874" fmla="*/ 828122 h 931206"/>
                <a:gd name="connsiteX0-875" fmla="*/ 866912 w 1039111"/>
                <a:gd name="connsiteY0-876" fmla="*/ 857981 h 961065"/>
                <a:gd name="connsiteX1-877" fmla="*/ 654726 w 1039111"/>
                <a:gd name="connsiteY1-878" fmla="*/ 958258 h 961065"/>
                <a:gd name="connsiteX2-879" fmla="*/ 311920 w 1039111"/>
                <a:gd name="connsiteY2-880" fmla="*/ 904375 h 961065"/>
                <a:gd name="connsiteX3-881" fmla="*/ 39042 w 1039111"/>
                <a:gd name="connsiteY3-882" fmla="*/ 679606 h 961065"/>
                <a:gd name="connsiteX4-883" fmla="*/ 32919 w 1039111"/>
                <a:gd name="connsiteY4-884" fmla="*/ 337684 h 961065"/>
                <a:gd name="connsiteX5-885" fmla="*/ 314304 w 1039111"/>
                <a:gd name="connsiteY5-886" fmla="*/ 96269 h 961065"/>
                <a:gd name="connsiteX6-887" fmla="*/ 684336 w 1039111"/>
                <a:gd name="connsiteY6-888" fmla="*/ 403 h 961065"/>
                <a:gd name="connsiteX7-889" fmla="*/ 1036763 w 1039111"/>
                <a:gd name="connsiteY7-890" fmla="*/ 241982 h 961065"/>
                <a:gd name="connsiteX8-891" fmla="*/ 856579 w 1039111"/>
                <a:gd name="connsiteY8-892" fmla="*/ 626382 h 961065"/>
                <a:gd name="connsiteX9-893" fmla="*/ 866912 w 1039111"/>
                <a:gd name="connsiteY9-894" fmla="*/ 857981 h 961065"/>
                <a:gd name="connsiteX0-895" fmla="*/ 866912 w 1039111"/>
                <a:gd name="connsiteY0-896" fmla="*/ 861754 h 964838"/>
                <a:gd name="connsiteX1-897" fmla="*/ 654726 w 1039111"/>
                <a:gd name="connsiteY1-898" fmla="*/ 962031 h 964838"/>
                <a:gd name="connsiteX2-899" fmla="*/ 311920 w 1039111"/>
                <a:gd name="connsiteY2-900" fmla="*/ 908148 h 964838"/>
                <a:gd name="connsiteX3-901" fmla="*/ 39042 w 1039111"/>
                <a:gd name="connsiteY3-902" fmla="*/ 683379 h 964838"/>
                <a:gd name="connsiteX4-903" fmla="*/ 32919 w 1039111"/>
                <a:gd name="connsiteY4-904" fmla="*/ 341457 h 964838"/>
                <a:gd name="connsiteX5-905" fmla="*/ 314304 w 1039111"/>
                <a:gd name="connsiteY5-906" fmla="*/ 100042 h 964838"/>
                <a:gd name="connsiteX6-907" fmla="*/ 684336 w 1039111"/>
                <a:gd name="connsiteY6-908" fmla="*/ 4176 h 964838"/>
                <a:gd name="connsiteX7-909" fmla="*/ 1036763 w 1039111"/>
                <a:gd name="connsiteY7-910" fmla="*/ 245755 h 964838"/>
                <a:gd name="connsiteX8-911" fmla="*/ 856579 w 1039111"/>
                <a:gd name="connsiteY8-912" fmla="*/ 630155 h 964838"/>
                <a:gd name="connsiteX9-913" fmla="*/ 866912 w 1039111"/>
                <a:gd name="connsiteY9-914" fmla="*/ 861754 h 964838"/>
                <a:gd name="connsiteX0-915" fmla="*/ 866912 w 1039111"/>
                <a:gd name="connsiteY0-916" fmla="*/ 861754 h 964838"/>
                <a:gd name="connsiteX1-917" fmla="*/ 654726 w 1039111"/>
                <a:gd name="connsiteY1-918" fmla="*/ 962031 h 964838"/>
                <a:gd name="connsiteX2-919" fmla="*/ 311920 w 1039111"/>
                <a:gd name="connsiteY2-920" fmla="*/ 908148 h 964838"/>
                <a:gd name="connsiteX3-921" fmla="*/ 39042 w 1039111"/>
                <a:gd name="connsiteY3-922" fmla="*/ 683379 h 964838"/>
                <a:gd name="connsiteX4-923" fmla="*/ 32919 w 1039111"/>
                <a:gd name="connsiteY4-924" fmla="*/ 341457 h 964838"/>
                <a:gd name="connsiteX5-925" fmla="*/ 314304 w 1039111"/>
                <a:gd name="connsiteY5-926" fmla="*/ 100042 h 964838"/>
                <a:gd name="connsiteX6-927" fmla="*/ 684336 w 1039111"/>
                <a:gd name="connsiteY6-928" fmla="*/ 4176 h 964838"/>
                <a:gd name="connsiteX7-929" fmla="*/ 1036763 w 1039111"/>
                <a:gd name="connsiteY7-930" fmla="*/ 245755 h 964838"/>
                <a:gd name="connsiteX8-931" fmla="*/ 856579 w 1039111"/>
                <a:gd name="connsiteY8-932" fmla="*/ 630155 h 964838"/>
                <a:gd name="connsiteX9-933" fmla="*/ 866912 w 1039111"/>
                <a:gd name="connsiteY9-934" fmla="*/ 861754 h 964838"/>
                <a:gd name="connsiteX0-935" fmla="*/ 866912 w 1039111"/>
                <a:gd name="connsiteY0-936" fmla="*/ 864167 h 967251"/>
                <a:gd name="connsiteX1-937" fmla="*/ 654726 w 1039111"/>
                <a:gd name="connsiteY1-938" fmla="*/ 964444 h 967251"/>
                <a:gd name="connsiteX2-939" fmla="*/ 311920 w 1039111"/>
                <a:gd name="connsiteY2-940" fmla="*/ 910561 h 967251"/>
                <a:gd name="connsiteX3-941" fmla="*/ 39042 w 1039111"/>
                <a:gd name="connsiteY3-942" fmla="*/ 685792 h 967251"/>
                <a:gd name="connsiteX4-943" fmla="*/ 32919 w 1039111"/>
                <a:gd name="connsiteY4-944" fmla="*/ 343870 h 967251"/>
                <a:gd name="connsiteX5-945" fmla="*/ 273068 w 1039111"/>
                <a:gd name="connsiteY5-946" fmla="*/ 72506 h 967251"/>
                <a:gd name="connsiteX6-947" fmla="*/ 684336 w 1039111"/>
                <a:gd name="connsiteY6-948" fmla="*/ 6589 h 967251"/>
                <a:gd name="connsiteX7-949" fmla="*/ 1036763 w 1039111"/>
                <a:gd name="connsiteY7-950" fmla="*/ 248168 h 967251"/>
                <a:gd name="connsiteX8-951" fmla="*/ 856579 w 1039111"/>
                <a:gd name="connsiteY8-952" fmla="*/ 632568 h 967251"/>
                <a:gd name="connsiteX9-953" fmla="*/ 866912 w 1039111"/>
                <a:gd name="connsiteY9-954" fmla="*/ 864167 h 967251"/>
                <a:gd name="connsiteX0-955" fmla="*/ 866912 w 1039111"/>
                <a:gd name="connsiteY0-956" fmla="*/ 882202 h 985286"/>
                <a:gd name="connsiteX1-957" fmla="*/ 654726 w 1039111"/>
                <a:gd name="connsiteY1-958" fmla="*/ 982479 h 985286"/>
                <a:gd name="connsiteX2-959" fmla="*/ 311920 w 1039111"/>
                <a:gd name="connsiteY2-960" fmla="*/ 928596 h 985286"/>
                <a:gd name="connsiteX3-961" fmla="*/ 39042 w 1039111"/>
                <a:gd name="connsiteY3-962" fmla="*/ 703827 h 985286"/>
                <a:gd name="connsiteX4-963" fmla="*/ 32919 w 1039111"/>
                <a:gd name="connsiteY4-964" fmla="*/ 361905 h 985286"/>
                <a:gd name="connsiteX5-965" fmla="*/ 273068 w 1039111"/>
                <a:gd name="connsiteY5-966" fmla="*/ 90541 h 985286"/>
                <a:gd name="connsiteX6-967" fmla="*/ 684336 w 1039111"/>
                <a:gd name="connsiteY6-968" fmla="*/ 24624 h 985286"/>
                <a:gd name="connsiteX7-969" fmla="*/ 1036763 w 1039111"/>
                <a:gd name="connsiteY7-970" fmla="*/ 266203 h 985286"/>
                <a:gd name="connsiteX8-971" fmla="*/ 856579 w 1039111"/>
                <a:gd name="connsiteY8-972" fmla="*/ 650603 h 985286"/>
                <a:gd name="connsiteX9-973" fmla="*/ 866912 w 1039111"/>
                <a:gd name="connsiteY9-974" fmla="*/ 882202 h 985286"/>
                <a:gd name="connsiteX0-975" fmla="*/ 866912 w 1039111"/>
                <a:gd name="connsiteY0-976" fmla="*/ 882202 h 985286"/>
                <a:gd name="connsiteX1-977" fmla="*/ 654726 w 1039111"/>
                <a:gd name="connsiteY1-978" fmla="*/ 982479 h 985286"/>
                <a:gd name="connsiteX2-979" fmla="*/ 311920 w 1039111"/>
                <a:gd name="connsiteY2-980" fmla="*/ 928596 h 985286"/>
                <a:gd name="connsiteX3-981" fmla="*/ 39042 w 1039111"/>
                <a:gd name="connsiteY3-982" fmla="*/ 703827 h 985286"/>
                <a:gd name="connsiteX4-983" fmla="*/ 32919 w 1039111"/>
                <a:gd name="connsiteY4-984" fmla="*/ 361905 h 985286"/>
                <a:gd name="connsiteX5-985" fmla="*/ 273068 w 1039111"/>
                <a:gd name="connsiteY5-986" fmla="*/ 90541 h 985286"/>
                <a:gd name="connsiteX6-987" fmla="*/ 684336 w 1039111"/>
                <a:gd name="connsiteY6-988" fmla="*/ 24624 h 985286"/>
                <a:gd name="connsiteX7-989" fmla="*/ 1036763 w 1039111"/>
                <a:gd name="connsiteY7-990" fmla="*/ 266203 h 985286"/>
                <a:gd name="connsiteX8-991" fmla="*/ 856579 w 1039111"/>
                <a:gd name="connsiteY8-992" fmla="*/ 650603 h 985286"/>
                <a:gd name="connsiteX9-993" fmla="*/ 866912 w 1039111"/>
                <a:gd name="connsiteY9-994" fmla="*/ 882202 h 985286"/>
                <a:gd name="connsiteX0-995" fmla="*/ 911008 w 1083207"/>
                <a:gd name="connsiteY0-996" fmla="*/ 882202 h 985286"/>
                <a:gd name="connsiteX1-997" fmla="*/ 698822 w 1083207"/>
                <a:gd name="connsiteY1-998" fmla="*/ 982479 h 985286"/>
                <a:gd name="connsiteX2-999" fmla="*/ 356016 w 1083207"/>
                <a:gd name="connsiteY2-1000" fmla="*/ 928596 h 985286"/>
                <a:gd name="connsiteX3-1001" fmla="*/ 83138 w 1083207"/>
                <a:gd name="connsiteY3-1002" fmla="*/ 703827 h 985286"/>
                <a:gd name="connsiteX4-1003" fmla="*/ 19285 w 1083207"/>
                <a:gd name="connsiteY4-1004" fmla="*/ 406830 h 985286"/>
                <a:gd name="connsiteX5-1005" fmla="*/ 317164 w 1083207"/>
                <a:gd name="connsiteY5-1006" fmla="*/ 90541 h 985286"/>
                <a:gd name="connsiteX6-1007" fmla="*/ 728432 w 1083207"/>
                <a:gd name="connsiteY6-1008" fmla="*/ 24624 h 985286"/>
                <a:gd name="connsiteX7-1009" fmla="*/ 1080859 w 1083207"/>
                <a:gd name="connsiteY7-1010" fmla="*/ 266203 h 985286"/>
                <a:gd name="connsiteX8-1011" fmla="*/ 900675 w 1083207"/>
                <a:gd name="connsiteY8-1012" fmla="*/ 650603 h 985286"/>
                <a:gd name="connsiteX9-1013" fmla="*/ 911008 w 1083207"/>
                <a:gd name="connsiteY9-1014" fmla="*/ 882202 h 985286"/>
                <a:gd name="connsiteX0-1015" fmla="*/ 911008 w 1083207"/>
                <a:gd name="connsiteY0-1016" fmla="*/ 882202 h 985286"/>
                <a:gd name="connsiteX1-1017" fmla="*/ 698822 w 1083207"/>
                <a:gd name="connsiteY1-1018" fmla="*/ 982479 h 985286"/>
                <a:gd name="connsiteX2-1019" fmla="*/ 356016 w 1083207"/>
                <a:gd name="connsiteY2-1020" fmla="*/ 928596 h 985286"/>
                <a:gd name="connsiteX3-1021" fmla="*/ 83138 w 1083207"/>
                <a:gd name="connsiteY3-1022" fmla="*/ 703827 h 985286"/>
                <a:gd name="connsiteX4-1023" fmla="*/ 19285 w 1083207"/>
                <a:gd name="connsiteY4-1024" fmla="*/ 406830 h 985286"/>
                <a:gd name="connsiteX5-1025" fmla="*/ 317164 w 1083207"/>
                <a:gd name="connsiteY5-1026" fmla="*/ 90541 h 985286"/>
                <a:gd name="connsiteX6-1027" fmla="*/ 728432 w 1083207"/>
                <a:gd name="connsiteY6-1028" fmla="*/ 24624 h 985286"/>
                <a:gd name="connsiteX7-1029" fmla="*/ 1080859 w 1083207"/>
                <a:gd name="connsiteY7-1030" fmla="*/ 266203 h 985286"/>
                <a:gd name="connsiteX8-1031" fmla="*/ 900675 w 1083207"/>
                <a:gd name="connsiteY8-1032" fmla="*/ 650603 h 985286"/>
                <a:gd name="connsiteX9-1033" fmla="*/ 911008 w 1083207"/>
                <a:gd name="connsiteY9-1034" fmla="*/ 882202 h 985286"/>
                <a:gd name="connsiteX0-1035" fmla="*/ 914455 w 1086654"/>
                <a:gd name="connsiteY0-1036" fmla="*/ 882202 h 985286"/>
                <a:gd name="connsiteX1-1037" fmla="*/ 702269 w 1086654"/>
                <a:gd name="connsiteY1-1038" fmla="*/ 982479 h 985286"/>
                <a:gd name="connsiteX2-1039" fmla="*/ 359463 w 1086654"/>
                <a:gd name="connsiteY2-1040" fmla="*/ 928596 h 985286"/>
                <a:gd name="connsiteX3-1041" fmla="*/ 86585 w 1086654"/>
                <a:gd name="connsiteY3-1042" fmla="*/ 703827 h 985286"/>
                <a:gd name="connsiteX4-1043" fmla="*/ 22732 w 1086654"/>
                <a:gd name="connsiteY4-1044" fmla="*/ 406830 h 985286"/>
                <a:gd name="connsiteX5-1045" fmla="*/ 320611 w 1086654"/>
                <a:gd name="connsiteY5-1046" fmla="*/ 90541 h 985286"/>
                <a:gd name="connsiteX6-1047" fmla="*/ 731879 w 1086654"/>
                <a:gd name="connsiteY6-1048" fmla="*/ 24624 h 985286"/>
                <a:gd name="connsiteX7-1049" fmla="*/ 1084306 w 1086654"/>
                <a:gd name="connsiteY7-1050" fmla="*/ 266203 h 985286"/>
                <a:gd name="connsiteX8-1051" fmla="*/ 904122 w 1086654"/>
                <a:gd name="connsiteY8-1052" fmla="*/ 650603 h 985286"/>
                <a:gd name="connsiteX9-1053" fmla="*/ 914455 w 1086654"/>
                <a:gd name="connsiteY9-1054" fmla="*/ 882202 h 985286"/>
                <a:gd name="connsiteX0-1055" fmla="*/ 914455 w 1086654"/>
                <a:gd name="connsiteY0-1056" fmla="*/ 882202 h 985286"/>
                <a:gd name="connsiteX1-1057" fmla="*/ 702269 w 1086654"/>
                <a:gd name="connsiteY1-1058" fmla="*/ 982479 h 985286"/>
                <a:gd name="connsiteX2-1059" fmla="*/ 359463 w 1086654"/>
                <a:gd name="connsiteY2-1060" fmla="*/ 928596 h 985286"/>
                <a:gd name="connsiteX3-1061" fmla="*/ 86585 w 1086654"/>
                <a:gd name="connsiteY3-1062" fmla="*/ 703827 h 985286"/>
                <a:gd name="connsiteX4-1063" fmla="*/ 22732 w 1086654"/>
                <a:gd name="connsiteY4-1064" fmla="*/ 406830 h 985286"/>
                <a:gd name="connsiteX5-1065" fmla="*/ 320611 w 1086654"/>
                <a:gd name="connsiteY5-1066" fmla="*/ 90541 h 985286"/>
                <a:gd name="connsiteX6-1067" fmla="*/ 731879 w 1086654"/>
                <a:gd name="connsiteY6-1068" fmla="*/ 24624 h 985286"/>
                <a:gd name="connsiteX7-1069" fmla="*/ 1084306 w 1086654"/>
                <a:gd name="connsiteY7-1070" fmla="*/ 266203 h 985286"/>
                <a:gd name="connsiteX8-1071" fmla="*/ 904122 w 1086654"/>
                <a:gd name="connsiteY8-1072" fmla="*/ 650603 h 985286"/>
                <a:gd name="connsiteX9-1073" fmla="*/ 914455 w 1086654"/>
                <a:gd name="connsiteY9-1074" fmla="*/ 882202 h 985286"/>
                <a:gd name="connsiteX0-1075" fmla="*/ 891723 w 1063922"/>
                <a:gd name="connsiteY0-1076" fmla="*/ 882202 h 995803"/>
                <a:gd name="connsiteX1-1077" fmla="*/ 679537 w 1063922"/>
                <a:gd name="connsiteY1-1078" fmla="*/ 982479 h 995803"/>
                <a:gd name="connsiteX2-1079" fmla="*/ 336731 w 1063922"/>
                <a:gd name="connsiteY2-1080" fmla="*/ 928596 h 995803"/>
                <a:gd name="connsiteX3-1081" fmla="*/ 0 w 1063922"/>
                <a:gd name="connsiteY3-1082" fmla="*/ 406830 h 995803"/>
                <a:gd name="connsiteX4-1083" fmla="*/ 297879 w 1063922"/>
                <a:gd name="connsiteY4-1084" fmla="*/ 90541 h 995803"/>
                <a:gd name="connsiteX5-1085" fmla="*/ 709147 w 1063922"/>
                <a:gd name="connsiteY5-1086" fmla="*/ 24624 h 995803"/>
                <a:gd name="connsiteX6-1087" fmla="*/ 1061574 w 1063922"/>
                <a:gd name="connsiteY6-1088" fmla="*/ 266203 h 995803"/>
                <a:gd name="connsiteX7-1089" fmla="*/ 881390 w 1063922"/>
                <a:gd name="connsiteY7-1090" fmla="*/ 650603 h 995803"/>
                <a:gd name="connsiteX8-1091" fmla="*/ 891723 w 1063922"/>
                <a:gd name="connsiteY8-1092" fmla="*/ 882202 h 995803"/>
                <a:gd name="connsiteX0-1093" fmla="*/ 891723 w 1063922"/>
                <a:gd name="connsiteY0-1094" fmla="*/ 882202 h 983779"/>
                <a:gd name="connsiteX1-1095" fmla="*/ 679537 w 1063922"/>
                <a:gd name="connsiteY1-1096" fmla="*/ 982479 h 983779"/>
                <a:gd name="connsiteX2-1097" fmla="*/ 204776 w 1063922"/>
                <a:gd name="connsiteY2-1098" fmla="*/ 846236 h 983779"/>
                <a:gd name="connsiteX3-1099" fmla="*/ 0 w 1063922"/>
                <a:gd name="connsiteY3-1100" fmla="*/ 406830 h 983779"/>
                <a:gd name="connsiteX4-1101" fmla="*/ 297879 w 1063922"/>
                <a:gd name="connsiteY4-1102" fmla="*/ 90541 h 983779"/>
                <a:gd name="connsiteX5-1103" fmla="*/ 709147 w 1063922"/>
                <a:gd name="connsiteY5-1104" fmla="*/ 24624 h 983779"/>
                <a:gd name="connsiteX6-1105" fmla="*/ 1061574 w 1063922"/>
                <a:gd name="connsiteY6-1106" fmla="*/ 266203 h 983779"/>
                <a:gd name="connsiteX7-1107" fmla="*/ 881390 w 1063922"/>
                <a:gd name="connsiteY7-1108" fmla="*/ 650603 h 983779"/>
                <a:gd name="connsiteX8-1109" fmla="*/ 891723 w 1063922"/>
                <a:gd name="connsiteY8-1110" fmla="*/ 882202 h 983779"/>
                <a:gd name="connsiteX0-1111" fmla="*/ 891723 w 1063922"/>
                <a:gd name="connsiteY0-1112" fmla="*/ 882202 h 985388"/>
                <a:gd name="connsiteX1-1113" fmla="*/ 679537 w 1063922"/>
                <a:gd name="connsiteY1-1114" fmla="*/ 982479 h 985388"/>
                <a:gd name="connsiteX2-1115" fmla="*/ 130551 w 1063922"/>
                <a:gd name="connsiteY2-1116" fmla="*/ 883672 h 985388"/>
                <a:gd name="connsiteX3-1117" fmla="*/ 0 w 1063922"/>
                <a:gd name="connsiteY3-1118" fmla="*/ 406830 h 985388"/>
                <a:gd name="connsiteX4-1119" fmla="*/ 297879 w 1063922"/>
                <a:gd name="connsiteY4-1120" fmla="*/ 90541 h 985388"/>
                <a:gd name="connsiteX5-1121" fmla="*/ 709147 w 1063922"/>
                <a:gd name="connsiteY5-1122" fmla="*/ 24624 h 985388"/>
                <a:gd name="connsiteX6-1123" fmla="*/ 1061574 w 1063922"/>
                <a:gd name="connsiteY6-1124" fmla="*/ 266203 h 985388"/>
                <a:gd name="connsiteX7-1125" fmla="*/ 881390 w 1063922"/>
                <a:gd name="connsiteY7-1126" fmla="*/ 650603 h 985388"/>
                <a:gd name="connsiteX8-1127" fmla="*/ 891723 w 1063922"/>
                <a:gd name="connsiteY8-1128" fmla="*/ 882202 h 985388"/>
                <a:gd name="connsiteX0-1129" fmla="*/ 924712 w 1096911"/>
                <a:gd name="connsiteY0-1130" fmla="*/ 882202 h 985388"/>
                <a:gd name="connsiteX1-1131" fmla="*/ 712526 w 1096911"/>
                <a:gd name="connsiteY1-1132" fmla="*/ 982479 h 985388"/>
                <a:gd name="connsiteX2-1133" fmla="*/ 163540 w 1096911"/>
                <a:gd name="connsiteY2-1134" fmla="*/ 883672 h 985388"/>
                <a:gd name="connsiteX3-1135" fmla="*/ 0 w 1096911"/>
                <a:gd name="connsiteY3-1136" fmla="*/ 406830 h 985388"/>
                <a:gd name="connsiteX4-1137" fmla="*/ 330868 w 1096911"/>
                <a:gd name="connsiteY4-1138" fmla="*/ 90541 h 985388"/>
                <a:gd name="connsiteX5-1139" fmla="*/ 742136 w 1096911"/>
                <a:gd name="connsiteY5-1140" fmla="*/ 24624 h 985388"/>
                <a:gd name="connsiteX6-1141" fmla="*/ 1094563 w 1096911"/>
                <a:gd name="connsiteY6-1142" fmla="*/ 266203 h 985388"/>
                <a:gd name="connsiteX7-1143" fmla="*/ 914379 w 1096911"/>
                <a:gd name="connsiteY7-1144" fmla="*/ 650603 h 985388"/>
                <a:gd name="connsiteX8-1145" fmla="*/ 924712 w 1096911"/>
                <a:gd name="connsiteY8-1146" fmla="*/ 882202 h 985388"/>
                <a:gd name="connsiteX0-1147" fmla="*/ 924712 w 1096911"/>
                <a:gd name="connsiteY0-1148" fmla="*/ 893543 h 996729"/>
                <a:gd name="connsiteX1-1149" fmla="*/ 712526 w 1096911"/>
                <a:gd name="connsiteY1-1150" fmla="*/ 993820 h 996729"/>
                <a:gd name="connsiteX2-1151" fmla="*/ 163540 w 1096911"/>
                <a:gd name="connsiteY2-1152" fmla="*/ 895013 h 996729"/>
                <a:gd name="connsiteX3-1153" fmla="*/ 0 w 1096911"/>
                <a:gd name="connsiteY3-1154" fmla="*/ 418171 h 996729"/>
                <a:gd name="connsiteX4-1155" fmla="*/ 297879 w 1096911"/>
                <a:gd name="connsiteY4-1156" fmla="*/ 79420 h 996729"/>
                <a:gd name="connsiteX5-1157" fmla="*/ 742136 w 1096911"/>
                <a:gd name="connsiteY5-1158" fmla="*/ 35965 h 996729"/>
                <a:gd name="connsiteX6-1159" fmla="*/ 1094563 w 1096911"/>
                <a:gd name="connsiteY6-1160" fmla="*/ 277544 h 996729"/>
                <a:gd name="connsiteX7-1161" fmla="*/ 914379 w 1096911"/>
                <a:gd name="connsiteY7-1162" fmla="*/ 661944 h 996729"/>
                <a:gd name="connsiteX8-1163" fmla="*/ 924712 w 1096911"/>
                <a:gd name="connsiteY8-1164" fmla="*/ 893543 h 996729"/>
                <a:gd name="connsiteX0-1165" fmla="*/ 924712 w 1096911"/>
                <a:gd name="connsiteY0-1166" fmla="*/ 893543 h 996729"/>
                <a:gd name="connsiteX1-1167" fmla="*/ 712526 w 1096911"/>
                <a:gd name="connsiteY1-1168" fmla="*/ 993820 h 996729"/>
                <a:gd name="connsiteX2-1169" fmla="*/ 163540 w 1096911"/>
                <a:gd name="connsiteY2-1170" fmla="*/ 895013 h 996729"/>
                <a:gd name="connsiteX3-1171" fmla="*/ 0 w 1096911"/>
                <a:gd name="connsiteY3-1172" fmla="*/ 418171 h 996729"/>
                <a:gd name="connsiteX4-1173" fmla="*/ 297879 w 1096911"/>
                <a:gd name="connsiteY4-1174" fmla="*/ 79420 h 996729"/>
                <a:gd name="connsiteX5-1175" fmla="*/ 742136 w 1096911"/>
                <a:gd name="connsiteY5-1176" fmla="*/ 35965 h 996729"/>
                <a:gd name="connsiteX6-1177" fmla="*/ 1094563 w 1096911"/>
                <a:gd name="connsiteY6-1178" fmla="*/ 277544 h 996729"/>
                <a:gd name="connsiteX7-1179" fmla="*/ 914379 w 1096911"/>
                <a:gd name="connsiteY7-1180" fmla="*/ 661944 h 996729"/>
                <a:gd name="connsiteX8-1181" fmla="*/ 924712 w 1096911"/>
                <a:gd name="connsiteY8-1182" fmla="*/ 893543 h 996729"/>
                <a:gd name="connsiteX0-1183" fmla="*/ 924712 w 1096143"/>
                <a:gd name="connsiteY0-1184" fmla="*/ 893543 h 996729"/>
                <a:gd name="connsiteX1-1185" fmla="*/ 712526 w 1096143"/>
                <a:gd name="connsiteY1-1186" fmla="*/ 993820 h 996729"/>
                <a:gd name="connsiteX2-1187" fmla="*/ 163540 w 1096143"/>
                <a:gd name="connsiteY2-1188" fmla="*/ 895013 h 996729"/>
                <a:gd name="connsiteX3-1189" fmla="*/ 0 w 1096143"/>
                <a:gd name="connsiteY3-1190" fmla="*/ 418171 h 996729"/>
                <a:gd name="connsiteX4-1191" fmla="*/ 297879 w 1096143"/>
                <a:gd name="connsiteY4-1192" fmla="*/ 79420 h 996729"/>
                <a:gd name="connsiteX5-1193" fmla="*/ 742136 w 1096143"/>
                <a:gd name="connsiteY5-1194" fmla="*/ 35965 h 996729"/>
                <a:gd name="connsiteX6-1195" fmla="*/ 1094563 w 1096143"/>
                <a:gd name="connsiteY6-1196" fmla="*/ 277544 h 996729"/>
                <a:gd name="connsiteX7-1197" fmla="*/ 774176 w 1096143"/>
                <a:gd name="connsiteY7-1198" fmla="*/ 639483 h 996729"/>
                <a:gd name="connsiteX8-1199" fmla="*/ 924712 w 1096143"/>
                <a:gd name="connsiteY8-1200" fmla="*/ 893543 h 996729"/>
                <a:gd name="connsiteX0-1201" fmla="*/ 924712 w 1096143"/>
                <a:gd name="connsiteY0-1202" fmla="*/ 896981 h 1000167"/>
                <a:gd name="connsiteX1-1203" fmla="*/ 712526 w 1096143"/>
                <a:gd name="connsiteY1-1204" fmla="*/ 997258 h 1000167"/>
                <a:gd name="connsiteX2-1205" fmla="*/ 163540 w 1096143"/>
                <a:gd name="connsiteY2-1206" fmla="*/ 898451 h 1000167"/>
                <a:gd name="connsiteX3-1207" fmla="*/ 0 w 1096143"/>
                <a:gd name="connsiteY3-1208" fmla="*/ 421609 h 1000167"/>
                <a:gd name="connsiteX4-1209" fmla="*/ 297879 w 1096143"/>
                <a:gd name="connsiteY4-1210" fmla="*/ 82858 h 1000167"/>
                <a:gd name="connsiteX5-1211" fmla="*/ 758631 w 1096143"/>
                <a:gd name="connsiteY5-1212" fmla="*/ 31916 h 1000167"/>
                <a:gd name="connsiteX6-1213" fmla="*/ 1094563 w 1096143"/>
                <a:gd name="connsiteY6-1214" fmla="*/ 280982 h 1000167"/>
                <a:gd name="connsiteX7-1215" fmla="*/ 774176 w 1096143"/>
                <a:gd name="connsiteY7-1216" fmla="*/ 642921 h 1000167"/>
                <a:gd name="connsiteX8-1217" fmla="*/ 924712 w 1096143"/>
                <a:gd name="connsiteY8-1218" fmla="*/ 896981 h 1000167"/>
                <a:gd name="connsiteX0-1219" fmla="*/ 924712 w 1096143"/>
                <a:gd name="connsiteY0-1220" fmla="*/ 911340 h 1014526"/>
                <a:gd name="connsiteX1-1221" fmla="*/ 712526 w 1096143"/>
                <a:gd name="connsiteY1-1222" fmla="*/ 1011617 h 1014526"/>
                <a:gd name="connsiteX2-1223" fmla="*/ 163540 w 1096143"/>
                <a:gd name="connsiteY2-1224" fmla="*/ 912810 h 1014526"/>
                <a:gd name="connsiteX3-1225" fmla="*/ 0 w 1096143"/>
                <a:gd name="connsiteY3-1226" fmla="*/ 435968 h 1014526"/>
                <a:gd name="connsiteX4-1227" fmla="*/ 297879 w 1096143"/>
                <a:gd name="connsiteY4-1228" fmla="*/ 97217 h 1014526"/>
                <a:gd name="connsiteX5-1229" fmla="*/ 758631 w 1096143"/>
                <a:gd name="connsiteY5-1230" fmla="*/ 46275 h 1014526"/>
                <a:gd name="connsiteX6-1231" fmla="*/ 1094563 w 1096143"/>
                <a:gd name="connsiteY6-1232" fmla="*/ 295341 h 1014526"/>
                <a:gd name="connsiteX7-1233" fmla="*/ 774176 w 1096143"/>
                <a:gd name="connsiteY7-1234" fmla="*/ 657280 h 1014526"/>
                <a:gd name="connsiteX8-1235" fmla="*/ 924712 w 1096143"/>
                <a:gd name="connsiteY8-1236" fmla="*/ 911340 h 1014526"/>
                <a:gd name="connsiteX0-1237" fmla="*/ 924712 w 1096143"/>
                <a:gd name="connsiteY0-1238" fmla="*/ 911340 h 1014526"/>
                <a:gd name="connsiteX1-1239" fmla="*/ 712526 w 1096143"/>
                <a:gd name="connsiteY1-1240" fmla="*/ 1011617 h 1014526"/>
                <a:gd name="connsiteX2-1241" fmla="*/ 163540 w 1096143"/>
                <a:gd name="connsiteY2-1242" fmla="*/ 912810 h 1014526"/>
                <a:gd name="connsiteX3-1243" fmla="*/ 0 w 1096143"/>
                <a:gd name="connsiteY3-1244" fmla="*/ 435968 h 1014526"/>
                <a:gd name="connsiteX4-1245" fmla="*/ 297879 w 1096143"/>
                <a:gd name="connsiteY4-1246" fmla="*/ 97217 h 1014526"/>
                <a:gd name="connsiteX5-1247" fmla="*/ 758631 w 1096143"/>
                <a:gd name="connsiteY5-1248" fmla="*/ 46275 h 1014526"/>
                <a:gd name="connsiteX6-1249" fmla="*/ 1094563 w 1096143"/>
                <a:gd name="connsiteY6-1250" fmla="*/ 295341 h 1014526"/>
                <a:gd name="connsiteX7-1251" fmla="*/ 774176 w 1096143"/>
                <a:gd name="connsiteY7-1252" fmla="*/ 657280 h 1014526"/>
                <a:gd name="connsiteX8-1253" fmla="*/ 924712 w 1096143"/>
                <a:gd name="connsiteY8-1254" fmla="*/ 911340 h 1014526"/>
                <a:gd name="connsiteX0-1255" fmla="*/ 924712 w 1096143"/>
                <a:gd name="connsiteY0-1256" fmla="*/ 914358 h 1017544"/>
                <a:gd name="connsiteX1-1257" fmla="*/ 712526 w 1096143"/>
                <a:gd name="connsiteY1-1258" fmla="*/ 1014635 h 1017544"/>
                <a:gd name="connsiteX2-1259" fmla="*/ 163540 w 1096143"/>
                <a:gd name="connsiteY2-1260" fmla="*/ 915828 h 1017544"/>
                <a:gd name="connsiteX3-1261" fmla="*/ 0 w 1096143"/>
                <a:gd name="connsiteY3-1262" fmla="*/ 438986 h 1017544"/>
                <a:gd name="connsiteX4-1263" fmla="*/ 297879 w 1096143"/>
                <a:gd name="connsiteY4-1264" fmla="*/ 100235 h 1017544"/>
                <a:gd name="connsiteX5-1265" fmla="*/ 758631 w 1096143"/>
                <a:gd name="connsiteY5-1266" fmla="*/ 49293 h 1017544"/>
                <a:gd name="connsiteX6-1267" fmla="*/ 1094563 w 1096143"/>
                <a:gd name="connsiteY6-1268" fmla="*/ 298359 h 1017544"/>
                <a:gd name="connsiteX7-1269" fmla="*/ 774176 w 1096143"/>
                <a:gd name="connsiteY7-1270" fmla="*/ 660298 h 1017544"/>
                <a:gd name="connsiteX8-1271" fmla="*/ 924712 w 1096143"/>
                <a:gd name="connsiteY8-1272" fmla="*/ 914358 h 1017544"/>
                <a:gd name="connsiteX0-1273" fmla="*/ 924712 w 1096143"/>
                <a:gd name="connsiteY0-1274" fmla="*/ 905625 h 1008811"/>
                <a:gd name="connsiteX1-1275" fmla="*/ 712526 w 1096143"/>
                <a:gd name="connsiteY1-1276" fmla="*/ 1005902 h 1008811"/>
                <a:gd name="connsiteX2-1277" fmla="*/ 163540 w 1096143"/>
                <a:gd name="connsiteY2-1278" fmla="*/ 907095 h 1008811"/>
                <a:gd name="connsiteX3-1279" fmla="*/ 0 w 1096143"/>
                <a:gd name="connsiteY3-1280" fmla="*/ 430253 h 1008811"/>
                <a:gd name="connsiteX4-1281" fmla="*/ 264890 w 1096143"/>
                <a:gd name="connsiteY4-1282" fmla="*/ 113964 h 1008811"/>
                <a:gd name="connsiteX5-1283" fmla="*/ 758631 w 1096143"/>
                <a:gd name="connsiteY5-1284" fmla="*/ 40560 h 1008811"/>
                <a:gd name="connsiteX6-1285" fmla="*/ 1094563 w 1096143"/>
                <a:gd name="connsiteY6-1286" fmla="*/ 289626 h 1008811"/>
                <a:gd name="connsiteX7-1287" fmla="*/ 774176 w 1096143"/>
                <a:gd name="connsiteY7-1288" fmla="*/ 651565 h 1008811"/>
                <a:gd name="connsiteX8-1289" fmla="*/ 924712 w 1096143"/>
                <a:gd name="connsiteY8-1290" fmla="*/ 905625 h 1008811"/>
                <a:gd name="connsiteX0-1291" fmla="*/ 924712 w 1096143"/>
                <a:gd name="connsiteY0-1292" fmla="*/ 886261 h 989447"/>
                <a:gd name="connsiteX1-1293" fmla="*/ 712526 w 1096143"/>
                <a:gd name="connsiteY1-1294" fmla="*/ 986538 h 989447"/>
                <a:gd name="connsiteX2-1295" fmla="*/ 163540 w 1096143"/>
                <a:gd name="connsiteY2-1296" fmla="*/ 887731 h 989447"/>
                <a:gd name="connsiteX3-1297" fmla="*/ 0 w 1096143"/>
                <a:gd name="connsiteY3-1298" fmla="*/ 410889 h 989447"/>
                <a:gd name="connsiteX4-1299" fmla="*/ 264890 w 1096143"/>
                <a:gd name="connsiteY4-1300" fmla="*/ 94600 h 989447"/>
                <a:gd name="connsiteX5-1301" fmla="*/ 758631 w 1096143"/>
                <a:gd name="connsiteY5-1302" fmla="*/ 21196 h 989447"/>
                <a:gd name="connsiteX6-1303" fmla="*/ 1094563 w 1096143"/>
                <a:gd name="connsiteY6-1304" fmla="*/ 270262 h 989447"/>
                <a:gd name="connsiteX7-1305" fmla="*/ 774176 w 1096143"/>
                <a:gd name="connsiteY7-1306" fmla="*/ 632201 h 989447"/>
                <a:gd name="connsiteX8-1307" fmla="*/ 924712 w 1096143"/>
                <a:gd name="connsiteY8-1308" fmla="*/ 886261 h 989447"/>
                <a:gd name="connsiteX0-1309" fmla="*/ 924712 w 1096143"/>
                <a:gd name="connsiteY0-1310" fmla="*/ 886261 h 989447"/>
                <a:gd name="connsiteX1-1311" fmla="*/ 712526 w 1096143"/>
                <a:gd name="connsiteY1-1312" fmla="*/ 986538 h 989447"/>
                <a:gd name="connsiteX2-1313" fmla="*/ 163540 w 1096143"/>
                <a:gd name="connsiteY2-1314" fmla="*/ 887731 h 989447"/>
                <a:gd name="connsiteX3-1315" fmla="*/ 0 w 1096143"/>
                <a:gd name="connsiteY3-1316" fmla="*/ 410889 h 989447"/>
                <a:gd name="connsiteX4-1317" fmla="*/ 264890 w 1096143"/>
                <a:gd name="connsiteY4-1318" fmla="*/ 94600 h 989447"/>
                <a:gd name="connsiteX5-1319" fmla="*/ 758631 w 1096143"/>
                <a:gd name="connsiteY5-1320" fmla="*/ 21196 h 989447"/>
                <a:gd name="connsiteX6-1321" fmla="*/ 1094563 w 1096143"/>
                <a:gd name="connsiteY6-1322" fmla="*/ 270262 h 989447"/>
                <a:gd name="connsiteX7-1323" fmla="*/ 774176 w 1096143"/>
                <a:gd name="connsiteY7-1324" fmla="*/ 632201 h 989447"/>
                <a:gd name="connsiteX8-1325" fmla="*/ 924712 w 1096143"/>
                <a:gd name="connsiteY8-1326" fmla="*/ 886261 h 989447"/>
                <a:gd name="connsiteX0-1327" fmla="*/ 924712 w 1096143"/>
                <a:gd name="connsiteY0-1328" fmla="*/ 888487 h 991673"/>
                <a:gd name="connsiteX1-1329" fmla="*/ 712526 w 1096143"/>
                <a:gd name="connsiteY1-1330" fmla="*/ 988764 h 991673"/>
                <a:gd name="connsiteX2-1331" fmla="*/ 163540 w 1096143"/>
                <a:gd name="connsiteY2-1332" fmla="*/ 889957 h 991673"/>
                <a:gd name="connsiteX3-1333" fmla="*/ 0 w 1096143"/>
                <a:gd name="connsiteY3-1334" fmla="*/ 413115 h 991673"/>
                <a:gd name="connsiteX4-1335" fmla="*/ 240148 w 1096143"/>
                <a:gd name="connsiteY4-1336" fmla="*/ 81851 h 991673"/>
                <a:gd name="connsiteX5-1337" fmla="*/ 758631 w 1096143"/>
                <a:gd name="connsiteY5-1338" fmla="*/ 23422 h 991673"/>
                <a:gd name="connsiteX6-1339" fmla="*/ 1094563 w 1096143"/>
                <a:gd name="connsiteY6-1340" fmla="*/ 272488 h 991673"/>
                <a:gd name="connsiteX7-1341" fmla="*/ 774176 w 1096143"/>
                <a:gd name="connsiteY7-1342" fmla="*/ 634427 h 991673"/>
                <a:gd name="connsiteX8-1343" fmla="*/ 924712 w 1096143"/>
                <a:gd name="connsiteY8-1344" fmla="*/ 888487 h 991673"/>
                <a:gd name="connsiteX0-1345" fmla="*/ 930234 w 1101665"/>
                <a:gd name="connsiteY0-1346" fmla="*/ 888487 h 991673"/>
                <a:gd name="connsiteX1-1347" fmla="*/ 718048 w 1101665"/>
                <a:gd name="connsiteY1-1348" fmla="*/ 988764 h 991673"/>
                <a:gd name="connsiteX2-1349" fmla="*/ 169062 w 1101665"/>
                <a:gd name="connsiteY2-1350" fmla="*/ 889957 h 991673"/>
                <a:gd name="connsiteX3-1351" fmla="*/ 5522 w 1101665"/>
                <a:gd name="connsiteY3-1352" fmla="*/ 413115 h 991673"/>
                <a:gd name="connsiteX4-1353" fmla="*/ 245670 w 1101665"/>
                <a:gd name="connsiteY4-1354" fmla="*/ 81851 h 991673"/>
                <a:gd name="connsiteX5-1355" fmla="*/ 764153 w 1101665"/>
                <a:gd name="connsiteY5-1356" fmla="*/ 23422 h 991673"/>
                <a:gd name="connsiteX6-1357" fmla="*/ 1100085 w 1101665"/>
                <a:gd name="connsiteY6-1358" fmla="*/ 272488 h 991673"/>
                <a:gd name="connsiteX7-1359" fmla="*/ 779698 w 1101665"/>
                <a:gd name="connsiteY7-1360" fmla="*/ 634427 h 991673"/>
                <a:gd name="connsiteX8-1361" fmla="*/ 930234 w 1101665"/>
                <a:gd name="connsiteY8-1362" fmla="*/ 888487 h 991673"/>
                <a:gd name="connsiteX0-1363" fmla="*/ 930234 w 1101665"/>
                <a:gd name="connsiteY0-1364" fmla="*/ 888487 h 991022"/>
                <a:gd name="connsiteX1-1365" fmla="*/ 718048 w 1101665"/>
                <a:gd name="connsiteY1-1366" fmla="*/ 988764 h 991022"/>
                <a:gd name="connsiteX2-1367" fmla="*/ 169062 w 1101665"/>
                <a:gd name="connsiteY2-1368" fmla="*/ 889957 h 991022"/>
                <a:gd name="connsiteX3-1369" fmla="*/ 5522 w 1101665"/>
                <a:gd name="connsiteY3-1370" fmla="*/ 473013 h 991022"/>
                <a:gd name="connsiteX4-1371" fmla="*/ 245670 w 1101665"/>
                <a:gd name="connsiteY4-1372" fmla="*/ 81851 h 991022"/>
                <a:gd name="connsiteX5-1373" fmla="*/ 764153 w 1101665"/>
                <a:gd name="connsiteY5-1374" fmla="*/ 23422 h 991022"/>
                <a:gd name="connsiteX6-1375" fmla="*/ 1100085 w 1101665"/>
                <a:gd name="connsiteY6-1376" fmla="*/ 272488 h 991022"/>
                <a:gd name="connsiteX7-1377" fmla="*/ 779698 w 1101665"/>
                <a:gd name="connsiteY7-1378" fmla="*/ 634427 h 991022"/>
                <a:gd name="connsiteX8-1379" fmla="*/ 930234 w 1101665"/>
                <a:gd name="connsiteY8-1380" fmla="*/ 888487 h 991022"/>
                <a:gd name="connsiteX0-1381" fmla="*/ 930234 w 1101665"/>
                <a:gd name="connsiteY0-1382" fmla="*/ 888487 h 991022"/>
                <a:gd name="connsiteX1-1383" fmla="*/ 718048 w 1101665"/>
                <a:gd name="connsiteY1-1384" fmla="*/ 988764 h 991022"/>
                <a:gd name="connsiteX2-1385" fmla="*/ 169062 w 1101665"/>
                <a:gd name="connsiteY2-1386" fmla="*/ 889957 h 991022"/>
                <a:gd name="connsiteX3-1387" fmla="*/ 5522 w 1101665"/>
                <a:gd name="connsiteY3-1388" fmla="*/ 473013 h 991022"/>
                <a:gd name="connsiteX4-1389" fmla="*/ 245670 w 1101665"/>
                <a:gd name="connsiteY4-1390" fmla="*/ 81851 h 991022"/>
                <a:gd name="connsiteX5-1391" fmla="*/ 764153 w 1101665"/>
                <a:gd name="connsiteY5-1392" fmla="*/ 23422 h 991022"/>
                <a:gd name="connsiteX6-1393" fmla="*/ 1100085 w 1101665"/>
                <a:gd name="connsiteY6-1394" fmla="*/ 272488 h 991022"/>
                <a:gd name="connsiteX7-1395" fmla="*/ 779698 w 1101665"/>
                <a:gd name="connsiteY7-1396" fmla="*/ 634427 h 991022"/>
                <a:gd name="connsiteX8-1397" fmla="*/ 930234 w 1101665"/>
                <a:gd name="connsiteY8-1398" fmla="*/ 888487 h 991022"/>
                <a:gd name="connsiteX0-1399" fmla="*/ 930234 w 1101665"/>
                <a:gd name="connsiteY0-1400" fmla="*/ 888487 h 991022"/>
                <a:gd name="connsiteX1-1401" fmla="*/ 718048 w 1101665"/>
                <a:gd name="connsiteY1-1402" fmla="*/ 988764 h 991022"/>
                <a:gd name="connsiteX2-1403" fmla="*/ 169062 w 1101665"/>
                <a:gd name="connsiteY2-1404" fmla="*/ 889957 h 991022"/>
                <a:gd name="connsiteX3-1405" fmla="*/ 5522 w 1101665"/>
                <a:gd name="connsiteY3-1406" fmla="*/ 473013 h 991022"/>
                <a:gd name="connsiteX4-1407" fmla="*/ 278659 w 1101665"/>
                <a:gd name="connsiteY4-1408" fmla="*/ 81851 h 991022"/>
                <a:gd name="connsiteX5-1409" fmla="*/ 764153 w 1101665"/>
                <a:gd name="connsiteY5-1410" fmla="*/ 23422 h 991022"/>
                <a:gd name="connsiteX6-1411" fmla="*/ 1100085 w 1101665"/>
                <a:gd name="connsiteY6-1412" fmla="*/ 272488 h 991022"/>
                <a:gd name="connsiteX7-1413" fmla="*/ 779698 w 1101665"/>
                <a:gd name="connsiteY7-1414" fmla="*/ 634427 h 991022"/>
                <a:gd name="connsiteX8-1415" fmla="*/ 930234 w 1101665"/>
                <a:gd name="connsiteY8-1416" fmla="*/ 888487 h 991022"/>
                <a:gd name="connsiteX0-1417" fmla="*/ 930234 w 1101665"/>
                <a:gd name="connsiteY0-1418" fmla="*/ 892182 h 994717"/>
                <a:gd name="connsiteX1-1419" fmla="*/ 718048 w 1101665"/>
                <a:gd name="connsiteY1-1420" fmla="*/ 992459 h 994717"/>
                <a:gd name="connsiteX2-1421" fmla="*/ 169062 w 1101665"/>
                <a:gd name="connsiteY2-1422" fmla="*/ 893652 h 994717"/>
                <a:gd name="connsiteX3-1423" fmla="*/ 5522 w 1101665"/>
                <a:gd name="connsiteY3-1424" fmla="*/ 476708 h 994717"/>
                <a:gd name="connsiteX4-1425" fmla="*/ 278659 w 1101665"/>
                <a:gd name="connsiteY4-1426" fmla="*/ 85546 h 994717"/>
                <a:gd name="connsiteX5-1427" fmla="*/ 764153 w 1101665"/>
                <a:gd name="connsiteY5-1428" fmla="*/ 27117 h 994717"/>
                <a:gd name="connsiteX6-1429" fmla="*/ 1100085 w 1101665"/>
                <a:gd name="connsiteY6-1430" fmla="*/ 276183 h 994717"/>
                <a:gd name="connsiteX7-1431" fmla="*/ 779698 w 1101665"/>
                <a:gd name="connsiteY7-1432" fmla="*/ 638122 h 994717"/>
                <a:gd name="connsiteX8-1433" fmla="*/ 930234 w 1101665"/>
                <a:gd name="connsiteY8-1434" fmla="*/ 892182 h 994717"/>
                <a:gd name="connsiteX0-1435" fmla="*/ 930234 w 1101665"/>
                <a:gd name="connsiteY0-1436" fmla="*/ 897972 h 1000507"/>
                <a:gd name="connsiteX1-1437" fmla="*/ 718048 w 1101665"/>
                <a:gd name="connsiteY1-1438" fmla="*/ 998249 h 1000507"/>
                <a:gd name="connsiteX2-1439" fmla="*/ 169062 w 1101665"/>
                <a:gd name="connsiteY2-1440" fmla="*/ 899442 h 1000507"/>
                <a:gd name="connsiteX3-1441" fmla="*/ 5522 w 1101665"/>
                <a:gd name="connsiteY3-1442" fmla="*/ 482498 h 1000507"/>
                <a:gd name="connsiteX4-1443" fmla="*/ 278659 w 1101665"/>
                <a:gd name="connsiteY4-1444" fmla="*/ 91336 h 1000507"/>
                <a:gd name="connsiteX5-1445" fmla="*/ 764153 w 1101665"/>
                <a:gd name="connsiteY5-1446" fmla="*/ 32907 h 1000507"/>
                <a:gd name="connsiteX6-1447" fmla="*/ 1100085 w 1101665"/>
                <a:gd name="connsiteY6-1448" fmla="*/ 281973 h 1000507"/>
                <a:gd name="connsiteX7-1449" fmla="*/ 779698 w 1101665"/>
                <a:gd name="connsiteY7-1450" fmla="*/ 643912 h 1000507"/>
                <a:gd name="connsiteX8-1451" fmla="*/ 930234 w 1101665"/>
                <a:gd name="connsiteY8-1452" fmla="*/ 897972 h 1000507"/>
                <a:gd name="connsiteX0-1453" fmla="*/ 930234 w 1101665"/>
                <a:gd name="connsiteY0-1454" fmla="*/ 897972 h 1000507"/>
                <a:gd name="connsiteX1-1455" fmla="*/ 718048 w 1101665"/>
                <a:gd name="connsiteY1-1456" fmla="*/ 998249 h 1000507"/>
                <a:gd name="connsiteX2-1457" fmla="*/ 169062 w 1101665"/>
                <a:gd name="connsiteY2-1458" fmla="*/ 899442 h 1000507"/>
                <a:gd name="connsiteX3-1459" fmla="*/ 5522 w 1101665"/>
                <a:gd name="connsiteY3-1460" fmla="*/ 482498 h 1000507"/>
                <a:gd name="connsiteX4-1461" fmla="*/ 278659 w 1101665"/>
                <a:gd name="connsiteY4-1462" fmla="*/ 91336 h 1000507"/>
                <a:gd name="connsiteX5-1463" fmla="*/ 764153 w 1101665"/>
                <a:gd name="connsiteY5-1464" fmla="*/ 32907 h 1000507"/>
                <a:gd name="connsiteX6-1465" fmla="*/ 1100085 w 1101665"/>
                <a:gd name="connsiteY6-1466" fmla="*/ 281973 h 1000507"/>
                <a:gd name="connsiteX7-1467" fmla="*/ 779698 w 1101665"/>
                <a:gd name="connsiteY7-1468" fmla="*/ 643912 h 1000507"/>
                <a:gd name="connsiteX8-1469" fmla="*/ 930234 w 1101665"/>
                <a:gd name="connsiteY8-1470" fmla="*/ 897972 h 1000507"/>
                <a:gd name="connsiteX0-1471" fmla="*/ 930234 w 1101665"/>
                <a:gd name="connsiteY0-1472" fmla="*/ 880821 h 983356"/>
                <a:gd name="connsiteX1-1473" fmla="*/ 718048 w 1101665"/>
                <a:gd name="connsiteY1-1474" fmla="*/ 981098 h 983356"/>
                <a:gd name="connsiteX2-1475" fmla="*/ 169062 w 1101665"/>
                <a:gd name="connsiteY2-1476" fmla="*/ 882291 h 983356"/>
                <a:gd name="connsiteX3-1477" fmla="*/ 5522 w 1101665"/>
                <a:gd name="connsiteY3-1478" fmla="*/ 465347 h 983356"/>
                <a:gd name="connsiteX4-1479" fmla="*/ 278659 w 1101665"/>
                <a:gd name="connsiteY4-1480" fmla="*/ 74185 h 983356"/>
                <a:gd name="connsiteX5-1481" fmla="*/ 764153 w 1101665"/>
                <a:gd name="connsiteY5-1482" fmla="*/ 15756 h 983356"/>
                <a:gd name="connsiteX6-1483" fmla="*/ 1100085 w 1101665"/>
                <a:gd name="connsiteY6-1484" fmla="*/ 264822 h 983356"/>
                <a:gd name="connsiteX7-1485" fmla="*/ 779698 w 1101665"/>
                <a:gd name="connsiteY7-1486" fmla="*/ 626761 h 983356"/>
                <a:gd name="connsiteX8-1487" fmla="*/ 930234 w 1101665"/>
                <a:gd name="connsiteY8-1488" fmla="*/ 880821 h 983356"/>
                <a:gd name="connsiteX0-1489" fmla="*/ 930234 w 1101665"/>
                <a:gd name="connsiteY0-1490" fmla="*/ 880821 h 983356"/>
                <a:gd name="connsiteX1-1491" fmla="*/ 718048 w 1101665"/>
                <a:gd name="connsiteY1-1492" fmla="*/ 981098 h 983356"/>
                <a:gd name="connsiteX2-1493" fmla="*/ 169062 w 1101665"/>
                <a:gd name="connsiteY2-1494" fmla="*/ 882291 h 983356"/>
                <a:gd name="connsiteX3-1495" fmla="*/ 5522 w 1101665"/>
                <a:gd name="connsiteY3-1496" fmla="*/ 465347 h 983356"/>
                <a:gd name="connsiteX4-1497" fmla="*/ 278659 w 1101665"/>
                <a:gd name="connsiteY4-1498" fmla="*/ 74185 h 983356"/>
                <a:gd name="connsiteX5-1499" fmla="*/ 764153 w 1101665"/>
                <a:gd name="connsiteY5-1500" fmla="*/ 15756 h 983356"/>
                <a:gd name="connsiteX6-1501" fmla="*/ 1100085 w 1101665"/>
                <a:gd name="connsiteY6-1502" fmla="*/ 264822 h 983356"/>
                <a:gd name="connsiteX7-1503" fmla="*/ 779698 w 1101665"/>
                <a:gd name="connsiteY7-1504" fmla="*/ 626761 h 983356"/>
                <a:gd name="connsiteX8-1505" fmla="*/ 930234 w 1101665"/>
                <a:gd name="connsiteY8-1506" fmla="*/ 880821 h 983356"/>
                <a:gd name="connsiteX0-1507" fmla="*/ 930234 w 1076817"/>
                <a:gd name="connsiteY0-1508" fmla="*/ 880821 h 983356"/>
                <a:gd name="connsiteX1-1509" fmla="*/ 718048 w 1076817"/>
                <a:gd name="connsiteY1-1510" fmla="*/ 981098 h 983356"/>
                <a:gd name="connsiteX2-1511" fmla="*/ 169062 w 1076817"/>
                <a:gd name="connsiteY2-1512" fmla="*/ 882291 h 983356"/>
                <a:gd name="connsiteX3-1513" fmla="*/ 5522 w 1076817"/>
                <a:gd name="connsiteY3-1514" fmla="*/ 465347 h 983356"/>
                <a:gd name="connsiteX4-1515" fmla="*/ 278659 w 1076817"/>
                <a:gd name="connsiteY4-1516" fmla="*/ 74185 h 983356"/>
                <a:gd name="connsiteX5-1517" fmla="*/ 764153 w 1076817"/>
                <a:gd name="connsiteY5-1518" fmla="*/ 15756 h 983356"/>
                <a:gd name="connsiteX6-1519" fmla="*/ 1075140 w 1076817"/>
                <a:gd name="connsiteY6-1520" fmla="*/ 231665 h 983356"/>
                <a:gd name="connsiteX7-1521" fmla="*/ 779698 w 1076817"/>
                <a:gd name="connsiteY7-1522" fmla="*/ 626761 h 983356"/>
                <a:gd name="connsiteX8-1523" fmla="*/ 930234 w 1076817"/>
                <a:gd name="connsiteY8-1524" fmla="*/ 880821 h 983356"/>
                <a:gd name="connsiteX0-1525" fmla="*/ 930234 w 1076817"/>
                <a:gd name="connsiteY0-1526" fmla="*/ 880821 h 983356"/>
                <a:gd name="connsiteX1-1527" fmla="*/ 718048 w 1076817"/>
                <a:gd name="connsiteY1-1528" fmla="*/ 981098 h 983356"/>
                <a:gd name="connsiteX2-1529" fmla="*/ 169062 w 1076817"/>
                <a:gd name="connsiteY2-1530" fmla="*/ 882291 h 983356"/>
                <a:gd name="connsiteX3-1531" fmla="*/ 5522 w 1076817"/>
                <a:gd name="connsiteY3-1532" fmla="*/ 465347 h 983356"/>
                <a:gd name="connsiteX4-1533" fmla="*/ 278659 w 1076817"/>
                <a:gd name="connsiteY4-1534" fmla="*/ 74185 h 983356"/>
                <a:gd name="connsiteX5-1535" fmla="*/ 764153 w 1076817"/>
                <a:gd name="connsiteY5-1536" fmla="*/ 15756 h 983356"/>
                <a:gd name="connsiteX6-1537" fmla="*/ 1075140 w 1076817"/>
                <a:gd name="connsiteY6-1538" fmla="*/ 231665 h 983356"/>
                <a:gd name="connsiteX7-1539" fmla="*/ 779698 w 1076817"/>
                <a:gd name="connsiteY7-1540" fmla="*/ 626761 h 983356"/>
                <a:gd name="connsiteX8-1541" fmla="*/ 930234 w 1076817"/>
                <a:gd name="connsiteY8-1542" fmla="*/ 880821 h 983356"/>
                <a:gd name="connsiteX0-1543" fmla="*/ 930234 w 1039571"/>
                <a:gd name="connsiteY0-1544" fmla="*/ 880821 h 983356"/>
                <a:gd name="connsiteX1-1545" fmla="*/ 718048 w 1039571"/>
                <a:gd name="connsiteY1-1546" fmla="*/ 981098 h 983356"/>
                <a:gd name="connsiteX2-1547" fmla="*/ 169062 w 1039571"/>
                <a:gd name="connsiteY2-1548" fmla="*/ 882291 h 983356"/>
                <a:gd name="connsiteX3-1549" fmla="*/ 5522 w 1039571"/>
                <a:gd name="connsiteY3-1550" fmla="*/ 465347 h 983356"/>
                <a:gd name="connsiteX4-1551" fmla="*/ 278659 w 1039571"/>
                <a:gd name="connsiteY4-1552" fmla="*/ 74185 h 983356"/>
                <a:gd name="connsiteX5-1553" fmla="*/ 764153 w 1039571"/>
                <a:gd name="connsiteY5-1554" fmla="*/ 15756 h 983356"/>
                <a:gd name="connsiteX6-1555" fmla="*/ 1037722 w 1039571"/>
                <a:gd name="connsiteY6-1556" fmla="*/ 226139 h 983356"/>
                <a:gd name="connsiteX7-1557" fmla="*/ 779698 w 1039571"/>
                <a:gd name="connsiteY7-1558" fmla="*/ 626761 h 983356"/>
                <a:gd name="connsiteX8-1559" fmla="*/ 930234 w 1039571"/>
                <a:gd name="connsiteY8-1560" fmla="*/ 880821 h 983356"/>
                <a:gd name="connsiteX0-1561" fmla="*/ 930234 w 1039571"/>
                <a:gd name="connsiteY0-1562" fmla="*/ 880821 h 983356"/>
                <a:gd name="connsiteX1-1563" fmla="*/ 718048 w 1039571"/>
                <a:gd name="connsiteY1-1564" fmla="*/ 981098 h 983356"/>
                <a:gd name="connsiteX2-1565" fmla="*/ 169062 w 1039571"/>
                <a:gd name="connsiteY2-1566" fmla="*/ 882291 h 983356"/>
                <a:gd name="connsiteX3-1567" fmla="*/ 5522 w 1039571"/>
                <a:gd name="connsiteY3-1568" fmla="*/ 465347 h 983356"/>
                <a:gd name="connsiteX4-1569" fmla="*/ 278659 w 1039571"/>
                <a:gd name="connsiteY4-1570" fmla="*/ 74185 h 983356"/>
                <a:gd name="connsiteX5-1571" fmla="*/ 764153 w 1039571"/>
                <a:gd name="connsiteY5-1572" fmla="*/ 15756 h 983356"/>
                <a:gd name="connsiteX6-1573" fmla="*/ 1037722 w 1039571"/>
                <a:gd name="connsiteY6-1574" fmla="*/ 275875 h 983356"/>
                <a:gd name="connsiteX7-1575" fmla="*/ 779698 w 1039571"/>
                <a:gd name="connsiteY7-1576" fmla="*/ 626761 h 983356"/>
                <a:gd name="connsiteX8-1577" fmla="*/ 930234 w 1039571"/>
                <a:gd name="connsiteY8-1578" fmla="*/ 880821 h 983356"/>
                <a:gd name="connsiteX0-1579" fmla="*/ 930234 w 1039603"/>
                <a:gd name="connsiteY0-1580" fmla="*/ 880821 h 983356"/>
                <a:gd name="connsiteX1-1581" fmla="*/ 718048 w 1039603"/>
                <a:gd name="connsiteY1-1582" fmla="*/ 981098 h 983356"/>
                <a:gd name="connsiteX2-1583" fmla="*/ 169062 w 1039603"/>
                <a:gd name="connsiteY2-1584" fmla="*/ 882291 h 983356"/>
                <a:gd name="connsiteX3-1585" fmla="*/ 5522 w 1039603"/>
                <a:gd name="connsiteY3-1586" fmla="*/ 465347 h 983356"/>
                <a:gd name="connsiteX4-1587" fmla="*/ 278659 w 1039603"/>
                <a:gd name="connsiteY4-1588" fmla="*/ 74185 h 983356"/>
                <a:gd name="connsiteX5-1589" fmla="*/ 764153 w 1039603"/>
                <a:gd name="connsiteY5-1590" fmla="*/ 15756 h 983356"/>
                <a:gd name="connsiteX6-1591" fmla="*/ 1037722 w 1039603"/>
                <a:gd name="connsiteY6-1592" fmla="*/ 275875 h 983356"/>
                <a:gd name="connsiteX7-1593" fmla="*/ 785934 w 1039603"/>
                <a:gd name="connsiteY7-1594" fmla="*/ 604656 h 983356"/>
                <a:gd name="connsiteX8-1595" fmla="*/ 930234 w 1039603"/>
                <a:gd name="connsiteY8-1596" fmla="*/ 880821 h 983356"/>
                <a:gd name="connsiteX0-1597" fmla="*/ 930234 w 1039603"/>
                <a:gd name="connsiteY0-1598" fmla="*/ 880821 h 983356"/>
                <a:gd name="connsiteX1-1599" fmla="*/ 718048 w 1039603"/>
                <a:gd name="connsiteY1-1600" fmla="*/ 981098 h 983356"/>
                <a:gd name="connsiteX2-1601" fmla="*/ 169062 w 1039603"/>
                <a:gd name="connsiteY2-1602" fmla="*/ 882291 h 983356"/>
                <a:gd name="connsiteX3-1603" fmla="*/ 5522 w 1039603"/>
                <a:gd name="connsiteY3-1604" fmla="*/ 465347 h 983356"/>
                <a:gd name="connsiteX4-1605" fmla="*/ 278659 w 1039603"/>
                <a:gd name="connsiteY4-1606" fmla="*/ 74185 h 983356"/>
                <a:gd name="connsiteX5-1607" fmla="*/ 764153 w 1039603"/>
                <a:gd name="connsiteY5-1608" fmla="*/ 15756 h 983356"/>
                <a:gd name="connsiteX6-1609" fmla="*/ 1037722 w 1039603"/>
                <a:gd name="connsiteY6-1610" fmla="*/ 275875 h 983356"/>
                <a:gd name="connsiteX7-1611" fmla="*/ 785934 w 1039603"/>
                <a:gd name="connsiteY7-1612" fmla="*/ 621235 h 983356"/>
                <a:gd name="connsiteX8-1613" fmla="*/ 930234 w 1039603"/>
                <a:gd name="connsiteY8-1614" fmla="*/ 880821 h 983356"/>
                <a:gd name="connsiteX0-1615" fmla="*/ 930234 w 1039376"/>
                <a:gd name="connsiteY0-1616" fmla="*/ 880821 h 983356"/>
                <a:gd name="connsiteX1-1617" fmla="*/ 718048 w 1039376"/>
                <a:gd name="connsiteY1-1618" fmla="*/ 981098 h 983356"/>
                <a:gd name="connsiteX2-1619" fmla="*/ 169062 w 1039376"/>
                <a:gd name="connsiteY2-1620" fmla="*/ 882291 h 983356"/>
                <a:gd name="connsiteX3-1621" fmla="*/ 5522 w 1039376"/>
                <a:gd name="connsiteY3-1622" fmla="*/ 465347 h 983356"/>
                <a:gd name="connsiteX4-1623" fmla="*/ 278659 w 1039376"/>
                <a:gd name="connsiteY4-1624" fmla="*/ 74185 h 983356"/>
                <a:gd name="connsiteX5-1625" fmla="*/ 764153 w 1039376"/>
                <a:gd name="connsiteY5-1626" fmla="*/ 15756 h 983356"/>
                <a:gd name="connsiteX6-1627" fmla="*/ 1037722 w 1039376"/>
                <a:gd name="connsiteY6-1628" fmla="*/ 275875 h 983356"/>
                <a:gd name="connsiteX7-1629" fmla="*/ 785934 w 1039376"/>
                <a:gd name="connsiteY7-1630" fmla="*/ 621235 h 983356"/>
                <a:gd name="connsiteX8-1631" fmla="*/ 930234 w 1039376"/>
                <a:gd name="connsiteY8-1632" fmla="*/ 880821 h 983356"/>
                <a:gd name="connsiteX0-1633" fmla="*/ 930234 w 1039376"/>
                <a:gd name="connsiteY0-1634" fmla="*/ 880821 h 983356"/>
                <a:gd name="connsiteX1-1635" fmla="*/ 718048 w 1039376"/>
                <a:gd name="connsiteY1-1636" fmla="*/ 981098 h 983356"/>
                <a:gd name="connsiteX2-1637" fmla="*/ 169062 w 1039376"/>
                <a:gd name="connsiteY2-1638" fmla="*/ 882291 h 983356"/>
                <a:gd name="connsiteX3-1639" fmla="*/ 5522 w 1039376"/>
                <a:gd name="connsiteY3-1640" fmla="*/ 465347 h 983356"/>
                <a:gd name="connsiteX4-1641" fmla="*/ 278659 w 1039376"/>
                <a:gd name="connsiteY4-1642" fmla="*/ 74185 h 983356"/>
                <a:gd name="connsiteX5-1643" fmla="*/ 764153 w 1039376"/>
                <a:gd name="connsiteY5-1644" fmla="*/ 15756 h 983356"/>
                <a:gd name="connsiteX6-1645" fmla="*/ 1037722 w 1039376"/>
                <a:gd name="connsiteY6-1646" fmla="*/ 275875 h 983356"/>
                <a:gd name="connsiteX7-1647" fmla="*/ 785934 w 1039376"/>
                <a:gd name="connsiteY7-1648" fmla="*/ 621235 h 983356"/>
                <a:gd name="connsiteX8-1649" fmla="*/ 930234 w 1039376"/>
                <a:gd name="connsiteY8-1650" fmla="*/ 880821 h 983356"/>
                <a:gd name="connsiteX0-1651" fmla="*/ 930234 w 1039376"/>
                <a:gd name="connsiteY0-1652" fmla="*/ 880821 h 983356"/>
                <a:gd name="connsiteX1-1653" fmla="*/ 718048 w 1039376"/>
                <a:gd name="connsiteY1-1654" fmla="*/ 981098 h 983356"/>
                <a:gd name="connsiteX2-1655" fmla="*/ 169062 w 1039376"/>
                <a:gd name="connsiteY2-1656" fmla="*/ 882291 h 983356"/>
                <a:gd name="connsiteX3-1657" fmla="*/ 5522 w 1039376"/>
                <a:gd name="connsiteY3-1658" fmla="*/ 465347 h 983356"/>
                <a:gd name="connsiteX4-1659" fmla="*/ 278659 w 1039376"/>
                <a:gd name="connsiteY4-1660" fmla="*/ 74185 h 983356"/>
                <a:gd name="connsiteX5-1661" fmla="*/ 764153 w 1039376"/>
                <a:gd name="connsiteY5-1662" fmla="*/ 15756 h 983356"/>
                <a:gd name="connsiteX6-1663" fmla="*/ 1037722 w 1039376"/>
                <a:gd name="connsiteY6-1664" fmla="*/ 275875 h 983356"/>
                <a:gd name="connsiteX7-1665" fmla="*/ 785934 w 1039376"/>
                <a:gd name="connsiteY7-1666" fmla="*/ 621235 h 983356"/>
                <a:gd name="connsiteX8-1667" fmla="*/ 930234 w 1039376"/>
                <a:gd name="connsiteY8-1668" fmla="*/ 880821 h 983356"/>
                <a:gd name="connsiteX0-1669" fmla="*/ 930234 w 1039376"/>
                <a:gd name="connsiteY0-1670" fmla="*/ 880821 h 983356"/>
                <a:gd name="connsiteX1-1671" fmla="*/ 718048 w 1039376"/>
                <a:gd name="connsiteY1-1672" fmla="*/ 981098 h 983356"/>
                <a:gd name="connsiteX2-1673" fmla="*/ 169062 w 1039376"/>
                <a:gd name="connsiteY2-1674" fmla="*/ 882291 h 983356"/>
                <a:gd name="connsiteX3-1675" fmla="*/ 5522 w 1039376"/>
                <a:gd name="connsiteY3-1676" fmla="*/ 465347 h 983356"/>
                <a:gd name="connsiteX4-1677" fmla="*/ 278659 w 1039376"/>
                <a:gd name="connsiteY4-1678" fmla="*/ 74185 h 983356"/>
                <a:gd name="connsiteX5-1679" fmla="*/ 764153 w 1039376"/>
                <a:gd name="connsiteY5-1680" fmla="*/ 15756 h 983356"/>
                <a:gd name="connsiteX6-1681" fmla="*/ 1037722 w 1039376"/>
                <a:gd name="connsiteY6-1682" fmla="*/ 275875 h 983356"/>
                <a:gd name="connsiteX7-1683" fmla="*/ 785934 w 1039376"/>
                <a:gd name="connsiteY7-1684" fmla="*/ 621235 h 983356"/>
                <a:gd name="connsiteX8-1685" fmla="*/ 930234 w 1039376"/>
                <a:gd name="connsiteY8-1686" fmla="*/ 880821 h 983356"/>
                <a:gd name="connsiteX0-1687" fmla="*/ 930234 w 1039376"/>
                <a:gd name="connsiteY0-1688" fmla="*/ 877205 h 979740"/>
                <a:gd name="connsiteX1-1689" fmla="*/ 718048 w 1039376"/>
                <a:gd name="connsiteY1-1690" fmla="*/ 977482 h 979740"/>
                <a:gd name="connsiteX2-1691" fmla="*/ 169062 w 1039376"/>
                <a:gd name="connsiteY2-1692" fmla="*/ 878675 h 979740"/>
                <a:gd name="connsiteX3-1693" fmla="*/ 5522 w 1039376"/>
                <a:gd name="connsiteY3-1694" fmla="*/ 461731 h 979740"/>
                <a:gd name="connsiteX4-1695" fmla="*/ 278659 w 1039376"/>
                <a:gd name="connsiteY4-1696" fmla="*/ 70569 h 979740"/>
                <a:gd name="connsiteX5-1697" fmla="*/ 764153 w 1039376"/>
                <a:gd name="connsiteY5-1698" fmla="*/ 12140 h 979740"/>
                <a:gd name="connsiteX6-1699" fmla="*/ 1037722 w 1039376"/>
                <a:gd name="connsiteY6-1700" fmla="*/ 272259 h 979740"/>
                <a:gd name="connsiteX7-1701" fmla="*/ 785934 w 1039376"/>
                <a:gd name="connsiteY7-1702" fmla="*/ 617619 h 979740"/>
                <a:gd name="connsiteX8-1703" fmla="*/ 930234 w 1039376"/>
                <a:gd name="connsiteY8-1704" fmla="*/ 877205 h 979740"/>
                <a:gd name="connsiteX0-1705" fmla="*/ 930234 w 1039376"/>
                <a:gd name="connsiteY0-1706" fmla="*/ 880820 h 983355"/>
                <a:gd name="connsiteX1-1707" fmla="*/ 718048 w 1039376"/>
                <a:gd name="connsiteY1-1708" fmla="*/ 981097 h 983355"/>
                <a:gd name="connsiteX2-1709" fmla="*/ 169062 w 1039376"/>
                <a:gd name="connsiteY2-1710" fmla="*/ 882290 h 983355"/>
                <a:gd name="connsiteX3-1711" fmla="*/ 5522 w 1039376"/>
                <a:gd name="connsiteY3-1712" fmla="*/ 465346 h 983355"/>
                <a:gd name="connsiteX4-1713" fmla="*/ 278659 w 1039376"/>
                <a:gd name="connsiteY4-1714" fmla="*/ 74184 h 983355"/>
                <a:gd name="connsiteX5-1715" fmla="*/ 764153 w 1039376"/>
                <a:gd name="connsiteY5-1716" fmla="*/ 15755 h 983355"/>
                <a:gd name="connsiteX6-1717" fmla="*/ 1037722 w 1039376"/>
                <a:gd name="connsiteY6-1718" fmla="*/ 275874 h 983355"/>
                <a:gd name="connsiteX7-1719" fmla="*/ 785934 w 1039376"/>
                <a:gd name="connsiteY7-1720" fmla="*/ 621234 h 983355"/>
                <a:gd name="connsiteX8-1721" fmla="*/ 930234 w 1039376"/>
                <a:gd name="connsiteY8-1722" fmla="*/ 880820 h 983355"/>
                <a:gd name="connsiteX0-1723" fmla="*/ 930234 w 1039376"/>
                <a:gd name="connsiteY0-1724" fmla="*/ 880820 h 983355"/>
                <a:gd name="connsiteX1-1725" fmla="*/ 718048 w 1039376"/>
                <a:gd name="connsiteY1-1726" fmla="*/ 981097 h 983355"/>
                <a:gd name="connsiteX2-1727" fmla="*/ 169062 w 1039376"/>
                <a:gd name="connsiteY2-1728" fmla="*/ 882290 h 983355"/>
                <a:gd name="connsiteX3-1729" fmla="*/ 5522 w 1039376"/>
                <a:gd name="connsiteY3-1730" fmla="*/ 465346 h 983355"/>
                <a:gd name="connsiteX4-1731" fmla="*/ 278659 w 1039376"/>
                <a:gd name="connsiteY4-1732" fmla="*/ 74184 h 983355"/>
                <a:gd name="connsiteX5-1733" fmla="*/ 764153 w 1039376"/>
                <a:gd name="connsiteY5-1734" fmla="*/ 15755 h 983355"/>
                <a:gd name="connsiteX6-1735" fmla="*/ 1037722 w 1039376"/>
                <a:gd name="connsiteY6-1736" fmla="*/ 275874 h 983355"/>
                <a:gd name="connsiteX7-1737" fmla="*/ 785934 w 1039376"/>
                <a:gd name="connsiteY7-1738" fmla="*/ 621234 h 983355"/>
                <a:gd name="connsiteX8-1739" fmla="*/ 930234 w 1039376"/>
                <a:gd name="connsiteY8-1740" fmla="*/ 880820 h 983355"/>
                <a:gd name="connsiteX0-1741" fmla="*/ 930234 w 1039376"/>
                <a:gd name="connsiteY0-1742" fmla="*/ 879296 h 981831"/>
                <a:gd name="connsiteX1-1743" fmla="*/ 718048 w 1039376"/>
                <a:gd name="connsiteY1-1744" fmla="*/ 979573 h 981831"/>
                <a:gd name="connsiteX2-1745" fmla="*/ 169062 w 1039376"/>
                <a:gd name="connsiteY2-1746" fmla="*/ 880766 h 981831"/>
                <a:gd name="connsiteX3-1747" fmla="*/ 5522 w 1039376"/>
                <a:gd name="connsiteY3-1748" fmla="*/ 463822 h 981831"/>
                <a:gd name="connsiteX4-1749" fmla="*/ 316076 w 1039376"/>
                <a:gd name="connsiteY4-1750" fmla="*/ 78187 h 981831"/>
                <a:gd name="connsiteX5-1751" fmla="*/ 764153 w 1039376"/>
                <a:gd name="connsiteY5-1752" fmla="*/ 14231 h 981831"/>
                <a:gd name="connsiteX6-1753" fmla="*/ 1037722 w 1039376"/>
                <a:gd name="connsiteY6-1754" fmla="*/ 274350 h 981831"/>
                <a:gd name="connsiteX7-1755" fmla="*/ 785934 w 1039376"/>
                <a:gd name="connsiteY7-1756" fmla="*/ 619710 h 981831"/>
                <a:gd name="connsiteX8-1757" fmla="*/ 930234 w 1039376"/>
                <a:gd name="connsiteY8-1758" fmla="*/ 879296 h 981831"/>
                <a:gd name="connsiteX0-1759" fmla="*/ 930234 w 1039376"/>
                <a:gd name="connsiteY0-1760" fmla="*/ 871496 h 974031"/>
                <a:gd name="connsiteX1-1761" fmla="*/ 718048 w 1039376"/>
                <a:gd name="connsiteY1-1762" fmla="*/ 971773 h 974031"/>
                <a:gd name="connsiteX2-1763" fmla="*/ 169062 w 1039376"/>
                <a:gd name="connsiteY2-1764" fmla="*/ 872966 h 974031"/>
                <a:gd name="connsiteX3-1765" fmla="*/ 5522 w 1039376"/>
                <a:gd name="connsiteY3-1766" fmla="*/ 456022 h 974031"/>
                <a:gd name="connsiteX4-1767" fmla="*/ 316076 w 1039376"/>
                <a:gd name="connsiteY4-1768" fmla="*/ 70387 h 974031"/>
                <a:gd name="connsiteX5-1769" fmla="*/ 695554 w 1039376"/>
                <a:gd name="connsiteY5-1770" fmla="*/ 17483 h 974031"/>
                <a:gd name="connsiteX6-1771" fmla="*/ 1037722 w 1039376"/>
                <a:gd name="connsiteY6-1772" fmla="*/ 266550 h 974031"/>
                <a:gd name="connsiteX7-1773" fmla="*/ 785934 w 1039376"/>
                <a:gd name="connsiteY7-1774" fmla="*/ 611910 h 974031"/>
                <a:gd name="connsiteX8-1775" fmla="*/ 930234 w 1039376"/>
                <a:gd name="connsiteY8-1776" fmla="*/ 871496 h 974031"/>
                <a:gd name="connsiteX0-1777" fmla="*/ 930234 w 940132"/>
                <a:gd name="connsiteY0-1778" fmla="*/ 871496 h 974031"/>
                <a:gd name="connsiteX1-1779" fmla="*/ 718048 w 940132"/>
                <a:gd name="connsiteY1-1780" fmla="*/ 971773 h 974031"/>
                <a:gd name="connsiteX2-1781" fmla="*/ 169062 w 940132"/>
                <a:gd name="connsiteY2-1782" fmla="*/ 872966 h 974031"/>
                <a:gd name="connsiteX3-1783" fmla="*/ 5522 w 940132"/>
                <a:gd name="connsiteY3-1784" fmla="*/ 456022 h 974031"/>
                <a:gd name="connsiteX4-1785" fmla="*/ 316076 w 940132"/>
                <a:gd name="connsiteY4-1786" fmla="*/ 70387 h 974031"/>
                <a:gd name="connsiteX5-1787" fmla="*/ 695554 w 940132"/>
                <a:gd name="connsiteY5-1788" fmla="*/ 17483 h 974031"/>
                <a:gd name="connsiteX6-1789" fmla="*/ 937943 w 940132"/>
                <a:gd name="connsiteY6-1790" fmla="*/ 261024 h 974031"/>
                <a:gd name="connsiteX7-1791" fmla="*/ 785934 w 940132"/>
                <a:gd name="connsiteY7-1792" fmla="*/ 611910 h 974031"/>
                <a:gd name="connsiteX8-1793" fmla="*/ 930234 w 940132"/>
                <a:gd name="connsiteY8-1794" fmla="*/ 871496 h 974031"/>
                <a:gd name="connsiteX0-1795" fmla="*/ 930234 w 964913"/>
                <a:gd name="connsiteY0-1796" fmla="*/ 871496 h 974031"/>
                <a:gd name="connsiteX1-1797" fmla="*/ 718048 w 964913"/>
                <a:gd name="connsiteY1-1798" fmla="*/ 971773 h 974031"/>
                <a:gd name="connsiteX2-1799" fmla="*/ 169062 w 964913"/>
                <a:gd name="connsiteY2-1800" fmla="*/ 872966 h 974031"/>
                <a:gd name="connsiteX3-1801" fmla="*/ 5522 w 964913"/>
                <a:gd name="connsiteY3-1802" fmla="*/ 456022 h 974031"/>
                <a:gd name="connsiteX4-1803" fmla="*/ 316076 w 964913"/>
                <a:gd name="connsiteY4-1804" fmla="*/ 70387 h 974031"/>
                <a:gd name="connsiteX5-1805" fmla="*/ 695554 w 964913"/>
                <a:gd name="connsiteY5-1806" fmla="*/ 17483 h 974031"/>
                <a:gd name="connsiteX6-1807" fmla="*/ 962888 w 964913"/>
                <a:gd name="connsiteY6-1808" fmla="*/ 255498 h 974031"/>
                <a:gd name="connsiteX7-1809" fmla="*/ 785934 w 964913"/>
                <a:gd name="connsiteY7-1810" fmla="*/ 611910 h 974031"/>
                <a:gd name="connsiteX8-1811" fmla="*/ 930234 w 964913"/>
                <a:gd name="connsiteY8-1812" fmla="*/ 871496 h 974031"/>
                <a:gd name="connsiteX0-1813" fmla="*/ 930234 w 962888"/>
                <a:gd name="connsiteY0-1814" fmla="*/ 871496 h 974031"/>
                <a:gd name="connsiteX1-1815" fmla="*/ 718048 w 962888"/>
                <a:gd name="connsiteY1-1816" fmla="*/ 971773 h 974031"/>
                <a:gd name="connsiteX2-1817" fmla="*/ 169062 w 962888"/>
                <a:gd name="connsiteY2-1818" fmla="*/ 872966 h 974031"/>
                <a:gd name="connsiteX3-1819" fmla="*/ 5522 w 962888"/>
                <a:gd name="connsiteY3-1820" fmla="*/ 456022 h 974031"/>
                <a:gd name="connsiteX4-1821" fmla="*/ 316076 w 962888"/>
                <a:gd name="connsiteY4-1822" fmla="*/ 70387 h 974031"/>
                <a:gd name="connsiteX5-1823" fmla="*/ 695554 w 962888"/>
                <a:gd name="connsiteY5-1824" fmla="*/ 17483 h 974031"/>
                <a:gd name="connsiteX6-1825" fmla="*/ 962888 w 962888"/>
                <a:gd name="connsiteY6-1826" fmla="*/ 255498 h 974031"/>
                <a:gd name="connsiteX7-1827" fmla="*/ 785934 w 962888"/>
                <a:gd name="connsiteY7-1828" fmla="*/ 611910 h 974031"/>
                <a:gd name="connsiteX8-1829" fmla="*/ 930234 w 962888"/>
                <a:gd name="connsiteY8-1830" fmla="*/ 871496 h 974031"/>
                <a:gd name="connsiteX0-1831" fmla="*/ 930234 w 962888"/>
                <a:gd name="connsiteY0-1832" fmla="*/ 861400 h 963935"/>
                <a:gd name="connsiteX1-1833" fmla="*/ 718048 w 962888"/>
                <a:gd name="connsiteY1-1834" fmla="*/ 961677 h 963935"/>
                <a:gd name="connsiteX2-1835" fmla="*/ 169062 w 962888"/>
                <a:gd name="connsiteY2-1836" fmla="*/ 862870 h 963935"/>
                <a:gd name="connsiteX3-1837" fmla="*/ 5522 w 962888"/>
                <a:gd name="connsiteY3-1838" fmla="*/ 445926 h 963935"/>
                <a:gd name="connsiteX4-1839" fmla="*/ 316076 w 962888"/>
                <a:gd name="connsiteY4-1840" fmla="*/ 60291 h 963935"/>
                <a:gd name="connsiteX5-1841" fmla="*/ 782862 w 962888"/>
                <a:gd name="connsiteY5-1842" fmla="*/ 23965 h 963935"/>
                <a:gd name="connsiteX6-1843" fmla="*/ 962888 w 962888"/>
                <a:gd name="connsiteY6-1844" fmla="*/ 245402 h 963935"/>
                <a:gd name="connsiteX7-1845" fmla="*/ 785934 w 962888"/>
                <a:gd name="connsiteY7-1846" fmla="*/ 601814 h 963935"/>
                <a:gd name="connsiteX8-1847" fmla="*/ 930234 w 962888"/>
                <a:gd name="connsiteY8-1848" fmla="*/ 861400 h 963935"/>
                <a:gd name="connsiteX0-1849" fmla="*/ 930234 w 963766"/>
                <a:gd name="connsiteY0-1850" fmla="*/ 861400 h 963935"/>
                <a:gd name="connsiteX1-1851" fmla="*/ 718048 w 963766"/>
                <a:gd name="connsiteY1-1852" fmla="*/ 961677 h 963935"/>
                <a:gd name="connsiteX2-1853" fmla="*/ 169062 w 963766"/>
                <a:gd name="connsiteY2-1854" fmla="*/ 862870 h 963935"/>
                <a:gd name="connsiteX3-1855" fmla="*/ 5522 w 963766"/>
                <a:gd name="connsiteY3-1856" fmla="*/ 445926 h 963935"/>
                <a:gd name="connsiteX4-1857" fmla="*/ 316076 w 963766"/>
                <a:gd name="connsiteY4-1858" fmla="*/ 60291 h 963935"/>
                <a:gd name="connsiteX5-1859" fmla="*/ 782862 w 963766"/>
                <a:gd name="connsiteY5-1860" fmla="*/ 23965 h 963935"/>
                <a:gd name="connsiteX6-1861" fmla="*/ 962888 w 963766"/>
                <a:gd name="connsiteY6-1862" fmla="*/ 245402 h 963935"/>
                <a:gd name="connsiteX7-1863" fmla="*/ 785934 w 963766"/>
                <a:gd name="connsiteY7-1864" fmla="*/ 601814 h 963935"/>
                <a:gd name="connsiteX8-1865" fmla="*/ 930234 w 963766"/>
                <a:gd name="connsiteY8-1866" fmla="*/ 861400 h 963935"/>
                <a:gd name="connsiteX0-1867" fmla="*/ 930234 w 963766"/>
                <a:gd name="connsiteY0-1868" fmla="*/ 861400 h 963935"/>
                <a:gd name="connsiteX1-1869" fmla="*/ 718048 w 963766"/>
                <a:gd name="connsiteY1-1870" fmla="*/ 961677 h 963935"/>
                <a:gd name="connsiteX2-1871" fmla="*/ 169062 w 963766"/>
                <a:gd name="connsiteY2-1872" fmla="*/ 862870 h 963935"/>
                <a:gd name="connsiteX3-1873" fmla="*/ 5522 w 963766"/>
                <a:gd name="connsiteY3-1874" fmla="*/ 445926 h 963935"/>
                <a:gd name="connsiteX4-1875" fmla="*/ 316076 w 963766"/>
                <a:gd name="connsiteY4-1876" fmla="*/ 60291 h 963935"/>
                <a:gd name="connsiteX5-1877" fmla="*/ 782862 w 963766"/>
                <a:gd name="connsiteY5-1878" fmla="*/ 23965 h 963935"/>
                <a:gd name="connsiteX6-1879" fmla="*/ 962888 w 963766"/>
                <a:gd name="connsiteY6-1880" fmla="*/ 245402 h 963935"/>
                <a:gd name="connsiteX7-1881" fmla="*/ 760989 w 963766"/>
                <a:gd name="connsiteY7-1882" fmla="*/ 723390 h 963935"/>
                <a:gd name="connsiteX8-1883" fmla="*/ 930234 w 963766"/>
                <a:gd name="connsiteY8-1884" fmla="*/ 861400 h 963935"/>
                <a:gd name="connsiteX0-1885" fmla="*/ 930234 w 963766"/>
                <a:gd name="connsiteY0-1886" fmla="*/ 861400 h 963935"/>
                <a:gd name="connsiteX1-1887" fmla="*/ 718048 w 963766"/>
                <a:gd name="connsiteY1-1888" fmla="*/ 961677 h 963935"/>
                <a:gd name="connsiteX2-1889" fmla="*/ 169062 w 963766"/>
                <a:gd name="connsiteY2-1890" fmla="*/ 862870 h 963935"/>
                <a:gd name="connsiteX3-1891" fmla="*/ 5522 w 963766"/>
                <a:gd name="connsiteY3-1892" fmla="*/ 445926 h 963935"/>
                <a:gd name="connsiteX4-1893" fmla="*/ 316076 w 963766"/>
                <a:gd name="connsiteY4-1894" fmla="*/ 60291 h 963935"/>
                <a:gd name="connsiteX5-1895" fmla="*/ 782862 w 963766"/>
                <a:gd name="connsiteY5-1896" fmla="*/ 23965 h 963935"/>
                <a:gd name="connsiteX6-1897" fmla="*/ 962888 w 963766"/>
                <a:gd name="connsiteY6-1898" fmla="*/ 245402 h 963935"/>
                <a:gd name="connsiteX7-1899" fmla="*/ 704863 w 963766"/>
                <a:gd name="connsiteY7-1900" fmla="*/ 634971 h 963935"/>
                <a:gd name="connsiteX8-1901" fmla="*/ 930234 w 963766"/>
                <a:gd name="connsiteY8-1902" fmla="*/ 861400 h 963935"/>
                <a:gd name="connsiteX0-1903" fmla="*/ 886581 w 963766"/>
                <a:gd name="connsiteY0-1904" fmla="*/ 828243 h 963935"/>
                <a:gd name="connsiteX1-1905" fmla="*/ 718048 w 963766"/>
                <a:gd name="connsiteY1-1906" fmla="*/ 961677 h 963935"/>
                <a:gd name="connsiteX2-1907" fmla="*/ 169062 w 963766"/>
                <a:gd name="connsiteY2-1908" fmla="*/ 862870 h 963935"/>
                <a:gd name="connsiteX3-1909" fmla="*/ 5522 w 963766"/>
                <a:gd name="connsiteY3-1910" fmla="*/ 445926 h 963935"/>
                <a:gd name="connsiteX4-1911" fmla="*/ 316076 w 963766"/>
                <a:gd name="connsiteY4-1912" fmla="*/ 60291 h 963935"/>
                <a:gd name="connsiteX5-1913" fmla="*/ 782862 w 963766"/>
                <a:gd name="connsiteY5-1914" fmla="*/ 23965 h 963935"/>
                <a:gd name="connsiteX6-1915" fmla="*/ 962888 w 963766"/>
                <a:gd name="connsiteY6-1916" fmla="*/ 245402 h 963935"/>
                <a:gd name="connsiteX7-1917" fmla="*/ 704863 w 963766"/>
                <a:gd name="connsiteY7-1918" fmla="*/ 634971 h 963935"/>
                <a:gd name="connsiteX8-1919" fmla="*/ 886581 w 963766"/>
                <a:gd name="connsiteY8-1920" fmla="*/ 828243 h 963935"/>
                <a:gd name="connsiteX0-1921" fmla="*/ 886581 w 963766"/>
                <a:gd name="connsiteY0-1922" fmla="*/ 828243 h 963935"/>
                <a:gd name="connsiteX1-1923" fmla="*/ 718048 w 963766"/>
                <a:gd name="connsiteY1-1924" fmla="*/ 961677 h 963935"/>
                <a:gd name="connsiteX2-1925" fmla="*/ 169062 w 963766"/>
                <a:gd name="connsiteY2-1926" fmla="*/ 862870 h 963935"/>
                <a:gd name="connsiteX3-1927" fmla="*/ 5522 w 963766"/>
                <a:gd name="connsiteY3-1928" fmla="*/ 445926 h 963935"/>
                <a:gd name="connsiteX4-1929" fmla="*/ 316076 w 963766"/>
                <a:gd name="connsiteY4-1930" fmla="*/ 60291 h 963935"/>
                <a:gd name="connsiteX5-1931" fmla="*/ 782862 w 963766"/>
                <a:gd name="connsiteY5-1932" fmla="*/ 23965 h 963935"/>
                <a:gd name="connsiteX6-1933" fmla="*/ 962888 w 963766"/>
                <a:gd name="connsiteY6-1934" fmla="*/ 317243 h 963935"/>
                <a:gd name="connsiteX7-1935" fmla="*/ 704863 w 963766"/>
                <a:gd name="connsiteY7-1936" fmla="*/ 634971 h 963935"/>
                <a:gd name="connsiteX8-1937" fmla="*/ 886581 w 963766"/>
                <a:gd name="connsiteY8-1938" fmla="*/ 828243 h 963935"/>
                <a:gd name="connsiteX0-1939" fmla="*/ 886581 w 963766"/>
                <a:gd name="connsiteY0-1940" fmla="*/ 828243 h 963935"/>
                <a:gd name="connsiteX1-1941" fmla="*/ 718048 w 963766"/>
                <a:gd name="connsiteY1-1942" fmla="*/ 961677 h 963935"/>
                <a:gd name="connsiteX2-1943" fmla="*/ 169062 w 963766"/>
                <a:gd name="connsiteY2-1944" fmla="*/ 862870 h 963935"/>
                <a:gd name="connsiteX3-1945" fmla="*/ 5522 w 963766"/>
                <a:gd name="connsiteY3-1946" fmla="*/ 445926 h 963935"/>
                <a:gd name="connsiteX4-1947" fmla="*/ 316076 w 963766"/>
                <a:gd name="connsiteY4-1948" fmla="*/ 60291 h 963935"/>
                <a:gd name="connsiteX5-1949" fmla="*/ 782862 w 963766"/>
                <a:gd name="connsiteY5-1950" fmla="*/ 23965 h 963935"/>
                <a:gd name="connsiteX6-1951" fmla="*/ 962888 w 963766"/>
                <a:gd name="connsiteY6-1952" fmla="*/ 317243 h 963935"/>
                <a:gd name="connsiteX7-1953" fmla="*/ 704863 w 963766"/>
                <a:gd name="connsiteY7-1954" fmla="*/ 623919 h 963935"/>
                <a:gd name="connsiteX8-1955" fmla="*/ 886581 w 963766"/>
                <a:gd name="connsiteY8-1956" fmla="*/ 828243 h 963935"/>
                <a:gd name="connsiteX0-1957" fmla="*/ 886581 w 963766"/>
                <a:gd name="connsiteY0-1958" fmla="*/ 828243 h 963935"/>
                <a:gd name="connsiteX1-1959" fmla="*/ 718048 w 963766"/>
                <a:gd name="connsiteY1-1960" fmla="*/ 961677 h 963935"/>
                <a:gd name="connsiteX2-1961" fmla="*/ 169062 w 963766"/>
                <a:gd name="connsiteY2-1962" fmla="*/ 862870 h 963935"/>
                <a:gd name="connsiteX3-1963" fmla="*/ 5522 w 963766"/>
                <a:gd name="connsiteY3-1964" fmla="*/ 445926 h 963935"/>
                <a:gd name="connsiteX4-1965" fmla="*/ 316076 w 963766"/>
                <a:gd name="connsiteY4-1966" fmla="*/ 60291 h 963935"/>
                <a:gd name="connsiteX5-1967" fmla="*/ 782862 w 963766"/>
                <a:gd name="connsiteY5-1968" fmla="*/ 23965 h 963935"/>
                <a:gd name="connsiteX6-1969" fmla="*/ 962888 w 963766"/>
                <a:gd name="connsiteY6-1970" fmla="*/ 317243 h 963935"/>
                <a:gd name="connsiteX7-1971" fmla="*/ 704863 w 963766"/>
                <a:gd name="connsiteY7-1972" fmla="*/ 623919 h 963935"/>
                <a:gd name="connsiteX8-1973" fmla="*/ 886581 w 963766"/>
                <a:gd name="connsiteY8-1974" fmla="*/ 828243 h 963935"/>
                <a:gd name="connsiteX0-1975" fmla="*/ 886581 w 963766"/>
                <a:gd name="connsiteY0-1976" fmla="*/ 828243 h 963935"/>
                <a:gd name="connsiteX1-1977" fmla="*/ 718048 w 963766"/>
                <a:gd name="connsiteY1-1978" fmla="*/ 961677 h 963935"/>
                <a:gd name="connsiteX2-1979" fmla="*/ 169062 w 963766"/>
                <a:gd name="connsiteY2-1980" fmla="*/ 862870 h 963935"/>
                <a:gd name="connsiteX3-1981" fmla="*/ 5522 w 963766"/>
                <a:gd name="connsiteY3-1982" fmla="*/ 445926 h 963935"/>
                <a:gd name="connsiteX4-1983" fmla="*/ 316076 w 963766"/>
                <a:gd name="connsiteY4-1984" fmla="*/ 60291 h 963935"/>
                <a:gd name="connsiteX5-1985" fmla="*/ 782862 w 963766"/>
                <a:gd name="connsiteY5-1986" fmla="*/ 23965 h 963935"/>
                <a:gd name="connsiteX6-1987" fmla="*/ 962888 w 963766"/>
                <a:gd name="connsiteY6-1988" fmla="*/ 317243 h 963935"/>
                <a:gd name="connsiteX7-1989" fmla="*/ 704863 w 963766"/>
                <a:gd name="connsiteY7-1990" fmla="*/ 623919 h 963935"/>
                <a:gd name="connsiteX8-1991" fmla="*/ 886581 w 963766"/>
                <a:gd name="connsiteY8-1992" fmla="*/ 828243 h 963935"/>
                <a:gd name="connsiteX0-1993" fmla="*/ 886581 w 963766"/>
                <a:gd name="connsiteY0-1994" fmla="*/ 828243 h 963935"/>
                <a:gd name="connsiteX1-1995" fmla="*/ 718048 w 963766"/>
                <a:gd name="connsiteY1-1996" fmla="*/ 961677 h 963935"/>
                <a:gd name="connsiteX2-1997" fmla="*/ 169062 w 963766"/>
                <a:gd name="connsiteY2-1998" fmla="*/ 862870 h 963935"/>
                <a:gd name="connsiteX3-1999" fmla="*/ 5522 w 963766"/>
                <a:gd name="connsiteY3-2000" fmla="*/ 445926 h 963935"/>
                <a:gd name="connsiteX4-2001" fmla="*/ 316076 w 963766"/>
                <a:gd name="connsiteY4-2002" fmla="*/ 60291 h 963935"/>
                <a:gd name="connsiteX5-2003" fmla="*/ 782862 w 963766"/>
                <a:gd name="connsiteY5-2004" fmla="*/ 23965 h 963935"/>
                <a:gd name="connsiteX6-2005" fmla="*/ 962888 w 963766"/>
                <a:gd name="connsiteY6-2006" fmla="*/ 317243 h 963935"/>
                <a:gd name="connsiteX7-2007" fmla="*/ 704863 w 963766"/>
                <a:gd name="connsiteY7-2008" fmla="*/ 623919 h 963935"/>
                <a:gd name="connsiteX8-2009" fmla="*/ 886581 w 963766"/>
                <a:gd name="connsiteY8-2010" fmla="*/ 828243 h 963935"/>
                <a:gd name="connsiteX0-2011" fmla="*/ 886581 w 963766"/>
                <a:gd name="connsiteY0-2012" fmla="*/ 828243 h 963935"/>
                <a:gd name="connsiteX1-2013" fmla="*/ 718048 w 963766"/>
                <a:gd name="connsiteY1-2014" fmla="*/ 961677 h 963935"/>
                <a:gd name="connsiteX2-2015" fmla="*/ 169062 w 963766"/>
                <a:gd name="connsiteY2-2016" fmla="*/ 862870 h 963935"/>
                <a:gd name="connsiteX3-2017" fmla="*/ 5522 w 963766"/>
                <a:gd name="connsiteY3-2018" fmla="*/ 445926 h 963935"/>
                <a:gd name="connsiteX4-2019" fmla="*/ 316076 w 963766"/>
                <a:gd name="connsiteY4-2020" fmla="*/ 60291 h 963935"/>
                <a:gd name="connsiteX5-2021" fmla="*/ 782862 w 963766"/>
                <a:gd name="connsiteY5-2022" fmla="*/ 23965 h 963935"/>
                <a:gd name="connsiteX6-2023" fmla="*/ 962888 w 963766"/>
                <a:gd name="connsiteY6-2024" fmla="*/ 317243 h 963935"/>
                <a:gd name="connsiteX7-2025" fmla="*/ 704863 w 963766"/>
                <a:gd name="connsiteY7-2026" fmla="*/ 623919 h 963935"/>
                <a:gd name="connsiteX8-2027" fmla="*/ 886581 w 963766"/>
                <a:gd name="connsiteY8-2028" fmla="*/ 828243 h 963935"/>
                <a:gd name="connsiteX0-2029" fmla="*/ 911526 w 963766"/>
                <a:gd name="connsiteY0-2030" fmla="*/ 828243 h 963935"/>
                <a:gd name="connsiteX1-2031" fmla="*/ 718048 w 963766"/>
                <a:gd name="connsiteY1-2032" fmla="*/ 961677 h 963935"/>
                <a:gd name="connsiteX2-2033" fmla="*/ 169062 w 963766"/>
                <a:gd name="connsiteY2-2034" fmla="*/ 862870 h 963935"/>
                <a:gd name="connsiteX3-2035" fmla="*/ 5522 w 963766"/>
                <a:gd name="connsiteY3-2036" fmla="*/ 445926 h 963935"/>
                <a:gd name="connsiteX4-2037" fmla="*/ 316076 w 963766"/>
                <a:gd name="connsiteY4-2038" fmla="*/ 60291 h 963935"/>
                <a:gd name="connsiteX5-2039" fmla="*/ 782862 w 963766"/>
                <a:gd name="connsiteY5-2040" fmla="*/ 23965 h 963935"/>
                <a:gd name="connsiteX6-2041" fmla="*/ 962888 w 963766"/>
                <a:gd name="connsiteY6-2042" fmla="*/ 317243 h 963935"/>
                <a:gd name="connsiteX7-2043" fmla="*/ 704863 w 963766"/>
                <a:gd name="connsiteY7-2044" fmla="*/ 623919 h 963935"/>
                <a:gd name="connsiteX8-2045" fmla="*/ 911526 w 963766"/>
                <a:gd name="connsiteY8-2046" fmla="*/ 828243 h 963935"/>
                <a:gd name="connsiteX0-2047" fmla="*/ 824219 w 963766"/>
                <a:gd name="connsiteY0-2048" fmla="*/ 828243 h 963935"/>
                <a:gd name="connsiteX1-2049" fmla="*/ 718048 w 963766"/>
                <a:gd name="connsiteY1-2050" fmla="*/ 961677 h 963935"/>
                <a:gd name="connsiteX2-2051" fmla="*/ 169062 w 963766"/>
                <a:gd name="connsiteY2-2052" fmla="*/ 862870 h 963935"/>
                <a:gd name="connsiteX3-2053" fmla="*/ 5522 w 963766"/>
                <a:gd name="connsiteY3-2054" fmla="*/ 445926 h 963935"/>
                <a:gd name="connsiteX4-2055" fmla="*/ 316076 w 963766"/>
                <a:gd name="connsiteY4-2056" fmla="*/ 60291 h 963935"/>
                <a:gd name="connsiteX5-2057" fmla="*/ 782862 w 963766"/>
                <a:gd name="connsiteY5-2058" fmla="*/ 23965 h 963935"/>
                <a:gd name="connsiteX6-2059" fmla="*/ 962888 w 963766"/>
                <a:gd name="connsiteY6-2060" fmla="*/ 317243 h 963935"/>
                <a:gd name="connsiteX7-2061" fmla="*/ 704863 w 963766"/>
                <a:gd name="connsiteY7-2062" fmla="*/ 623919 h 963935"/>
                <a:gd name="connsiteX8-2063" fmla="*/ 824219 w 963766"/>
                <a:gd name="connsiteY8-2064" fmla="*/ 828243 h 963935"/>
                <a:gd name="connsiteX0-2065" fmla="*/ 892817 w 963766"/>
                <a:gd name="connsiteY0-2066" fmla="*/ 839295 h 963935"/>
                <a:gd name="connsiteX1-2067" fmla="*/ 718048 w 963766"/>
                <a:gd name="connsiteY1-2068" fmla="*/ 961677 h 963935"/>
                <a:gd name="connsiteX2-2069" fmla="*/ 169062 w 963766"/>
                <a:gd name="connsiteY2-2070" fmla="*/ 862870 h 963935"/>
                <a:gd name="connsiteX3-2071" fmla="*/ 5522 w 963766"/>
                <a:gd name="connsiteY3-2072" fmla="*/ 445926 h 963935"/>
                <a:gd name="connsiteX4-2073" fmla="*/ 316076 w 963766"/>
                <a:gd name="connsiteY4-2074" fmla="*/ 60291 h 963935"/>
                <a:gd name="connsiteX5-2075" fmla="*/ 782862 w 963766"/>
                <a:gd name="connsiteY5-2076" fmla="*/ 23965 h 963935"/>
                <a:gd name="connsiteX6-2077" fmla="*/ 962888 w 963766"/>
                <a:gd name="connsiteY6-2078" fmla="*/ 317243 h 963935"/>
                <a:gd name="connsiteX7-2079" fmla="*/ 704863 w 963766"/>
                <a:gd name="connsiteY7-2080" fmla="*/ 623919 h 963935"/>
                <a:gd name="connsiteX8-2081" fmla="*/ 892817 w 963766"/>
                <a:gd name="connsiteY8-2082" fmla="*/ 839295 h 963935"/>
                <a:gd name="connsiteX0-2083" fmla="*/ 892817 w 963766"/>
                <a:gd name="connsiteY0-2084" fmla="*/ 839295 h 963935"/>
                <a:gd name="connsiteX1-2085" fmla="*/ 718048 w 963766"/>
                <a:gd name="connsiteY1-2086" fmla="*/ 961677 h 963935"/>
                <a:gd name="connsiteX2-2087" fmla="*/ 169062 w 963766"/>
                <a:gd name="connsiteY2-2088" fmla="*/ 862870 h 963935"/>
                <a:gd name="connsiteX3-2089" fmla="*/ 5522 w 963766"/>
                <a:gd name="connsiteY3-2090" fmla="*/ 445926 h 963935"/>
                <a:gd name="connsiteX4-2091" fmla="*/ 316076 w 963766"/>
                <a:gd name="connsiteY4-2092" fmla="*/ 60291 h 963935"/>
                <a:gd name="connsiteX5-2093" fmla="*/ 782862 w 963766"/>
                <a:gd name="connsiteY5-2094" fmla="*/ 23965 h 963935"/>
                <a:gd name="connsiteX6-2095" fmla="*/ 962888 w 963766"/>
                <a:gd name="connsiteY6-2096" fmla="*/ 317243 h 963935"/>
                <a:gd name="connsiteX7-2097" fmla="*/ 704863 w 963766"/>
                <a:gd name="connsiteY7-2098" fmla="*/ 623919 h 963935"/>
                <a:gd name="connsiteX8-2099" fmla="*/ 892817 w 963766"/>
                <a:gd name="connsiteY8-2100" fmla="*/ 839295 h 963935"/>
                <a:gd name="connsiteX0-2101" fmla="*/ 892817 w 963766"/>
                <a:gd name="connsiteY0-2102" fmla="*/ 839295 h 963935"/>
                <a:gd name="connsiteX1-2103" fmla="*/ 718048 w 963766"/>
                <a:gd name="connsiteY1-2104" fmla="*/ 961677 h 963935"/>
                <a:gd name="connsiteX2-2105" fmla="*/ 169062 w 963766"/>
                <a:gd name="connsiteY2-2106" fmla="*/ 862870 h 963935"/>
                <a:gd name="connsiteX3-2107" fmla="*/ 5522 w 963766"/>
                <a:gd name="connsiteY3-2108" fmla="*/ 445926 h 963935"/>
                <a:gd name="connsiteX4-2109" fmla="*/ 316076 w 963766"/>
                <a:gd name="connsiteY4-2110" fmla="*/ 60291 h 963935"/>
                <a:gd name="connsiteX5-2111" fmla="*/ 782862 w 963766"/>
                <a:gd name="connsiteY5-2112" fmla="*/ 23965 h 963935"/>
                <a:gd name="connsiteX6-2113" fmla="*/ 962888 w 963766"/>
                <a:gd name="connsiteY6-2114" fmla="*/ 317243 h 963935"/>
                <a:gd name="connsiteX7-2115" fmla="*/ 704863 w 963766"/>
                <a:gd name="connsiteY7-2116" fmla="*/ 623919 h 963935"/>
                <a:gd name="connsiteX8-2117" fmla="*/ 892817 w 963766"/>
                <a:gd name="connsiteY8-2118" fmla="*/ 839295 h 963935"/>
                <a:gd name="connsiteX0-2119" fmla="*/ 892817 w 963766"/>
                <a:gd name="connsiteY0-2120" fmla="*/ 839295 h 963935"/>
                <a:gd name="connsiteX1-2121" fmla="*/ 718048 w 963766"/>
                <a:gd name="connsiteY1-2122" fmla="*/ 961677 h 963935"/>
                <a:gd name="connsiteX2-2123" fmla="*/ 169062 w 963766"/>
                <a:gd name="connsiteY2-2124" fmla="*/ 862870 h 963935"/>
                <a:gd name="connsiteX3-2125" fmla="*/ 5522 w 963766"/>
                <a:gd name="connsiteY3-2126" fmla="*/ 445926 h 963935"/>
                <a:gd name="connsiteX4-2127" fmla="*/ 316076 w 963766"/>
                <a:gd name="connsiteY4-2128" fmla="*/ 60291 h 963935"/>
                <a:gd name="connsiteX5-2129" fmla="*/ 782862 w 963766"/>
                <a:gd name="connsiteY5-2130" fmla="*/ 23965 h 963935"/>
                <a:gd name="connsiteX6-2131" fmla="*/ 962888 w 963766"/>
                <a:gd name="connsiteY6-2132" fmla="*/ 317243 h 963935"/>
                <a:gd name="connsiteX7-2133" fmla="*/ 704863 w 963766"/>
                <a:gd name="connsiteY7-2134" fmla="*/ 623919 h 963935"/>
                <a:gd name="connsiteX8-2135" fmla="*/ 892817 w 963766"/>
                <a:gd name="connsiteY8-2136" fmla="*/ 839295 h 963935"/>
                <a:gd name="connsiteX0-2137" fmla="*/ 892817 w 963766"/>
                <a:gd name="connsiteY0-2138" fmla="*/ 839295 h 963935"/>
                <a:gd name="connsiteX1-2139" fmla="*/ 718048 w 963766"/>
                <a:gd name="connsiteY1-2140" fmla="*/ 961677 h 963935"/>
                <a:gd name="connsiteX2-2141" fmla="*/ 169062 w 963766"/>
                <a:gd name="connsiteY2-2142" fmla="*/ 862870 h 963935"/>
                <a:gd name="connsiteX3-2143" fmla="*/ 5522 w 963766"/>
                <a:gd name="connsiteY3-2144" fmla="*/ 445926 h 963935"/>
                <a:gd name="connsiteX4-2145" fmla="*/ 316076 w 963766"/>
                <a:gd name="connsiteY4-2146" fmla="*/ 60291 h 963935"/>
                <a:gd name="connsiteX5-2147" fmla="*/ 782862 w 963766"/>
                <a:gd name="connsiteY5-2148" fmla="*/ 23965 h 963935"/>
                <a:gd name="connsiteX6-2149" fmla="*/ 962888 w 963766"/>
                <a:gd name="connsiteY6-2150" fmla="*/ 317243 h 963935"/>
                <a:gd name="connsiteX7-2151" fmla="*/ 704863 w 963766"/>
                <a:gd name="connsiteY7-2152" fmla="*/ 623919 h 963935"/>
                <a:gd name="connsiteX8-2153" fmla="*/ 892817 w 963766"/>
                <a:gd name="connsiteY8-2154" fmla="*/ 839295 h 963935"/>
                <a:gd name="connsiteX0-2155" fmla="*/ 892817 w 963877"/>
                <a:gd name="connsiteY0-2156" fmla="*/ 839295 h 963935"/>
                <a:gd name="connsiteX1-2157" fmla="*/ 718048 w 963877"/>
                <a:gd name="connsiteY1-2158" fmla="*/ 961677 h 963935"/>
                <a:gd name="connsiteX2-2159" fmla="*/ 169062 w 963877"/>
                <a:gd name="connsiteY2-2160" fmla="*/ 862870 h 963935"/>
                <a:gd name="connsiteX3-2161" fmla="*/ 5522 w 963877"/>
                <a:gd name="connsiteY3-2162" fmla="*/ 445926 h 963935"/>
                <a:gd name="connsiteX4-2163" fmla="*/ 316076 w 963877"/>
                <a:gd name="connsiteY4-2164" fmla="*/ 60291 h 963935"/>
                <a:gd name="connsiteX5-2165" fmla="*/ 782862 w 963877"/>
                <a:gd name="connsiteY5-2166" fmla="*/ 23965 h 963935"/>
                <a:gd name="connsiteX6-2167" fmla="*/ 962888 w 963877"/>
                <a:gd name="connsiteY6-2168" fmla="*/ 317243 h 963935"/>
                <a:gd name="connsiteX7-2169" fmla="*/ 704863 w 963877"/>
                <a:gd name="connsiteY7-2170" fmla="*/ 623919 h 963935"/>
                <a:gd name="connsiteX8-2171" fmla="*/ 892817 w 963877"/>
                <a:gd name="connsiteY8-2172" fmla="*/ 839295 h 963935"/>
                <a:gd name="connsiteX0-2173" fmla="*/ 892817 w 963877"/>
                <a:gd name="connsiteY0-2174" fmla="*/ 848349 h 972989"/>
                <a:gd name="connsiteX1-2175" fmla="*/ 718048 w 963877"/>
                <a:gd name="connsiteY1-2176" fmla="*/ 970731 h 972989"/>
                <a:gd name="connsiteX2-2177" fmla="*/ 169062 w 963877"/>
                <a:gd name="connsiteY2-2178" fmla="*/ 871924 h 972989"/>
                <a:gd name="connsiteX3-2179" fmla="*/ 5522 w 963877"/>
                <a:gd name="connsiteY3-2180" fmla="*/ 454980 h 972989"/>
                <a:gd name="connsiteX4-2181" fmla="*/ 316076 w 963877"/>
                <a:gd name="connsiteY4-2182" fmla="*/ 69345 h 972989"/>
                <a:gd name="connsiteX5-2183" fmla="*/ 782862 w 963877"/>
                <a:gd name="connsiteY5-2184" fmla="*/ 33019 h 972989"/>
                <a:gd name="connsiteX6-2185" fmla="*/ 962888 w 963877"/>
                <a:gd name="connsiteY6-2186" fmla="*/ 326297 h 972989"/>
                <a:gd name="connsiteX7-2187" fmla="*/ 704863 w 963877"/>
                <a:gd name="connsiteY7-2188" fmla="*/ 632973 h 972989"/>
                <a:gd name="connsiteX8-2189" fmla="*/ 892817 w 963877"/>
                <a:gd name="connsiteY8-2190" fmla="*/ 848349 h 972989"/>
                <a:gd name="connsiteX0-2191" fmla="*/ 892726 w 963786"/>
                <a:gd name="connsiteY0-2192" fmla="*/ 848349 h 1000915"/>
                <a:gd name="connsiteX1-2193" fmla="*/ 717957 w 963786"/>
                <a:gd name="connsiteY1-2194" fmla="*/ 970731 h 1000915"/>
                <a:gd name="connsiteX2-2195" fmla="*/ 170718 w 963786"/>
                <a:gd name="connsiteY2-2196" fmla="*/ 955459 h 1000915"/>
                <a:gd name="connsiteX3-2197" fmla="*/ 5431 w 963786"/>
                <a:gd name="connsiteY3-2198" fmla="*/ 454980 h 1000915"/>
                <a:gd name="connsiteX4-2199" fmla="*/ 315985 w 963786"/>
                <a:gd name="connsiteY4-2200" fmla="*/ 69345 h 1000915"/>
                <a:gd name="connsiteX5-2201" fmla="*/ 782771 w 963786"/>
                <a:gd name="connsiteY5-2202" fmla="*/ 33019 h 1000915"/>
                <a:gd name="connsiteX6-2203" fmla="*/ 962797 w 963786"/>
                <a:gd name="connsiteY6-2204" fmla="*/ 326297 h 1000915"/>
                <a:gd name="connsiteX7-2205" fmla="*/ 704772 w 963786"/>
                <a:gd name="connsiteY7-2206" fmla="*/ 632973 h 1000915"/>
                <a:gd name="connsiteX8-2207" fmla="*/ 892726 w 963786"/>
                <a:gd name="connsiteY8-2208" fmla="*/ 848349 h 1000915"/>
                <a:gd name="connsiteX0-2209" fmla="*/ 891259 w 962319"/>
                <a:gd name="connsiteY0-2210" fmla="*/ 848349 h 1000295"/>
                <a:gd name="connsiteX1-2211" fmla="*/ 716490 w 962319"/>
                <a:gd name="connsiteY1-2212" fmla="*/ 970731 h 1000295"/>
                <a:gd name="connsiteX2-2213" fmla="*/ 207065 w 962319"/>
                <a:gd name="connsiteY2-2214" fmla="*/ 954494 h 1000295"/>
                <a:gd name="connsiteX3-2215" fmla="*/ 3964 w 962319"/>
                <a:gd name="connsiteY3-2216" fmla="*/ 454980 h 1000295"/>
                <a:gd name="connsiteX4-2217" fmla="*/ 314518 w 962319"/>
                <a:gd name="connsiteY4-2218" fmla="*/ 69345 h 1000295"/>
                <a:gd name="connsiteX5-2219" fmla="*/ 781304 w 962319"/>
                <a:gd name="connsiteY5-2220" fmla="*/ 33019 h 1000295"/>
                <a:gd name="connsiteX6-2221" fmla="*/ 961330 w 962319"/>
                <a:gd name="connsiteY6-2222" fmla="*/ 326297 h 1000295"/>
                <a:gd name="connsiteX7-2223" fmla="*/ 703305 w 962319"/>
                <a:gd name="connsiteY7-2224" fmla="*/ 632973 h 1000295"/>
                <a:gd name="connsiteX8-2225" fmla="*/ 891259 w 962319"/>
                <a:gd name="connsiteY8-2226" fmla="*/ 848349 h 1000295"/>
                <a:gd name="connsiteX0-2227" fmla="*/ 890960 w 962020"/>
                <a:gd name="connsiteY0-2228" fmla="*/ 848349 h 1012098"/>
                <a:gd name="connsiteX1-2229" fmla="*/ 646732 w 962020"/>
                <a:gd name="connsiteY1-2230" fmla="*/ 994582 h 1012098"/>
                <a:gd name="connsiteX2-2231" fmla="*/ 206766 w 962020"/>
                <a:gd name="connsiteY2-2232" fmla="*/ 954494 h 1012098"/>
                <a:gd name="connsiteX3-2233" fmla="*/ 3665 w 962020"/>
                <a:gd name="connsiteY3-2234" fmla="*/ 454980 h 1012098"/>
                <a:gd name="connsiteX4-2235" fmla="*/ 314219 w 962020"/>
                <a:gd name="connsiteY4-2236" fmla="*/ 69345 h 1012098"/>
                <a:gd name="connsiteX5-2237" fmla="*/ 781005 w 962020"/>
                <a:gd name="connsiteY5-2238" fmla="*/ 33019 h 1012098"/>
                <a:gd name="connsiteX6-2239" fmla="*/ 961031 w 962020"/>
                <a:gd name="connsiteY6-2240" fmla="*/ 326297 h 1012098"/>
                <a:gd name="connsiteX7-2241" fmla="*/ 703006 w 962020"/>
                <a:gd name="connsiteY7-2242" fmla="*/ 632973 h 1012098"/>
                <a:gd name="connsiteX8-2243" fmla="*/ 890960 w 962020"/>
                <a:gd name="connsiteY8-2244" fmla="*/ 848349 h 1012098"/>
                <a:gd name="connsiteX0-2245" fmla="*/ 890960 w 962020"/>
                <a:gd name="connsiteY0-2246" fmla="*/ 848349 h 1023661"/>
                <a:gd name="connsiteX1-2247" fmla="*/ 646732 w 962020"/>
                <a:gd name="connsiteY1-2248" fmla="*/ 994582 h 1023661"/>
                <a:gd name="connsiteX2-2249" fmla="*/ 206766 w 962020"/>
                <a:gd name="connsiteY2-2250" fmla="*/ 954494 h 1023661"/>
                <a:gd name="connsiteX3-2251" fmla="*/ 3665 w 962020"/>
                <a:gd name="connsiteY3-2252" fmla="*/ 454980 h 1023661"/>
                <a:gd name="connsiteX4-2253" fmla="*/ 314219 w 962020"/>
                <a:gd name="connsiteY4-2254" fmla="*/ 69345 h 1023661"/>
                <a:gd name="connsiteX5-2255" fmla="*/ 781005 w 962020"/>
                <a:gd name="connsiteY5-2256" fmla="*/ 33019 h 1023661"/>
                <a:gd name="connsiteX6-2257" fmla="*/ 961031 w 962020"/>
                <a:gd name="connsiteY6-2258" fmla="*/ 326297 h 1023661"/>
                <a:gd name="connsiteX7-2259" fmla="*/ 703006 w 962020"/>
                <a:gd name="connsiteY7-2260" fmla="*/ 632973 h 1023661"/>
                <a:gd name="connsiteX8-2261" fmla="*/ 890960 w 962020"/>
                <a:gd name="connsiteY8-2262" fmla="*/ 848349 h 1023661"/>
                <a:gd name="connsiteX0-2263" fmla="*/ 890960 w 962020"/>
                <a:gd name="connsiteY0-2264" fmla="*/ 848349 h 1023661"/>
                <a:gd name="connsiteX1-2265" fmla="*/ 646732 w 962020"/>
                <a:gd name="connsiteY1-2266" fmla="*/ 994582 h 1023661"/>
                <a:gd name="connsiteX2-2267" fmla="*/ 206766 w 962020"/>
                <a:gd name="connsiteY2-2268" fmla="*/ 954494 h 1023661"/>
                <a:gd name="connsiteX3-2269" fmla="*/ 3665 w 962020"/>
                <a:gd name="connsiteY3-2270" fmla="*/ 454980 h 1023661"/>
                <a:gd name="connsiteX4-2271" fmla="*/ 314219 w 962020"/>
                <a:gd name="connsiteY4-2272" fmla="*/ 69345 h 1023661"/>
                <a:gd name="connsiteX5-2273" fmla="*/ 781005 w 962020"/>
                <a:gd name="connsiteY5-2274" fmla="*/ 33019 h 1023661"/>
                <a:gd name="connsiteX6-2275" fmla="*/ 961031 w 962020"/>
                <a:gd name="connsiteY6-2276" fmla="*/ 326297 h 1023661"/>
                <a:gd name="connsiteX7-2277" fmla="*/ 703006 w 962020"/>
                <a:gd name="connsiteY7-2278" fmla="*/ 632973 h 1023661"/>
                <a:gd name="connsiteX8-2279" fmla="*/ 890960 w 962020"/>
                <a:gd name="connsiteY8-2280" fmla="*/ 848349 h 1023661"/>
                <a:gd name="connsiteX0-2281" fmla="*/ 833301 w 962020"/>
                <a:gd name="connsiteY0-2282" fmla="*/ 856128 h 1023661"/>
                <a:gd name="connsiteX1-2283" fmla="*/ 646732 w 962020"/>
                <a:gd name="connsiteY1-2284" fmla="*/ 994582 h 1023661"/>
                <a:gd name="connsiteX2-2285" fmla="*/ 206766 w 962020"/>
                <a:gd name="connsiteY2-2286" fmla="*/ 954494 h 1023661"/>
                <a:gd name="connsiteX3-2287" fmla="*/ 3665 w 962020"/>
                <a:gd name="connsiteY3-2288" fmla="*/ 454980 h 1023661"/>
                <a:gd name="connsiteX4-2289" fmla="*/ 314219 w 962020"/>
                <a:gd name="connsiteY4-2290" fmla="*/ 69345 h 1023661"/>
                <a:gd name="connsiteX5-2291" fmla="*/ 781005 w 962020"/>
                <a:gd name="connsiteY5-2292" fmla="*/ 33019 h 1023661"/>
                <a:gd name="connsiteX6-2293" fmla="*/ 961031 w 962020"/>
                <a:gd name="connsiteY6-2294" fmla="*/ 326297 h 1023661"/>
                <a:gd name="connsiteX7-2295" fmla="*/ 703006 w 962020"/>
                <a:gd name="connsiteY7-2296" fmla="*/ 632973 h 1023661"/>
                <a:gd name="connsiteX8-2297" fmla="*/ 833301 w 962020"/>
                <a:gd name="connsiteY8-2298" fmla="*/ 856128 h 1023661"/>
                <a:gd name="connsiteX0-2299" fmla="*/ 820294 w 962020"/>
                <a:gd name="connsiteY0-2300" fmla="*/ 848574 h 1023661"/>
                <a:gd name="connsiteX1-2301" fmla="*/ 646732 w 962020"/>
                <a:gd name="connsiteY1-2302" fmla="*/ 994582 h 1023661"/>
                <a:gd name="connsiteX2-2303" fmla="*/ 206766 w 962020"/>
                <a:gd name="connsiteY2-2304" fmla="*/ 954494 h 1023661"/>
                <a:gd name="connsiteX3-2305" fmla="*/ 3665 w 962020"/>
                <a:gd name="connsiteY3-2306" fmla="*/ 454980 h 1023661"/>
                <a:gd name="connsiteX4-2307" fmla="*/ 314219 w 962020"/>
                <a:gd name="connsiteY4-2308" fmla="*/ 69345 h 1023661"/>
                <a:gd name="connsiteX5-2309" fmla="*/ 781005 w 962020"/>
                <a:gd name="connsiteY5-2310" fmla="*/ 33019 h 1023661"/>
                <a:gd name="connsiteX6-2311" fmla="*/ 961031 w 962020"/>
                <a:gd name="connsiteY6-2312" fmla="*/ 326297 h 1023661"/>
                <a:gd name="connsiteX7-2313" fmla="*/ 703006 w 962020"/>
                <a:gd name="connsiteY7-2314" fmla="*/ 632973 h 1023661"/>
                <a:gd name="connsiteX8-2315" fmla="*/ 820294 w 962020"/>
                <a:gd name="connsiteY8-2316" fmla="*/ 848574 h 1023661"/>
                <a:gd name="connsiteX0-2317" fmla="*/ 820294 w 962020"/>
                <a:gd name="connsiteY0-2318" fmla="*/ 848574 h 1023661"/>
                <a:gd name="connsiteX1-2319" fmla="*/ 646732 w 962020"/>
                <a:gd name="connsiteY1-2320" fmla="*/ 994582 h 1023661"/>
                <a:gd name="connsiteX2-2321" fmla="*/ 206766 w 962020"/>
                <a:gd name="connsiteY2-2322" fmla="*/ 954494 h 1023661"/>
                <a:gd name="connsiteX3-2323" fmla="*/ 3665 w 962020"/>
                <a:gd name="connsiteY3-2324" fmla="*/ 454980 h 1023661"/>
                <a:gd name="connsiteX4-2325" fmla="*/ 314219 w 962020"/>
                <a:gd name="connsiteY4-2326" fmla="*/ 69345 h 1023661"/>
                <a:gd name="connsiteX5-2327" fmla="*/ 781005 w 962020"/>
                <a:gd name="connsiteY5-2328" fmla="*/ 33019 h 1023661"/>
                <a:gd name="connsiteX6-2329" fmla="*/ 961031 w 962020"/>
                <a:gd name="connsiteY6-2330" fmla="*/ 326297 h 1023661"/>
                <a:gd name="connsiteX7-2331" fmla="*/ 704549 w 962020"/>
                <a:gd name="connsiteY7-2332" fmla="*/ 638453 h 1023661"/>
                <a:gd name="connsiteX8-2333" fmla="*/ 820294 w 962020"/>
                <a:gd name="connsiteY8-2334" fmla="*/ 848574 h 1023661"/>
                <a:gd name="connsiteX0-2335" fmla="*/ 820294 w 879922"/>
                <a:gd name="connsiteY0-2336" fmla="*/ 848574 h 1023661"/>
                <a:gd name="connsiteX1-2337" fmla="*/ 646732 w 879922"/>
                <a:gd name="connsiteY1-2338" fmla="*/ 994582 h 1023661"/>
                <a:gd name="connsiteX2-2339" fmla="*/ 206766 w 879922"/>
                <a:gd name="connsiteY2-2340" fmla="*/ 954494 h 1023661"/>
                <a:gd name="connsiteX3-2341" fmla="*/ 3665 w 879922"/>
                <a:gd name="connsiteY3-2342" fmla="*/ 454980 h 1023661"/>
                <a:gd name="connsiteX4-2343" fmla="*/ 314219 w 879922"/>
                <a:gd name="connsiteY4-2344" fmla="*/ 69345 h 1023661"/>
                <a:gd name="connsiteX5-2345" fmla="*/ 781005 w 879922"/>
                <a:gd name="connsiteY5-2346" fmla="*/ 33019 h 1023661"/>
                <a:gd name="connsiteX6-2347" fmla="*/ 857717 w 879922"/>
                <a:gd name="connsiteY6-2348" fmla="*/ 403840 h 1023661"/>
                <a:gd name="connsiteX7-2349" fmla="*/ 704549 w 879922"/>
                <a:gd name="connsiteY7-2350" fmla="*/ 638453 h 1023661"/>
                <a:gd name="connsiteX8-2351" fmla="*/ 820294 w 879922"/>
                <a:gd name="connsiteY8-2352" fmla="*/ 848574 h 1023661"/>
                <a:gd name="connsiteX0-2353" fmla="*/ 820294 w 859397"/>
                <a:gd name="connsiteY0-2354" fmla="*/ 817587 h 992674"/>
                <a:gd name="connsiteX1-2355" fmla="*/ 646732 w 859397"/>
                <a:gd name="connsiteY1-2356" fmla="*/ 963595 h 992674"/>
                <a:gd name="connsiteX2-2357" fmla="*/ 206766 w 859397"/>
                <a:gd name="connsiteY2-2358" fmla="*/ 923507 h 992674"/>
                <a:gd name="connsiteX3-2359" fmla="*/ 3665 w 859397"/>
                <a:gd name="connsiteY3-2360" fmla="*/ 423993 h 992674"/>
                <a:gd name="connsiteX4-2361" fmla="*/ 314219 w 859397"/>
                <a:gd name="connsiteY4-2362" fmla="*/ 38358 h 992674"/>
                <a:gd name="connsiteX5-2363" fmla="*/ 699079 w 859397"/>
                <a:gd name="connsiteY5-2364" fmla="*/ 78241 h 992674"/>
                <a:gd name="connsiteX6-2365" fmla="*/ 857717 w 859397"/>
                <a:gd name="connsiteY6-2366" fmla="*/ 372853 h 992674"/>
                <a:gd name="connsiteX7-2367" fmla="*/ 704549 w 859397"/>
                <a:gd name="connsiteY7-2368" fmla="*/ 607466 h 992674"/>
                <a:gd name="connsiteX8-2369" fmla="*/ 820294 w 859397"/>
                <a:gd name="connsiteY8-2370" fmla="*/ 817587 h 992674"/>
                <a:gd name="connsiteX0-2371" fmla="*/ 820294 w 864475"/>
                <a:gd name="connsiteY0-2372" fmla="*/ 821277 h 996364"/>
                <a:gd name="connsiteX1-2373" fmla="*/ 646732 w 864475"/>
                <a:gd name="connsiteY1-2374" fmla="*/ 967285 h 996364"/>
                <a:gd name="connsiteX2-2375" fmla="*/ 206766 w 864475"/>
                <a:gd name="connsiteY2-2376" fmla="*/ 927197 h 996364"/>
                <a:gd name="connsiteX3-2377" fmla="*/ 3665 w 864475"/>
                <a:gd name="connsiteY3-2378" fmla="*/ 427683 h 996364"/>
                <a:gd name="connsiteX4-2379" fmla="*/ 314219 w 864475"/>
                <a:gd name="connsiteY4-2380" fmla="*/ 42048 h 996364"/>
                <a:gd name="connsiteX5-2381" fmla="*/ 738769 w 864475"/>
                <a:gd name="connsiteY5-2382" fmla="*/ 68302 h 996364"/>
                <a:gd name="connsiteX6-2383" fmla="*/ 857717 w 864475"/>
                <a:gd name="connsiteY6-2384" fmla="*/ 376543 h 996364"/>
                <a:gd name="connsiteX7-2385" fmla="*/ 704549 w 864475"/>
                <a:gd name="connsiteY7-2386" fmla="*/ 611156 h 996364"/>
                <a:gd name="connsiteX8-2387" fmla="*/ 820294 w 864475"/>
                <a:gd name="connsiteY8-2388" fmla="*/ 821277 h 996364"/>
                <a:gd name="connsiteX0-2389" fmla="*/ 820294 w 864475"/>
                <a:gd name="connsiteY0-2390" fmla="*/ 821277 h 996364"/>
                <a:gd name="connsiteX1-2391" fmla="*/ 646732 w 864475"/>
                <a:gd name="connsiteY1-2392" fmla="*/ 967285 h 996364"/>
                <a:gd name="connsiteX2-2393" fmla="*/ 206766 w 864475"/>
                <a:gd name="connsiteY2-2394" fmla="*/ 927197 h 996364"/>
                <a:gd name="connsiteX3-2395" fmla="*/ 3665 w 864475"/>
                <a:gd name="connsiteY3-2396" fmla="*/ 427683 h 996364"/>
                <a:gd name="connsiteX4-2397" fmla="*/ 314219 w 864475"/>
                <a:gd name="connsiteY4-2398" fmla="*/ 42048 h 996364"/>
                <a:gd name="connsiteX5-2399" fmla="*/ 738769 w 864475"/>
                <a:gd name="connsiteY5-2400" fmla="*/ 68302 h 996364"/>
                <a:gd name="connsiteX6-2401" fmla="*/ 857717 w 864475"/>
                <a:gd name="connsiteY6-2402" fmla="*/ 376543 h 996364"/>
                <a:gd name="connsiteX7-2403" fmla="*/ 704549 w 864475"/>
                <a:gd name="connsiteY7-2404" fmla="*/ 611156 h 996364"/>
                <a:gd name="connsiteX8-2405" fmla="*/ 820294 w 864475"/>
                <a:gd name="connsiteY8-2406" fmla="*/ 821277 h 996364"/>
                <a:gd name="connsiteX0-2407" fmla="*/ 820294 w 864475"/>
                <a:gd name="connsiteY0-2408" fmla="*/ 821277 h 996364"/>
                <a:gd name="connsiteX1-2409" fmla="*/ 646732 w 864475"/>
                <a:gd name="connsiteY1-2410" fmla="*/ 967285 h 996364"/>
                <a:gd name="connsiteX2-2411" fmla="*/ 206766 w 864475"/>
                <a:gd name="connsiteY2-2412" fmla="*/ 927197 h 996364"/>
                <a:gd name="connsiteX3-2413" fmla="*/ 3665 w 864475"/>
                <a:gd name="connsiteY3-2414" fmla="*/ 427683 h 996364"/>
                <a:gd name="connsiteX4-2415" fmla="*/ 314219 w 864475"/>
                <a:gd name="connsiteY4-2416" fmla="*/ 42048 h 996364"/>
                <a:gd name="connsiteX5-2417" fmla="*/ 738769 w 864475"/>
                <a:gd name="connsiteY5-2418" fmla="*/ 68302 h 996364"/>
                <a:gd name="connsiteX6-2419" fmla="*/ 857717 w 864475"/>
                <a:gd name="connsiteY6-2420" fmla="*/ 376543 h 996364"/>
                <a:gd name="connsiteX7-2421" fmla="*/ 689331 w 864475"/>
                <a:gd name="connsiteY7-2422" fmla="*/ 634410 h 996364"/>
                <a:gd name="connsiteX8-2423" fmla="*/ 820294 w 864475"/>
                <a:gd name="connsiteY8-2424" fmla="*/ 821277 h 996364"/>
                <a:gd name="connsiteX0-2425" fmla="*/ 820294 w 864475"/>
                <a:gd name="connsiteY0-2426" fmla="*/ 821277 h 996364"/>
                <a:gd name="connsiteX1-2427" fmla="*/ 646732 w 864475"/>
                <a:gd name="connsiteY1-2428" fmla="*/ 967285 h 996364"/>
                <a:gd name="connsiteX2-2429" fmla="*/ 206766 w 864475"/>
                <a:gd name="connsiteY2-2430" fmla="*/ 927197 h 996364"/>
                <a:gd name="connsiteX3-2431" fmla="*/ 3665 w 864475"/>
                <a:gd name="connsiteY3-2432" fmla="*/ 427683 h 996364"/>
                <a:gd name="connsiteX4-2433" fmla="*/ 314219 w 864475"/>
                <a:gd name="connsiteY4-2434" fmla="*/ 42048 h 996364"/>
                <a:gd name="connsiteX5-2435" fmla="*/ 738769 w 864475"/>
                <a:gd name="connsiteY5-2436" fmla="*/ 68302 h 996364"/>
                <a:gd name="connsiteX6-2437" fmla="*/ 857717 w 864475"/>
                <a:gd name="connsiteY6-2438" fmla="*/ 376543 h 996364"/>
                <a:gd name="connsiteX7-2439" fmla="*/ 689331 w 864475"/>
                <a:gd name="connsiteY7-2440" fmla="*/ 634410 h 996364"/>
                <a:gd name="connsiteX8-2441" fmla="*/ 820294 w 864475"/>
                <a:gd name="connsiteY8-2442" fmla="*/ 821277 h 996364"/>
                <a:gd name="connsiteX0-2443" fmla="*/ 820294 w 854717"/>
                <a:gd name="connsiteY0-2444" fmla="*/ 821277 h 996364"/>
                <a:gd name="connsiteX1-2445" fmla="*/ 646732 w 854717"/>
                <a:gd name="connsiteY1-2446" fmla="*/ 967285 h 996364"/>
                <a:gd name="connsiteX2-2447" fmla="*/ 206766 w 854717"/>
                <a:gd name="connsiteY2-2448" fmla="*/ 927197 h 996364"/>
                <a:gd name="connsiteX3-2449" fmla="*/ 3665 w 854717"/>
                <a:gd name="connsiteY3-2450" fmla="*/ 427683 h 996364"/>
                <a:gd name="connsiteX4-2451" fmla="*/ 314219 w 854717"/>
                <a:gd name="connsiteY4-2452" fmla="*/ 42048 h 996364"/>
                <a:gd name="connsiteX5-2453" fmla="*/ 738769 w 854717"/>
                <a:gd name="connsiteY5-2454" fmla="*/ 68302 h 996364"/>
                <a:gd name="connsiteX6-2455" fmla="*/ 844170 w 854717"/>
                <a:gd name="connsiteY6-2456" fmla="*/ 309078 h 996364"/>
                <a:gd name="connsiteX7-2457" fmla="*/ 689331 w 854717"/>
                <a:gd name="connsiteY7-2458" fmla="*/ 634410 h 996364"/>
                <a:gd name="connsiteX8-2459" fmla="*/ 820294 w 854717"/>
                <a:gd name="connsiteY8-2460" fmla="*/ 821277 h 996364"/>
                <a:gd name="connsiteX0-2461" fmla="*/ 820294 w 859223"/>
                <a:gd name="connsiteY0-2462" fmla="*/ 821277 h 996364"/>
                <a:gd name="connsiteX1-2463" fmla="*/ 646732 w 859223"/>
                <a:gd name="connsiteY1-2464" fmla="*/ 967285 h 996364"/>
                <a:gd name="connsiteX2-2465" fmla="*/ 206766 w 859223"/>
                <a:gd name="connsiteY2-2466" fmla="*/ 927197 h 996364"/>
                <a:gd name="connsiteX3-2467" fmla="*/ 3665 w 859223"/>
                <a:gd name="connsiteY3-2468" fmla="*/ 427683 h 996364"/>
                <a:gd name="connsiteX4-2469" fmla="*/ 314219 w 859223"/>
                <a:gd name="connsiteY4-2470" fmla="*/ 42048 h 996364"/>
                <a:gd name="connsiteX5-2471" fmla="*/ 738769 w 859223"/>
                <a:gd name="connsiteY5-2472" fmla="*/ 68302 h 996364"/>
                <a:gd name="connsiteX6-2473" fmla="*/ 844170 w 859223"/>
                <a:gd name="connsiteY6-2474" fmla="*/ 309078 h 996364"/>
                <a:gd name="connsiteX7-2475" fmla="*/ 689331 w 859223"/>
                <a:gd name="connsiteY7-2476" fmla="*/ 634410 h 996364"/>
                <a:gd name="connsiteX8-2477" fmla="*/ 820294 w 859223"/>
                <a:gd name="connsiteY8-2478" fmla="*/ 821277 h 996364"/>
                <a:gd name="connsiteX0-2479" fmla="*/ 820294 w 859223"/>
                <a:gd name="connsiteY0-2480" fmla="*/ 821277 h 996364"/>
                <a:gd name="connsiteX1-2481" fmla="*/ 646732 w 859223"/>
                <a:gd name="connsiteY1-2482" fmla="*/ 967285 h 996364"/>
                <a:gd name="connsiteX2-2483" fmla="*/ 206766 w 859223"/>
                <a:gd name="connsiteY2-2484" fmla="*/ 927197 h 996364"/>
                <a:gd name="connsiteX3-2485" fmla="*/ 3665 w 859223"/>
                <a:gd name="connsiteY3-2486" fmla="*/ 427683 h 996364"/>
                <a:gd name="connsiteX4-2487" fmla="*/ 314219 w 859223"/>
                <a:gd name="connsiteY4-2488" fmla="*/ 42048 h 996364"/>
                <a:gd name="connsiteX5-2489" fmla="*/ 738769 w 859223"/>
                <a:gd name="connsiteY5-2490" fmla="*/ 68302 h 996364"/>
                <a:gd name="connsiteX6-2491" fmla="*/ 844170 w 859223"/>
                <a:gd name="connsiteY6-2492" fmla="*/ 309078 h 996364"/>
                <a:gd name="connsiteX7-2493" fmla="*/ 689331 w 859223"/>
                <a:gd name="connsiteY7-2494" fmla="*/ 634410 h 996364"/>
                <a:gd name="connsiteX8-2495" fmla="*/ 820294 w 859223"/>
                <a:gd name="connsiteY8-2496" fmla="*/ 821277 h 996364"/>
                <a:gd name="connsiteX0-2497" fmla="*/ 820294 w 854278"/>
                <a:gd name="connsiteY0-2498" fmla="*/ 821277 h 996364"/>
                <a:gd name="connsiteX1-2499" fmla="*/ 646732 w 854278"/>
                <a:gd name="connsiteY1-2500" fmla="*/ 967285 h 996364"/>
                <a:gd name="connsiteX2-2501" fmla="*/ 206766 w 854278"/>
                <a:gd name="connsiteY2-2502" fmla="*/ 927197 h 996364"/>
                <a:gd name="connsiteX3-2503" fmla="*/ 3665 w 854278"/>
                <a:gd name="connsiteY3-2504" fmla="*/ 427683 h 996364"/>
                <a:gd name="connsiteX4-2505" fmla="*/ 314219 w 854278"/>
                <a:gd name="connsiteY4-2506" fmla="*/ 42048 h 996364"/>
                <a:gd name="connsiteX5-2507" fmla="*/ 738769 w 854278"/>
                <a:gd name="connsiteY5-2508" fmla="*/ 68302 h 996364"/>
                <a:gd name="connsiteX6-2509" fmla="*/ 844170 w 854278"/>
                <a:gd name="connsiteY6-2510" fmla="*/ 309078 h 996364"/>
                <a:gd name="connsiteX7-2511" fmla="*/ 689331 w 854278"/>
                <a:gd name="connsiteY7-2512" fmla="*/ 634410 h 996364"/>
                <a:gd name="connsiteX8-2513" fmla="*/ 820294 w 854278"/>
                <a:gd name="connsiteY8-2514" fmla="*/ 821277 h 996364"/>
                <a:gd name="connsiteX0-2515" fmla="*/ 805221 w 839205"/>
                <a:gd name="connsiteY0-2516" fmla="*/ 821277 h 993483"/>
                <a:gd name="connsiteX1-2517" fmla="*/ 631659 w 839205"/>
                <a:gd name="connsiteY1-2518" fmla="*/ 967285 h 993483"/>
                <a:gd name="connsiteX2-2519" fmla="*/ 191693 w 839205"/>
                <a:gd name="connsiteY2-2520" fmla="*/ 927197 h 993483"/>
                <a:gd name="connsiteX3-2521" fmla="*/ 4016 w 839205"/>
                <a:gd name="connsiteY3-2522" fmla="*/ 482484 h 993483"/>
                <a:gd name="connsiteX4-2523" fmla="*/ 299146 w 839205"/>
                <a:gd name="connsiteY4-2524" fmla="*/ 42048 h 993483"/>
                <a:gd name="connsiteX5-2525" fmla="*/ 723696 w 839205"/>
                <a:gd name="connsiteY5-2526" fmla="*/ 68302 h 993483"/>
                <a:gd name="connsiteX6-2527" fmla="*/ 829097 w 839205"/>
                <a:gd name="connsiteY6-2528" fmla="*/ 309078 h 993483"/>
                <a:gd name="connsiteX7-2529" fmla="*/ 674258 w 839205"/>
                <a:gd name="connsiteY7-2530" fmla="*/ 634410 h 993483"/>
                <a:gd name="connsiteX8-2531" fmla="*/ 805221 w 839205"/>
                <a:gd name="connsiteY8-2532" fmla="*/ 821277 h 993483"/>
                <a:gd name="connsiteX0-2533" fmla="*/ 810061 w 844045"/>
                <a:gd name="connsiteY0-2534" fmla="*/ 821277 h 993397"/>
                <a:gd name="connsiteX1-2535" fmla="*/ 636499 w 844045"/>
                <a:gd name="connsiteY1-2536" fmla="*/ 967285 h 993397"/>
                <a:gd name="connsiteX2-2537" fmla="*/ 196533 w 844045"/>
                <a:gd name="connsiteY2-2538" fmla="*/ 927197 h 993397"/>
                <a:gd name="connsiteX3-2539" fmla="*/ 3895 w 844045"/>
                <a:gd name="connsiteY3-2540" fmla="*/ 484188 h 993397"/>
                <a:gd name="connsiteX4-2541" fmla="*/ 303986 w 844045"/>
                <a:gd name="connsiteY4-2542" fmla="*/ 42048 h 993397"/>
                <a:gd name="connsiteX5-2543" fmla="*/ 728536 w 844045"/>
                <a:gd name="connsiteY5-2544" fmla="*/ 68302 h 993397"/>
                <a:gd name="connsiteX6-2545" fmla="*/ 833937 w 844045"/>
                <a:gd name="connsiteY6-2546" fmla="*/ 309078 h 993397"/>
                <a:gd name="connsiteX7-2547" fmla="*/ 679098 w 844045"/>
                <a:gd name="connsiteY7-2548" fmla="*/ 634410 h 993397"/>
                <a:gd name="connsiteX8-2549" fmla="*/ 810061 w 844045"/>
                <a:gd name="connsiteY8-2550" fmla="*/ 821277 h 993397"/>
                <a:gd name="connsiteX0-2551" fmla="*/ 810061 w 844045"/>
                <a:gd name="connsiteY0-2552" fmla="*/ 825239 h 997359"/>
                <a:gd name="connsiteX1-2553" fmla="*/ 636499 w 844045"/>
                <a:gd name="connsiteY1-2554" fmla="*/ 971247 h 997359"/>
                <a:gd name="connsiteX2-2555" fmla="*/ 196533 w 844045"/>
                <a:gd name="connsiteY2-2556" fmla="*/ 931159 h 997359"/>
                <a:gd name="connsiteX3-2557" fmla="*/ 3895 w 844045"/>
                <a:gd name="connsiteY3-2558" fmla="*/ 488150 h 997359"/>
                <a:gd name="connsiteX4-2559" fmla="*/ 303986 w 844045"/>
                <a:gd name="connsiteY4-2560" fmla="*/ 46010 h 997359"/>
                <a:gd name="connsiteX5-2561" fmla="*/ 728536 w 844045"/>
                <a:gd name="connsiteY5-2562" fmla="*/ 72264 h 997359"/>
                <a:gd name="connsiteX6-2563" fmla="*/ 833937 w 844045"/>
                <a:gd name="connsiteY6-2564" fmla="*/ 313040 h 997359"/>
                <a:gd name="connsiteX7-2565" fmla="*/ 679098 w 844045"/>
                <a:gd name="connsiteY7-2566" fmla="*/ 638372 h 997359"/>
                <a:gd name="connsiteX8-2567" fmla="*/ 810061 w 844045"/>
                <a:gd name="connsiteY8-2568" fmla="*/ 825239 h 997359"/>
                <a:gd name="connsiteX0-2569" fmla="*/ 810061 w 837826"/>
                <a:gd name="connsiteY0-2570" fmla="*/ 825239 h 997359"/>
                <a:gd name="connsiteX1-2571" fmla="*/ 636499 w 837826"/>
                <a:gd name="connsiteY1-2572" fmla="*/ 971247 h 997359"/>
                <a:gd name="connsiteX2-2573" fmla="*/ 196533 w 837826"/>
                <a:gd name="connsiteY2-2574" fmla="*/ 931159 h 997359"/>
                <a:gd name="connsiteX3-2575" fmla="*/ 3895 w 837826"/>
                <a:gd name="connsiteY3-2576" fmla="*/ 488150 h 997359"/>
                <a:gd name="connsiteX4-2577" fmla="*/ 303986 w 837826"/>
                <a:gd name="connsiteY4-2578" fmla="*/ 46010 h 997359"/>
                <a:gd name="connsiteX5-2579" fmla="*/ 728536 w 837826"/>
                <a:gd name="connsiteY5-2580" fmla="*/ 72264 h 997359"/>
                <a:gd name="connsiteX6-2581" fmla="*/ 833937 w 837826"/>
                <a:gd name="connsiteY6-2582" fmla="*/ 313040 h 997359"/>
                <a:gd name="connsiteX7-2583" fmla="*/ 679098 w 837826"/>
                <a:gd name="connsiteY7-2584" fmla="*/ 638372 h 997359"/>
                <a:gd name="connsiteX8-2585" fmla="*/ 810061 w 837826"/>
                <a:gd name="connsiteY8-2586" fmla="*/ 825239 h 997359"/>
                <a:gd name="connsiteX0-2587" fmla="*/ 810061 w 839752"/>
                <a:gd name="connsiteY0-2588" fmla="*/ 825239 h 997359"/>
                <a:gd name="connsiteX1-2589" fmla="*/ 636499 w 839752"/>
                <a:gd name="connsiteY1-2590" fmla="*/ 971247 h 997359"/>
                <a:gd name="connsiteX2-2591" fmla="*/ 196533 w 839752"/>
                <a:gd name="connsiteY2-2592" fmla="*/ 931159 h 997359"/>
                <a:gd name="connsiteX3-2593" fmla="*/ 3895 w 839752"/>
                <a:gd name="connsiteY3-2594" fmla="*/ 488150 h 997359"/>
                <a:gd name="connsiteX4-2595" fmla="*/ 303986 w 839752"/>
                <a:gd name="connsiteY4-2596" fmla="*/ 46010 h 997359"/>
                <a:gd name="connsiteX5-2597" fmla="*/ 728536 w 839752"/>
                <a:gd name="connsiteY5-2598" fmla="*/ 72264 h 997359"/>
                <a:gd name="connsiteX6-2599" fmla="*/ 833937 w 839752"/>
                <a:gd name="connsiteY6-2600" fmla="*/ 313040 h 997359"/>
                <a:gd name="connsiteX7-2601" fmla="*/ 679098 w 839752"/>
                <a:gd name="connsiteY7-2602" fmla="*/ 638372 h 997359"/>
                <a:gd name="connsiteX8-2603" fmla="*/ 810061 w 839752"/>
                <a:gd name="connsiteY8-2604" fmla="*/ 825239 h 997359"/>
                <a:gd name="connsiteX0-2605" fmla="*/ 810061 w 835020"/>
                <a:gd name="connsiteY0-2606" fmla="*/ 825239 h 997359"/>
                <a:gd name="connsiteX1-2607" fmla="*/ 636499 w 835020"/>
                <a:gd name="connsiteY1-2608" fmla="*/ 971247 h 997359"/>
                <a:gd name="connsiteX2-2609" fmla="*/ 196533 w 835020"/>
                <a:gd name="connsiteY2-2610" fmla="*/ 931159 h 997359"/>
                <a:gd name="connsiteX3-2611" fmla="*/ 3895 w 835020"/>
                <a:gd name="connsiteY3-2612" fmla="*/ 488150 h 997359"/>
                <a:gd name="connsiteX4-2613" fmla="*/ 303986 w 835020"/>
                <a:gd name="connsiteY4-2614" fmla="*/ 46010 h 997359"/>
                <a:gd name="connsiteX5-2615" fmla="*/ 728536 w 835020"/>
                <a:gd name="connsiteY5-2616" fmla="*/ 72264 h 997359"/>
                <a:gd name="connsiteX6-2617" fmla="*/ 833937 w 835020"/>
                <a:gd name="connsiteY6-2618" fmla="*/ 313040 h 997359"/>
                <a:gd name="connsiteX7-2619" fmla="*/ 679098 w 835020"/>
                <a:gd name="connsiteY7-2620" fmla="*/ 638372 h 997359"/>
                <a:gd name="connsiteX8-2621" fmla="*/ 810061 w 835020"/>
                <a:gd name="connsiteY8-2622" fmla="*/ 825239 h 99735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119" y="connsiteY6-120"/>
                </a:cxn>
                <a:cxn ang="0">
                  <a:pos x="connsiteX7-135" y="connsiteY7-136"/>
                </a:cxn>
                <a:cxn ang="0">
                  <a:pos x="connsiteX8-153" y="connsiteY8-154"/>
                </a:cxn>
              </a:cxnLst>
              <a:rect l="l" t="t" r="r" b="b"/>
              <a:pathLst>
                <a:path w="835020" h="997359">
                  <a:moveTo>
                    <a:pt x="810061" y="825239"/>
                  </a:moveTo>
                  <a:cubicBezTo>
                    <a:pt x="802535" y="892973"/>
                    <a:pt x="793128" y="921694"/>
                    <a:pt x="636499" y="971247"/>
                  </a:cubicBezTo>
                  <a:cubicBezTo>
                    <a:pt x="509639" y="1010579"/>
                    <a:pt x="301967" y="1011675"/>
                    <a:pt x="196533" y="931159"/>
                  </a:cubicBezTo>
                  <a:cubicBezTo>
                    <a:pt x="91099" y="850643"/>
                    <a:pt x="-22619" y="627826"/>
                    <a:pt x="3895" y="488150"/>
                  </a:cubicBezTo>
                  <a:cubicBezTo>
                    <a:pt x="44850" y="274277"/>
                    <a:pt x="141406" y="135380"/>
                    <a:pt x="303986" y="46010"/>
                  </a:cubicBezTo>
                  <a:cubicBezTo>
                    <a:pt x="508213" y="-39080"/>
                    <a:pt x="629281" y="8213"/>
                    <a:pt x="728536" y="72264"/>
                  </a:cubicBezTo>
                  <a:cubicBezTo>
                    <a:pt x="818540" y="136504"/>
                    <a:pt x="840518" y="268354"/>
                    <a:pt x="833937" y="313040"/>
                  </a:cubicBezTo>
                  <a:cubicBezTo>
                    <a:pt x="812993" y="400119"/>
                    <a:pt x="656854" y="435873"/>
                    <a:pt x="679098" y="638372"/>
                  </a:cubicBezTo>
                  <a:cubicBezTo>
                    <a:pt x="735190" y="778476"/>
                    <a:pt x="812351" y="709408"/>
                    <a:pt x="810061" y="825239"/>
                  </a:cubicBezTo>
                  <a:close/>
                </a:path>
              </a:pathLst>
            </a:custGeom>
            <a:noFill/>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chemeClr val="dk1"/>
                </a:solidFill>
                <a:effectLst/>
                <a:uLnTx/>
                <a:uFillTx/>
                <a:latin typeface="+mn-lt"/>
                <a:ea typeface="+mn-ea"/>
                <a:cs typeface="+mn-cs"/>
              </a:endParaRPr>
            </a:p>
          </p:txBody>
        </p:sp>
        <p:sp>
          <p:nvSpPr>
            <p:cNvPr id="18" name="文本框 17"/>
            <p:cNvSpPr txBox="1"/>
            <p:nvPr/>
          </p:nvSpPr>
          <p:spPr>
            <a:xfrm>
              <a:off x="5781739" y="2523576"/>
              <a:ext cx="1772280" cy="400109"/>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en-US" altLang="zh-CN" sz="1350" kern="1200" cap="none" spc="0" normalizeH="0" baseline="0" noProof="0" dirty="0">
                  <a:latin typeface="Times" panose="02020603060405020304" pitchFamily="18" charset="0"/>
                  <a:ea typeface="楷体" pitchFamily="49" charset="-122"/>
                  <a:cs typeface="+mn-cs"/>
                </a:rPr>
                <a:t>(c)  </a:t>
              </a:r>
              <a:r>
                <a:rPr kumimoji="0" lang="zh-CN" altLang="en-US" sz="1350" kern="1200" cap="none" spc="0" normalizeH="0" baseline="0" noProof="0" dirty="0">
                  <a:latin typeface="Times" panose="02020603060405020304" pitchFamily="18" charset="0"/>
                  <a:ea typeface="楷体" pitchFamily="49" charset="-122"/>
                  <a:cs typeface="+mn-cs"/>
                </a:rPr>
                <a:t>表示的原因</a:t>
              </a:r>
              <a:endParaRPr kumimoji="0" lang="zh-CN" altLang="en-US" sz="1350" kern="1200" cap="none" spc="0" normalizeH="0" baseline="0" noProof="0" dirty="0">
                <a:latin typeface="Times" panose="02020603060405020304" pitchFamily="18" charset="0"/>
                <a:ea typeface="楷体" pitchFamily="49" charset="-122"/>
                <a:cs typeface="+mn-cs"/>
              </a:endParaRPr>
            </a:p>
          </p:txBody>
        </p:sp>
      </p:grpSp>
      <p:sp>
        <p:nvSpPr>
          <p:cNvPr id="22" name="文本框 21"/>
          <p:cNvSpPr txBox="1"/>
          <p:nvPr/>
        </p:nvSpPr>
        <p:spPr>
          <a:xfrm>
            <a:off x="1897063" y="2232025"/>
            <a:ext cx="1397000"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zh-CN" altLang="en-US" sz="1350" kern="1200" cap="none" spc="0" normalizeH="0" baseline="0" noProof="0" dirty="0">
                <a:solidFill>
                  <a:srgbClr val="FF0000"/>
                </a:solidFill>
                <a:latin typeface="楷体" pitchFamily="49" charset="-122"/>
                <a:ea typeface="楷体" pitchFamily="49" charset="-122"/>
                <a:cs typeface="+mn-cs"/>
              </a:rPr>
              <a:t>同等性能的假设</a:t>
            </a:r>
            <a:endParaRPr kumimoji="0" lang="zh-CN" altLang="en-US" sz="1350" kern="1200" cap="none" spc="0" normalizeH="0" baseline="0" noProof="0" dirty="0">
              <a:solidFill>
                <a:srgbClr val="FF0000"/>
              </a:solidFill>
              <a:latin typeface="楷体" pitchFamily="49" charset="-122"/>
              <a:ea typeface="楷体" pitchFamily="49" charset="-122"/>
              <a:cs typeface="+mn-cs"/>
            </a:endParaRPr>
          </a:p>
        </p:txBody>
      </p:sp>
      <p:cxnSp>
        <p:nvCxnSpPr>
          <p:cNvPr id="24" name="直接箭头连接符 23"/>
          <p:cNvCxnSpPr>
            <a:stCxn id="22" idx="2"/>
          </p:cNvCxnSpPr>
          <p:nvPr/>
        </p:nvCxnSpPr>
        <p:spPr>
          <a:xfrm flipH="1">
            <a:off x="2273300" y="2532063"/>
            <a:ext cx="322263" cy="325438"/>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sp>
        <p:nvSpPr>
          <p:cNvPr id="25" name="文本框 24"/>
          <p:cNvSpPr txBox="1"/>
          <p:nvPr/>
        </p:nvSpPr>
        <p:spPr>
          <a:xfrm>
            <a:off x="4381500" y="2232025"/>
            <a:ext cx="876300"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zh-CN" altLang="en-US" sz="1350" kern="1200" cap="none" spc="0" normalizeH="0" baseline="0" noProof="0" dirty="0">
                <a:solidFill>
                  <a:srgbClr val="FF0000"/>
                </a:solidFill>
                <a:latin typeface="楷体" pitchFamily="49" charset="-122"/>
                <a:ea typeface="楷体" pitchFamily="49" charset="-122"/>
                <a:cs typeface="+mn-cs"/>
              </a:rPr>
              <a:t>假设空间</a:t>
            </a:r>
            <a:endParaRPr kumimoji="0" lang="zh-CN" altLang="en-US" sz="1350" kern="1200" cap="none" spc="0" normalizeH="0" baseline="0" noProof="0" dirty="0">
              <a:solidFill>
                <a:srgbClr val="FF0000"/>
              </a:solidFill>
              <a:latin typeface="楷体" pitchFamily="49" charset="-122"/>
              <a:ea typeface="楷体" pitchFamily="49" charset="-122"/>
              <a:cs typeface="+mn-cs"/>
            </a:endParaRPr>
          </a:p>
        </p:txBody>
      </p:sp>
      <p:cxnSp>
        <p:nvCxnSpPr>
          <p:cNvPr id="26" name="直接箭头连接符 25"/>
          <p:cNvCxnSpPr/>
          <p:nvPr/>
        </p:nvCxnSpPr>
        <p:spPr>
          <a:xfrm flipH="1">
            <a:off x="4141788" y="2406650"/>
            <a:ext cx="233363" cy="207963"/>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grpSp>
        <p:nvGrpSpPr>
          <p:cNvPr id="1045" name="组合 37"/>
          <p:cNvGrpSpPr/>
          <p:nvPr/>
        </p:nvGrpSpPr>
        <p:grpSpPr>
          <a:xfrm>
            <a:off x="1714500" y="2967038"/>
            <a:ext cx="698500" cy="790575"/>
            <a:chOff x="2097088" y="1982788"/>
            <a:chExt cx="930275" cy="1054670"/>
          </a:xfrm>
        </p:grpSpPr>
        <p:graphicFrame>
          <p:nvGraphicFramePr>
            <p:cNvPr id="1026" name="Object 2535"/>
            <p:cNvGraphicFramePr>
              <a:graphicFrameLocks noChangeAspect="1"/>
            </p:cNvGraphicFramePr>
            <p:nvPr/>
          </p:nvGraphicFramePr>
          <p:xfrm>
            <a:off x="2166299" y="2750121"/>
            <a:ext cx="384175" cy="287337"/>
          </p:xfrm>
          <a:graphic>
            <a:graphicData uri="http://schemas.openxmlformats.org/presentationml/2006/ole">
              <mc:AlternateContent xmlns:mc="http://schemas.openxmlformats.org/markup-compatibility/2006">
                <mc:Choice xmlns:v="urn:schemas-microsoft-com:vml" Requires="v">
                  <p:oleObj spid="_x0000_s3076" name="" r:id="rId1" imgW="227330" imgH="168910" progId="">
                    <p:embed/>
                  </p:oleObj>
                </mc:Choice>
                <mc:Fallback>
                  <p:oleObj name="" r:id="rId1" imgW="227330" imgH="168910" progId="">
                    <p:embed/>
                    <p:pic>
                      <p:nvPicPr>
                        <p:cNvPr id="0" name="Picture 3075"/>
                        <p:cNvPicPr/>
                        <p:nvPr/>
                      </p:nvPicPr>
                      <p:blipFill>
                        <a:blip r:embed="rId2"/>
                        <a:stretch>
                          <a:fillRect/>
                        </a:stretch>
                      </p:blipFill>
                      <p:spPr>
                        <a:xfrm>
                          <a:off x="2166299" y="2750121"/>
                          <a:ext cx="384175" cy="287337"/>
                        </a:xfrm>
                        <a:prstGeom prst="rect">
                          <a:avLst/>
                        </a:prstGeom>
                        <a:noFill/>
                        <a:ln w="38100">
                          <a:noFill/>
                          <a:miter/>
                        </a:ln>
                      </p:spPr>
                    </p:pic>
                  </p:oleObj>
                </mc:Fallback>
              </mc:AlternateContent>
            </a:graphicData>
          </a:graphic>
        </p:graphicFrame>
        <p:graphicFrame>
          <p:nvGraphicFramePr>
            <p:cNvPr id="1027" name="Object 2536"/>
            <p:cNvGraphicFramePr>
              <a:graphicFrameLocks noChangeAspect="1"/>
            </p:cNvGraphicFramePr>
            <p:nvPr/>
          </p:nvGraphicFramePr>
          <p:xfrm>
            <a:off x="2284413" y="2383414"/>
            <a:ext cx="323850" cy="288925"/>
          </p:xfrm>
          <a:graphic>
            <a:graphicData uri="http://schemas.openxmlformats.org/presentationml/2006/ole">
              <mc:AlternateContent xmlns:mc="http://schemas.openxmlformats.org/markup-compatibility/2006">
                <mc:Choice xmlns:v="urn:schemas-microsoft-com:vml" Requires="v">
                  <p:oleObj spid="_x0000_s3077" name="" r:id="rId3" imgW="191770" imgH="170180" progId="">
                    <p:embed/>
                  </p:oleObj>
                </mc:Choice>
                <mc:Fallback>
                  <p:oleObj name="" r:id="rId3" imgW="191770" imgH="170180" progId="">
                    <p:embed/>
                    <p:pic>
                      <p:nvPicPr>
                        <p:cNvPr id="0" name="Picture 3076"/>
                        <p:cNvPicPr/>
                        <p:nvPr/>
                      </p:nvPicPr>
                      <p:blipFill>
                        <a:blip r:embed="rId4"/>
                        <a:stretch>
                          <a:fillRect/>
                        </a:stretch>
                      </p:blipFill>
                      <p:spPr>
                        <a:xfrm>
                          <a:off x="2284413" y="2383414"/>
                          <a:ext cx="323850" cy="288925"/>
                        </a:xfrm>
                        <a:prstGeom prst="rect">
                          <a:avLst/>
                        </a:prstGeom>
                        <a:noFill/>
                        <a:ln w="38100">
                          <a:noFill/>
                          <a:miter/>
                        </a:ln>
                      </p:spPr>
                    </p:pic>
                  </p:oleObj>
                </mc:Fallback>
              </mc:AlternateContent>
            </a:graphicData>
          </a:graphic>
        </p:graphicFrame>
        <p:graphicFrame>
          <p:nvGraphicFramePr>
            <p:cNvPr id="1028" name="Object 2537"/>
            <p:cNvGraphicFramePr>
              <a:graphicFrameLocks noChangeAspect="1"/>
            </p:cNvGraphicFramePr>
            <p:nvPr/>
          </p:nvGraphicFramePr>
          <p:xfrm>
            <a:off x="2097088" y="1982788"/>
            <a:ext cx="392112" cy="288925"/>
          </p:xfrm>
          <a:graphic>
            <a:graphicData uri="http://schemas.openxmlformats.org/presentationml/2006/ole">
              <mc:AlternateContent xmlns:mc="http://schemas.openxmlformats.org/markup-compatibility/2006">
                <mc:Choice xmlns:v="urn:schemas-microsoft-com:vml" Requires="v">
                  <p:oleObj spid="_x0000_s3078" name="" r:id="rId5" imgW="231775" imgH="168910" progId="">
                    <p:embed/>
                  </p:oleObj>
                </mc:Choice>
                <mc:Fallback>
                  <p:oleObj name="" r:id="rId5" imgW="231775" imgH="168910" progId="">
                    <p:embed/>
                    <p:pic>
                      <p:nvPicPr>
                        <p:cNvPr id="0" name="Picture 3077"/>
                        <p:cNvPicPr/>
                        <p:nvPr/>
                      </p:nvPicPr>
                      <p:blipFill>
                        <a:blip r:embed="rId6"/>
                        <a:stretch>
                          <a:fillRect/>
                        </a:stretch>
                      </p:blipFill>
                      <p:spPr>
                        <a:xfrm>
                          <a:off x="2097088" y="1982788"/>
                          <a:ext cx="392112" cy="288925"/>
                        </a:xfrm>
                        <a:prstGeom prst="rect">
                          <a:avLst/>
                        </a:prstGeom>
                        <a:noFill/>
                        <a:ln w="38100">
                          <a:noFill/>
                          <a:miter/>
                        </a:ln>
                      </p:spPr>
                    </p:pic>
                  </p:oleObj>
                </mc:Fallback>
              </mc:AlternateContent>
            </a:graphicData>
          </a:graphic>
        </p:graphicFrame>
        <p:graphicFrame>
          <p:nvGraphicFramePr>
            <p:cNvPr id="1029" name="Object 2538"/>
            <p:cNvGraphicFramePr>
              <a:graphicFrameLocks noChangeAspect="1"/>
            </p:cNvGraphicFramePr>
            <p:nvPr/>
          </p:nvGraphicFramePr>
          <p:xfrm>
            <a:off x="2638425" y="2043113"/>
            <a:ext cx="388938" cy="288925"/>
          </p:xfrm>
          <a:graphic>
            <a:graphicData uri="http://schemas.openxmlformats.org/presentationml/2006/ole">
              <mc:AlternateContent xmlns:mc="http://schemas.openxmlformats.org/markup-compatibility/2006">
                <mc:Choice xmlns:v="urn:schemas-microsoft-com:vml" Requires="v">
                  <p:oleObj spid="_x0000_s3079" name="" r:id="rId7" imgW="230505" imgH="168910" progId="">
                    <p:embed/>
                  </p:oleObj>
                </mc:Choice>
                <mc:Fallback>
                  <p:oleObj name="" r:id="rId7" imgW="230505" imgH="168910" progId="">
                    <p:embed/>
                    <p:pic>
                      <p:nvPicPr>
                        <p:cNvPr id="0" name="Picture 3078"/>
                        <p:cNvPicPr/>
                        <p:nvPr/>
                      </p:nvPicPr>
                      <p:blipFill>
                        <a:blip r:embed="rId8"/>
                        <a:stretch>
                          <a:fillRect/>
                        </a:stretch>
                      </p:blipFill>
                      <p:spPr>
                        <a:xfrm>
                          <a:off x="2638425" y="2043113"/>
                          <a:ext cx="388938" cy="288925"/>
                        </a:xfrm>
                        <a:prstGeom prst="rect">
                          <a:avLst/>
                        </a:prstGeom>
                        <a:noFill/>
                        <a:ln w="38100">
                          <a:noFill/>
                          <a:miter/>
                        </a:ln>
                      </p:spPr>
                    </p:pic>
                  </p:oleObj>
                </mc:Fallback>
              </mc:AlternateContent>
            </a:graphicData>
          </a:graphic>
        </p:graphicFrame>
      </p:grpSp>
      <p:grpSp>
        <p:nvGrpSpPr>
          <p:cNvPr id="1046" name="组合 36"/>
          <p:cNvGrpSpPr/>
          <p:nvPr/>
        </p:nvGrpSpPr>
        <p:grpSpPr>
          <a:xfrm>
            <a:off x="3683000" y="2967038"/>
            <a:ext cx="698500" cy="790575"/>
            <a:chOff x="4721652" y="2057177"/>
            <a:chExt cx="930275" cy="1054670"/>
          </a:xfrm>
        </p:grpSpPr>
        <p:graphicFrame>
          <p:nvGraphicFramePr>
            <p:cNvPr id="1030" name="Object 2539"/>
            <p:cNvGraphicFramePr>
              <a:graphicFrameLocks noChangeAspect="1"/>
            </p:cNvGraphicFramePr>
            <p:nvPr/>
          </p:nvGraphicFramePr>
          <p:xfrm>
            <a:off x="4790863" y="2824510"/>
            <a:ext cx="384175" cy="287337"/>
          </p:xfrm>
          <a:graphic>
            <a:graphicData uri="http://schemas.openxmlformats.org/presentationml/2006/ole">
              <mc:AlternateContent xmlns:mc="http://schemas.openxmlformats.org/markup-compatibility/2006">
                <mc:Choice xmlns:v="urn:schemas-microsoft-com:vml" Requires="v">
                  <p:oleObj spid="_x0000_s3080" name="" r:id="rId9" imgW="227330" imgH="168910" progId="">
                    <p:embed/>
                  </p:oleObj>
                </mc:Choice>
                <mc:Fallback>
                  <p:oleObj name="" r:id="rId9" imgW="227330" imgH="168910" progId="">
                    <p:embed/>
                    <p:pic>
                      <p:nvPicPr>
                        <p:cNvPr id="0" name="Picture 3079"/>
                        <p:cNvPicPr/>
                        <p:nvPr/>
                      </p:nvPicPr>
                      <p:blipFill>
                        <a:blip r:embed="rId2"/>
                        <a:stretch>
                          <a:fillRect/>
                        </a:stretch>
                      </p:blipFill>
                      <p:spPr>
                        <a:xfrm>
                          <a:off x="4790863" y="2824510"/>
                          <a:ext cx="384175" cy="287337"/>
                        </a:xfrm>
                        <a:prstGeom prst="rect">
                          <a:avLst/>
                        </a:prstGeom>
                        <a:noFill/>
                        <a:ln w="38100">
                          <a:noFill/>
                          <a:miter/>
                        </a:ln>
                      </p:spPr>
                    </p:pic>
                  </p:oleObj>
                </mc:Fallback>
              </mc:AlternateContent>
            </a:graphicData>
          </a:graphic>
        </p:graphicFrame>
        <p:graphicFrame>
          <p:nvGraphicFramePr>
            <p:cNvPr id="1031" name="Object 2540"/>
            <p:cNvGraphicFramePr>
              <a:graphicFrameLocks noChangeAspect="1"/>
            </p:cNvGraphicFramePr>
            <p:nvPr/>
          </p:nvGraphicFramePr>
          <p:xfrm>
            <a:off x="4908550" y="2443947"/>
            <a:ext cx="323850" cy="288925"/>
          </p:xfrm>
          <a:graphic>
            <a:graphicData uri="http://schemas.openxmlformats.org/presentationml/2006/ole">
              <mc:AlternateContent xmlns:mc="http://schemas.openxmlformats.org/markup-compatibility/2006">
                <mc:Choice xmlns:v="urn:schemas-microsoft-com:vml" Requires="v">
                  <p:oleObj spid="_x0000_s3081" name="" r:id="rId10" imgW="191770" imgH="170180" progId="">
                    <p:embed/>
                  </p:oleObj>
                </mc:Choice>
                <mc:Fallback>
                  <p:oleObj name="" r:id="rId10" imgW="191770" imgH="170180" progId="">
                    <p:embed/>
                    <p:pic>
                      <p:nvPicPr>
                        <p:cNvPr id="0" name="Picture 3080"/>
                        <p:cNvPicPr/>
                        <p:nvPr/>
                      </p:nvPicPr>
                      <p:blipFill>
                        <a:blip r:embed="rId4"/>
                        <a:stretch>
                          <a:fillRect/>
                        </a:stretch>
                      </p:blipFill>
                      <p:spPr>
                        <a:xfrm>
                          <a:off x="4908550" y="2443947"/>
                          <a:ext cx="323850" cy="288925"/>
                        </a:xfrm>
                        <a:prstGeom prst="rect">
                          <a:avLst/>
                        </a:prstGeom>
                        <a:noFill/>
                        <a:ln w="38100">
                          <a:noFill/>
                          <a:miter/>
                        </a:ln>
                      </p:spPr>
                    </p:pic>
                  </p:oleObj>
                </mc:Fallback>
              </mc:AlternateContent>
            </a:graphicData>
          </a:graphic>
        </p:graphicFrame>
        <p:graphicFrame>
          <p:nvGraphicFramePr>
            <p:cNvPr id="1032" name="Object 2541"/>
            <p:cNvGraphicFramePr>
              <a:graphicFrameLocks noChangeAspect="1"/>
            </p:cNvGraphicFramePr>
            <p:nvPr/>
          </p:nvGraphicFramePr>
          <p:xfrm>
            <a:off x="4721652" y="2057177"/>
            <a:ext cx="392112" cy="288925"/>
          </p:xfrm>
          <a:graphic>
            <a:graphicData uri="http://schemas.openxmlformats.org/presentationml/2006/ole">
              <mc:AlternateContent xmlns:mc="http://schemas.openxmlformats.org/markup-compatibility/2006">
                <mc:Choice xmlns:v="urn:schemas-microsoft-com:vml" Requires="v">
                  <p:oleObj spid="_x0000_s3082" name="" r:id="rId11" imgW="231775" imgH="168910" progId="">
                    <p:embed/>
                  </p:oleObj>
                </mc:Choice>
                <mc:Fallback>
                  <p:oleObj name="" r:id="rId11" imgW="231775" imgH="168910" progId="">
                    <p:embed/>
                    <p:pic>
                      <p:nvPicPr>
                        <p:cNvPr id="0" name="Picture 3081"/>
                        <p:cNvPicPr/>
                        <p:nvPr/>
                      </p:nvPicPr>
                      <p:blipFill>
                        <a:blip r:embed="rId6"/>
                        <a:stretch>
                          <a:fillRect/>
                        </a:stretch>
                      </p:blipFill>
                      <p:spPr>
                        <a:xfrm>
                          <a:off x="4721652" y="2057177"/>
                          <a:ext cx="392112" cy="288925"/>
                        </a:xfrm>
                        <a:prstGeom prst="rect">
                          <a:avLst/>
                        </a:prstGeom>
                        <a:noFill/>
                        <a:ln w="38100">
                          <a:noFill/>
                          <a:miter/>
                        </a:ln>
                      </p:spPr>
                    </p:pic>
                  </p:oleObj>
                </mc:Fallback>
              </mc:AlternateContent>
            </a:graphicData>
          </a:graphic>
        </p:graphicFrame>
        <p:graphicFrame>
          <p:nvGraphicFramePr>
            <p:cNvPr id="1033" name="Object 2542"/>
            <p:cNvGraphicFramePr>
              <a:graphicFrameLocks noChangeAspect="1"/>
            </p:cNvGraphicFramePr>
            <p:nvPr/>
          </p:nvGraphicFramePr>
          <p:xfrm>
            <a:off x="5262989" y="2117502"/>
            <a:ext cx="388938" cy="288925"/>
          </p:xfrm>
          <a:graphic>
            <a:graphicData uri="http://schemas.openxmlformats.org/presentationml/2006/ole">
              <mc:AlternateContent xmlns:mc="http://schemas.openxmlformats.org/markup-compatibility/2006">
                <mc:Choice xmlns:v="urn:schemas-microsoft-com:vml" Requires="v">
                  <p:oleObj spid="_x0000_s3083" name="" r:id="rId12" imgW="230505" imgH="168910" progId="">
                    <p:embed/>
                  </p:oleObj>
                </mc:Choice>
                <mc:Fallback>
                  <p:oleObj name="" r:id="rId12" imgW="230505" imgH="168910" progId="">
                    <p:embed/>
                    <p:pic>
                      <p:nvPicPr>
                        <p:cNvPr id="0" name="Picture 3082"/>
                        <p:cNvPicPr/>
                        <p:nvPr/>
                      </p:nvPicPr>
                      <p:blipFill>
                        <a:blip r:embed="rId8"/>
                        <a:stretch>
                          <a:fillRect/>
                        </a:stretch>
                      </p:blipFill>
                      <p:spPr>
                        <a:xfrm>
                          <a:off x="5262989" y="2117502"/>
                          <a:ext cx="388938" cy="288925"/>
                        </a:xfrm>
                        <a:prstGeom prst="rect">
                          <a:avLst/>
                        </a:prstGeom>
                        <a:noFill/>
                        <a:ln w="38100">
                          <a:noFill/>
                          <a:miter/>
                        </a:ln>
                      </p:spPr>
                    </p:pic>
                  </p:oleObj>
                </mc:Fallback>
              </mc:AlternateContent>
            </a:graphicData>
          </a:graphic>
        </p:graphicFrame>
      </p:grpSp>
      <p:graphicFrame>
        <p:nvGraphicFramePr>
          <p:cNvPr id="1034" name="Object 2543"/>
          <p:cNvGraphicFramePr>
            <a:graphicFrameLocks noChangeAspect="1"/>
          </p:cNvGraphicFramePr>
          <p:nvPr/>
        </p:nvGraphicFramePr>
        <p:xfrm>
          <a:off x="5953125" y="3757613"/>
          <a:ext cx="296863" cy="215900"/>
        </p:xfrm>
        <a:graphic>
          <a:graphicData uri="http://schemas.openxmlformats.org/presentationml/2006/ole">
            <mc:AlternateContent xmlns:mc="http://schemas.openxmlformats.org/markup-compatibility/2006">
              <mc:Choice xmlns:v="urn:schemas-microsoft-com:vml" Requires="v">
                <p:oleObj spid="_x0000_s3084" name="" r:id="rId13" imgW="234315" imgH="168910" progId="">
                  <p:embed/>
                </p:oleObj>
              </mc:Choice>
              <mc:Fallback>
                <p:oleObj name="" r:id="rId13" imgW="234315" imgH="168910" progId="">
                  <p:embed/>
                  <p:pic>
                    <p:nvPicPr>
                      <p:cNvPr id="0" name="Picture 3083"/>
                      <p:cNvPicPr/>
                      <p:nvPr/>
                    </p:nvPicPr>
                    <p:blipFill>
                      <a:blip r:embed="rId14"/>
                      <a:stretch>
                        <a:fillRect/>
                      </a:stretch>
                    </p:blipFill>
                    <p:spPr>
                      <a:xfrm>
                        <a:off x="5953125" y="3757613"/>
                        <a:ext cx="296863" cy="215900"/>
                      </a:xfrm>
                      <a:prstGeom prst="rect">
                        <a:avLst/>
                      </a:prstGeom>
                      <a:noFill/>
                      <a:ln w="38100">
                        <a:noFill/>
                        <a:miter/>
                      </a:ln>
                    </p:spPr>
                  </p:pic>
                </p:oleObj>
              </mc:Fallback>
            </mc:AlternateContent>
          </a:graphicData>
        </a:graphic>
      </p:graphicFrame>
      <p:graphicFrame>
        <p:nvGraphicFramePr>
          <p:cNvPr id="1035" name="Object 2544"/>
          <p:cNvGraphicFramePr>
            <a:graphicFrameLocks noChangeAspect="1"/>
          </p:cNvGraphicFramePr>
          <p:nvPr/>
        </p:nvGraphicFramePr>
        <p:xfrm>
          <a:off x="6346825" y="3486150"/>
          <a:ext cx="242888" cy="217488"/>
        </p:xfrm>
        <a:graphic>
          <a:graphicData uri="http://schemas.openxmlformats.org/presentationml/2006/ole">
            <mc:AlternateContent xmlns:mc="http://schemas.openxmlformats.org/markup-compatibility/2006">
              <mc:Choice xmlns:v="urn:schemas-microsoft-com:vml" Requires="v">
                <p:oleObj spid="_x0000_s3085" name="" r:id="rId15" imgW="191770" imgH="170180" progId="">
                  <p:embed/>
                </p:oleObj>
              </mc:Choice>
              <mc:Fallback>
                <p:oleObj name="" r:id="rId15" imgW="191770" imgH="170180" progId="">
                  <p:embed/>
                  <p:pic>
                    <p:nvPicPr>
                      <p:cNvPr id="0" name="Picture 3084"/>
                      <p:cNvPicPr/>
                      <p:nvPr/>
                    </p:nvPicPr>
                    <p:blipFill>
                      <a:blip r:embed="rId4"/>
                      <a:stretch>
                        <a:fillRect/>
                      </a:stretch>
                    </p:blipFill>
                    <p:spPr>
                      <a:xfrm>
                        <a:off x="6346825" y="3486150"/>
                        <a:ext cx="242888" cy="217488"/>
                      </a:xfrm>
                      <a:prstGeom prst="rect">
                        <a:avLst/>
                      </a:prstGeom>
                      <a:noFill/>
                      <a:ln w="38100">
                        <a:noFill/>
                        <a:miter/>
                      </a:ln>
                    </p:spPr>
                  </p:pic>
                </p:oleObj>
              </mc:Fallback>
            </mc:AlternateContent>
          </a:graphicData>
        </a:graphic>
      </p:graphicFrame>
      <p:graphicFrame>
        <p:nvGraphicFramePr>
          <p:cNvPr id="1036" name="Object 2545"/>
          <p:cNvGraphicFramePr>
            <a:graphicFrameLocks noChangeAspect="1"/>
          </p:cNvGraphicFramePr>
          <p:nvPr/>
        </p:nvGraphicFramePr>
        <p:xfrm>
          <a:off x="5959475" y="3330575"/>
          <a:ext cx="295275" cy="215900"/>
        </p:xfrm>
        <a:graphic>
          <a:graphicData uri="http://schemas.openxmlformats.org/presentationml/2006/ole">
            <mc:AlternateContent xmlns:mc="http://schemas.openxmlformats.org/markup-compatibility/2006">
              <mc:Choice xmlns:v="urn:schemas-microsoft-com:vml" Requires="v">
                <p:oleObj spid="_x0000_s3086" name="" r:id="rId16" imgW="234315" imgH="168910" progId="">
                  <p:embed/>
                </p:oleObj>
              </mc:Choice>
              <mc:Fallback>
                <p:oleObj name="" r:id="rId16" imgW="234315" imgH="168910" progId="">
                  <p:embed/>
                  <p:pic>
                    <p:nvPicPr>
                      <p:cNvPr id="0" name="Picture 3085"/>
                      <p:cNvPicPr/>
                      <p:nvPr/>
                    </p:nvPicPr>
                    <p:blipFill>
                      <a:blip r:embed="rId17"/>
                      <a:stretch>
                        <a:fillRect/>
                      </a:stretch>
                    </p:blipFill>
                    <p:spPr>
                      <a:xfrm>
                        <a:off x="5959475" y="3330575"/>
                        <a:ext cx="295275" cy="215900"/>
                      </a:xfrm>
                      <a:prstGeom prst="rect">
                        <a:avLst/>
                      </a:prstGeom>
                      <a:noFill/>
                      <a:ln w="38100">
                        <a:noFill/>
                        <a:miter/>
                      </a:ln>
                    </p:spPr>
                  </p:pic>
                </p:oleObj>
              </mc:Fallback>
            </mc:AlternateContent>
          </a:graphicData>
        </a:graphic>
      </p:graphicFrame>
      <p:graphicFrame>
        <p:nvGraphicFramePr>
          <p:cNvPr id="1037" name="Object 2546"/>
          <p:cNvGraphicFramePr>
            <a:graphicFrameLocks noChangeAspect="1"/>
          </p:cNvGraphicFramePr>
          <p:nvPr/>
        </p:nvGraphicFramePr>
        <p:xfrm>
          <a:off x="6267450" y="3101975"/>
          <a:ext cx="295275" cy="215900"/>
        </p:xfrm>
        <a:graphic>
          <a:graphicData uri="http://schemas.openxmlformats.org/presentationml/2006/ole">
            <mc:AlternateContent xmlns:mc="http://schemas.openxmlformats.org/markup-compatibility/2006">
              <mc:Choice xmlns:v="urn:schemas-microsoft-com:vml" Requires="v">
                <p:oleObj spid="_x0000_s3087" name="" r:id="rId18" imgW="234315" imgH="168910" progId="">
                  <p:embed/>
                </p:oleObj>
              </mc:Choice>
              <mc:Fallback>
                <p:oleObj name="" r:id="rId18" imgW="234315" imgH="168910" progId="">
                  <p:embed/>
                  <p:pic>
                    <p:nvPicPr>
                      <p:cNvPr id="0" name="Picture 3086"/>
                      <p:cNvPicPr/>
                      <p:nvPr/>
                    </p:nvPicPr>
                    <p:blipFill>
                      <a:blip r:embed="rId19"/>
                      <a:stretch>
                        <a:fillRect/>
                      </a:stretch>
                    </p:blipFill>
                    <p:spPr>
                      <a:xfrm>
                        <a:off x="6267450" y="3101975"/>
                        <a:ext cx="295275" cy="215900"/>
                      </a:xfrm>
                      <a:prstGeom prst="rect">
                        <a:avLst/>
                      </a:prstGeom>
                      <a:noFill/>
                      <a:ln w="38100">
                        <a:noFill/>
                        <a:miter/>
                      </a:ln>
                    </p:spPr>
                  </p:pic>
                </p:oleObj>
              </mc:Fallback>
            </mc:AlternateContent>
          </a:graphicData>
        </a:graphic>
      </p:graphicFrame>
      <p:sp>
        <p:nvSpPr>
          <p:cNvPr id="44" name="任意多边形 43"/>
          <p:cNvSpPr/>
          <p:nvPr/>
        </p:nvSpPr>
        <p:spPr>
          <a:xfrm>
            <a:off x="3541713" y="2808288"/>
            <a:ext cx="152400" cy="266700"/>
          </a:xfrm>
          <a:custGeom>
            <a:avLst/>
            <a:gdLst>
              <a:gd name="connsiteX0" fmla="*/ 0 w 203268"/>
              <a:gd name="connsiteY0" fmla="*/ 0 h 355600"/>
              <a:gd name="connsiteX1" fmla="*/ 63500 w 203268"/>
              <a:gd name="connsiteY1" fmla="*/ 50800 h 355600"/>
              <a:gd name="connsiteX2" fmla="*/ 114300 w 203268"/>
              <a:gd name="connsiteY2" fmla="*/ 152400 h 355600"/>
              <a:gd name="connsiteX3" fmla="*/ 127000 w 203268"/>
              <a:gd name="connsiteY3" fmla="*/ 190500 h 355600"/>
              <a:gd name="connsiteX4" fmla="*/ 139700 w 203268"/>
              <a:gd name="connsiteY4" fmla="*/ 241300 h 355600"/>
              <a:gd name="connsiteX5" fmla="*/ 177800 w 203268"/>
              <a:gd name="connsiteY5" fmla="*/ 254000 h 355600"/>
              <a:gd name="connsiteX6" fmla="*/ 203200 w 203268"/>
              <a:gd name="connsiteY6" fmla="*/ 355600 h 3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268" h="355600">
                <a:moveTo>
                  <a:pt x="0" y="0"/>
                </a:moveTo>
                <a:cubicBezTo>
                  <a:pt x="21167" y="16933"/>
                  <a:pt x="50520" y="27003"/>
                  <a:pt x="63500" y="50800"/>
                </a:cubicBezTo>
                <a:cubicBezTo>
                  <a:pt x="128359" y="169708"/>
                  <a:pt x="25323" y="122741"/>
                  <a:pt x="114300" y="152400"/>
                </a:cubicBezTo>
                <a:cubicBezTo>
                  <a:pt x="118533" y="165100"/>
                  <a:pt x="123322" y="177628"/>
                  <a:pt x="127000" y="190500"/>
                </a:cubicBezTo>
                <a:cubicBezTo>
                  <a:pt x="131795" y="207283"/>
                  <a:pt x="128796" y="227670"/>
                  <a:pt x="139700" y="241300"/>
                </a:cubicBezTo>
                <a:cubicBezTo>
                  <a:pt x="148063" y="251753"/>
                  <a:pt x="165100" y="249767"/>
                  <a:pt x="177800" y="254000"/>
                </a:cubicBezTo>
                <a:cubicBezTo>
                  <a:pt x="205877" y="338232"/>
                  <a:pt x="203200" y="303426"/>
                  <a:pt x="203200" y="355600"/>
                </a:cubicBezTo>
              </a:path>
            </a:pathLst>
          </a:custGeom>
          <a:noFill/>
          <a:ln>
            <a:solidFill>
              <a:schemeClr val="tx1"/>
            </a:solidFill>
            <a:prstDash val="sysDash"/>
            <a:headEnd type="none"/>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45" name="任意多边形 44"/>
          <p:cNvSpPr/>
          <p:nvPr/>
        </p:nvSpPr>
        <p:spPr>
          <a:xfrm>
            <a:off x="3370263" y="3690938"/>
            <a:ext cx="368300" cy="165100"/>
          </a:xfrm>
          <a:custGeom>
            <a:avLst/>
            <a:gdLst>
              <a:gd name="connsiteX0" fmla="*/ 0 w 490538"/>
              <a:gd name="connsiteY0" fmla="*/ 219318 h 219318"/>
              <a:gd name="connsiteX1" fmla="*/ 9525 w 490538"/>
              <a:gd name="connsiteY1" fmla="*/ 207411 h 219318"/>
              <a:gd name="connsiteX2" fmla="*/ 21431 w 490538"/>
              <a:gd name="connsiteY2" fmla="*/ 193124 h 219318"/>
              <a:gd name="connsiteX3" fmla="*/ 35719 w 490538"/>
              <a:gd name="connsiteY3" fmla="*/ 188361 h 219318"/>
              <a:gd name="connsiteX4" fmla="*/ 42863 w 490538"/>
              <a:gd name="connsiteY4" fmla="*/ 195505 h 219318"/>
              <a:gd name="connsiteX5" fmla="*/ 66675 w 490538"/>
              <a:gd name="connsiteY5" fmla="*/ 200268 h 219318"/>
              <a:gd name="connsiteX6" fmla="*/ 76200 w 490538"/>
              <a:gd name="connsiteY6" fmla="*/ 202649 h 219318"/>
              <a:gd name="connsiteX7" fmla="*/ 104775 w 490538"/>
              <a:gd name="connsiteY7" fmla="*/ 207411 h 219318"/>
              <a:gd name="connsiteX8" fmla="*/ 126206 w 490538"/>
              <a:gd name="connsiteY8" fmla="*/ 205030 h 219318"/>
              <a:gd name="connsiteX9" fmla="*/ 135731 w 490538"/>
              <a:gd name="connsiteY9" fmla="*/ 197886 h 219318"/>
              <a:gd name="connsiteX10" fmla="*/ 145256 w 490538"/>
              <a:gd name="connsiteY10" fmla="*/ 193124 h 219318"/>
              <a:gd name="connsiteX11" fmla="*/ 147638 w 490538"/>
              <a:gd name="connsiteY11" fmla="*/ 185980 h 219318"/>
              <a:gd name="connsiteX12" fmla="*/ 152400 w 490538"/>
              <a:gd name="connsiteY12" fmla="*/ 178836 h 219318"/>
              <a:gd name="connsiteX13" fmla="*/ 161925 w 490538"/>
              <a:gd name="connsiteY13" fmla="*/ 112161 h 219318"/>
              <a:gd name="connsiteX14" fmla="*/ 169069 w 490538"/>
              <a:gd name="connsiteY14" fmla="*/ 107399 h 219318"/>
              <a:gd name="connsiteX15" fmla="*/ 176213 w 490538"/>
              <a:gd name="connsiteY15" fmla="*/ 105018 h 219318"/>
              <a:gd name="connsiteX16" fmla="*/ 200025 w 490538"/>
              <a:gd name="connsiteY16" fmla="*/ 109780 h 219318"/>
              <a:gd name="connsiteX17" fmla="*/ 207169 w 490538"/>
              <a:gd name="connsiteY17" fmla="*/ 114543 h 219318"/>
              <a:gd name="connsiteX18" fmla="*/ 221456 w 490538"/>
              <a:gd name="connsiteY18" fmla="*/ 119305 h 219318"/>
              <a:gd name="connsiteX19" fmla="*/ 252413 w 490538"/>
              <a:gd name="connsiteY19" fmla="*/ 116924 h 219318"/>
              <a:gd name="connsiteX20" fmla="*/ 266700 w 490538"/>
              <a:gd name="connsiteY20" fmla="*/ 112161 h 219318"/>
              <a:gd name="connsiteX21" fmla="*/ 283369 w 490538"/>
              <a:gd name="connsiteY21" fmla="*/ 90730 h 219318"/>
              <a:gd name="connsiteX22" fmla="*/ 288131 w 490538"/>
              <a:gd name="connsiteY22" fmla="*/ 83586 h 219318"/>
              <a:gd name="connsiteX23" fmla="*/ 295275 w 490538"/>
              <a:gd name="connsiteY23" fmla="*/ 81205 h 219318"/>
              <a:gd name="connsiteX24" fmla="*/ 302419 w 490538"/>
              <a:gd name="connsiteY24" fmla="*/ 83586 h 219318"/>
              <a:gd name="connsiteX25" fmla="*/ 309563 w 490538"/>
              <a:gd name="connsiteY25" fmla="*/ 78824 h 219318"/>
              <a:gd name="connsiteX26" fmla="*/ 321469 w 490538"/>
              <a:gd name="connsiteY26" fmla="*/ 74061 h 219318"/>
              <a:gd name="connsiteX27" fmla="*/ 338138 w 490538"/>
              <a:gd name="connsiteY27" fmla="*/ 64536 h 219318"/>
              <a:gd name="connsiteX28" fmla="*/ 361950 w 490538"/>
              <a:gd name="connsiteY28" fmla="*/ 47868 h 219318"/>
              <a:gd name="connsiteX29" fmla="*/ 378619 w 490538"/>
              <a:gd name="connsiteY29" fmla="*/ 33580 h 219318"/>
              <a:gd name="connsiteX30" fmla="*/ 381000 w 490538"/>
              <a:gd name="connsiteY30" fmla="*/ 26436 h 219318"/>
              <a:gd name="connsiteX31" fmla="*/ 395288 w 490538"/>
              <a:gd name="connsiteY31" fmla="*/ 26436 h 219318"/>
              <a:gd name="connsiteX32" fmla="*/ 402431 w 490538"/>
              <a:gd name="connsiteY32" fmla="*/ 28818 h 219318"/>
              <a:gd name="connsiteX33" fmla="*/ 423863 w 490538"/>
              <a:gd name="connsiteY33" fmla="*/ 21674 h 219318"/>
              <a:gd name="connsiteX34" fmla="*/ 431006 w 490538"/>
              <a:gd name="connsiteY34" fmla="*/ 19293 h 219318"/>
              <a:gd name="connsiteX35" fmla="*/ 445294 w 490538"/>
              <a:gd name="connsiteY35" fmla="*/ 12149 h 219318"/>
              <a:gd name="connsiteX36" fmla="*/ 469106 w 490538"/>
              <a:gd name="connsiteY36" fmla="*/ 243 h 219318"/>
              <a:gd name="connsiteX37" fmla="*/ 490538 w 490538"/>
              <a:gd name="connsiteY37" fmla="*/ 243 h 21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90538" h="219318">
                <a:moveTo>
                  <a:pt x="0" y="219318"/>
                </a:moveTo>
                <a:cubicBezTo>
                  <a:pt x="3175" y="215349"/>
                  <a:pt x="6475" y="211477"/>
                  <a:pt x="9525" y="207411"/>
                </a:cubicBezTo>
                <a:cubicBezTo>
                  <a:pt x="13122" y="202615"/>
                  <a:pt x="15835" y="196233"/>
                  <a:pt x="21431" y="193124"/>
                </a:cubicBezTo>
                <a:cubicBezTo>
                  <a:pt x="25819" y="190686"/>
                  <a:pt x="35719" y="188361"/>
                  <a:pt x="35719" y="188361"/>
                </a:cubicBezTo>
                <a:cubicBezTo>
                  <a:pt x="38100" y="190742"/>
                  <a:pt x="40061" y="193637"/>
                  <a:pt x="42863" y="195505"/>
                </a:cubicBezTo>
                <a:cubicBezTo>
                  <a:pt x="47446" y="198561"/>
                  <a:pt x="65153" y="199991"/>
                  <a:pt x="66675" y="200268"/>
                </a:cubicBezTo>
                <a:cubicBezTo>
                  <a:pt x="69895" y="200853"/>
                  <a:pt x="72983" y="202046"/>
                  <a:pt x="76200" y="202649"/>
                </a:cubicBezTo>
                <a:cubicBezTo>
                  <a:pt x="85691" y="204428"/>
                  <a:pt x="104775" y="207411"/>
                  <a:pt x="104775" y="207411"/>
                </a:cubicBezTo>
                <a:cubicBezTo>
                  <a:pt x="111919" y="206617"/>
                  <a:pt x="119336" y="207144"/>
                  <a:pt x="126206" y="205030"/>
                </a:cubicBezTo>
                <a:cubicBezTo>
                  <a:pt x="129999" y="203863"/>
                  <a:pt x="132365" y="199989"/>
                  <a:pt x="135731" y="197886"/>
                </a:cubicBezTo>
                <a:cubicBezTo>
                  <a:pt x="138741" y="196005"/>
                  <a:pt x="142081" y="194711"/>
                  <a:pt x="145256" y="193124"/>
                </a:cubicBezTo>
                <a:cubicBezTo>
                  <a:pt x="146050" y="190743"/>
                  <a:pt x="146515" y="188225"/>
                  <a:pt x="147638" y="185980"/>
                </a:cubicBezTo>
                <a:cubicBezTo>
                  <a:pt x="148918" y="183420"/>
                  <a:pt x="152084" y="181680"/>
                  <a:pt x="152400" y="178836"/>
                </a:cubicBezTo>
                <a:cubicBezTo>
                  <a:pt x="156000" y="146429"/>
                  <a:pt x="143121" y="130963"/>
                  <a:pt x="161925" y="112161"/>
                </a:cubicBezTo>
                <a:cubicBezTo>
                  <a:pt x="163949" y="110137"/>
                  <a:pt x="166509" y="108679"/>
                  <a:pt x="169069" y="107399"/>
                </a:cubicBezTo>
                <a:cubicBezTo>
                  <a:pt x="171314" y="106277"/>
                  <a:pt x="173832" y="105812"/>
                  <a:pt x="176213" y="105018"/>
                </a:cubicBezTo>
                <a:cubicBezTo>
                  <a:pt x="182353" y="105895"/>
                  <a:pt x="193377" y="106456"/>
                  <a:pt x="200025" y="109780"/>
                </a:cubicBezTo>
                <a:cubicBezTo>
                  <a:pt x="202585" y="111060"/>
                  <a:pt x="204554" y="113381"/>
                  <a:pt x="207169" y="114543"/>
                </a:cubicBezTo>
                <a:cubicBezTo>
                  <a:pt x="211756" y="116582"/>
                  <a:pt x="221456" y="119305"/>
                  <a:pt x="221456" y="119305"/>
                </a:cubicBezTo>
                <a:cubicBezTo>
                  <a:pt x="231775" y="118511"/>
                  <a:pt x="242190" y="118538"/>
                  <a:pt x="252413" y="116924"/>
                </a:cubicBezTo>
                <a:cubicBezTo>
                  <a:pt x="257372" y="116141"/>
                  <a:pt x="266700" y="112161"/>
                  <a:pt x="266700" y="112161"/>
                </a:cubicBezTo>
                <a:cubicBezTo>
                  <a:pt x="277891" y="100972"/>
                  <a:pt x="271977" y="107819"/>
                  <a:pt x="283369" y="90730"/>
                </a:cubicBezTo>
                <a:cubicBezTo>
                  <a:pt x="284956" y="88349"/>
                  <a:pt x="285416" y="84491"/>
                  <a:pt x="288131" y="83586"/>
                </a:cubicBezTo>
                <a:lnTo>
                  <a:pt x="295275" y="81205"/>
                </a:lnTo>
                <a:cubicBezTo>
                  <a:pt x="297656" y="81999"/>
                  <a:pt x="299943" y="83999"/>
                  <a:pt x="302419" y="83586"/>
                </a:cubicBezTo>
                <a:cubicBezTo>
                  <a:pt x="305242" y="83116"/>
                  <a:pt x="307003" y="80104"/>
                  <a:pt x="309563" y="78824"/>
                </a:cubicBezTo>
                <a:cubicBezTo>
                  <a:pt x="313386" y="76912"/>
                  <a:pt x="317500" y="75649"/>
                  <a:pt x="321469" y="74061"/>
                </a:cubicBezTo>
                <a:cubicBezTo>
                  <a:pt x="340800" y="54733"/>
                  <a:pt x="315751" y="77329"/>
                  <a:pt x="338138" y="64536"/>
                </a:cubicBezTo>
                <a:cubicBezTo>
                  <a:pt x="346550" y="59729"/>
                  <a:pt x="355099" y="54719"/>
                  <a:pt x="361950" y="47868"/>
                </a:cubicBezTo>
                <a:cubicBezTo>
                  <a:pt x="371900" y="37918"/>
                  <a:pt x="366400" y="42745"/>
                  <a:pt x="378619" y="33580"/>
                </a:cubicBezTo>
                <a:cubicBezTo>
                  <a:pt x="379413" y="31199"/>
                  <a:pt x="379432" y="28396"/>
                  <a:pt x="381000" y="26436"/>
                </a:cubicBezTo>
                <a:cubicBezTo>
                  <a:pt x="388256" y="17366"/>
                  <a:pt x="388032" y="22808"/>
                  <a:pt x="395288" y="26436"/>
                </a:cubicBezTo>
                <a:cubicBezTo>
                  <a:pt x="397533" y="27559"/>
                  <a:pt x="400050" y="28024"/>
                  <a:pt x="402431" y="28818"/>
                </a:cubicBezTo>
                <a:lnTo>
                  <a:pt x="423863" y="21674"/>
                </a:lnTo>
                <a:lnTo>
                  <a:pt x="431006" y="19293"/>
                </a:lnTo>
                <a:cubicBezTo>
                  <a:pt x="462716" y="-1848"/>
                  <a:pt x="415722" y="28578"/>
                  <a:pt x="445294" y="12149"/>
                </a:cubicBezTo>
                <a:cubicBezTo>
                  <a:pt x="456719" y="5802"/>
                  <a:pt x="457221" y="1157"/>
                  <a:pt x="469106" y="243"/>
                </a:cubicBezTo>
                <a:cubicBezTo>
                  <a:pt x="476229" y="-305"/>
                  <a:pt x="483394" y="243"/>
                  <a:pt x="490538" y="243"/>
                </a:cubicBezTo>
              </a:path>
            </a:pathLst>
          </a:custGeom>
          <a:noFill/>
          <a:ln>
            <a:solidFill>
              <a:schemeClr val="tx1"/>
            </a:solidFill>
            <a:prstDash val="sys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46" name="任意多边形 45"/>
          <p:cNvSpPr/>
          <p:nvPr/>
        </p:nvSpPr>
        <p:spPr>
          <a:xfrm>
            <a:off x="4125913" y="3176588"/>
            <a:ext cx="233363" cy="349250"/>
          </a:xfrm>
          <a:custGeom>
            <a:avLst/>
            <a:gdLst>
              <a:gd name="connsiteX0" fmla="*/ 312420 w 312420"/>
              <a:gd name="connsiteY0" fmla="*/ 464820 h 464820"/>
              <a:gd name="connsiteX1" fmla="*/ 274320 w 312420"/>
              <a:gd name="connsiteY1" fmla="*/ 457200 h 464820"/>
              <a:gd name="connsiteX2" fmla="*/ 228600 w 312420"/>
              <a:gd name="connsiteY2" fmla="*/ 441960 h 464820"/>
              <a:gd name="connsiteX3" fmla="*/ 220980 w 312420"/>
              <a:gd name="connsiteY3" fmla="*/ 342900 h 464820"/>
              <a:gd name="connsiteX4" fmla="*/ 160020 w 312420"/>
              <a:gd name="connsiteY4" fmla="*/ 304800 h 464820"/>
              <a:gd name="connsiteX5" fmla="*/ 137160 w 312420"/>
              <a:gd name="connsiteY5" fmla="*/ 297180 h 464820"/>
              <a:gd name="connsiteX6" fmla="*/ 129540 w 312420"/>
              <a:gd name="connsiteY6" fmla="*/ 205740 h 464820"/>
              <a:gd name="connsiteX7" fmla="*/ 83820 w 312420"/>
              <a:gd name="connsiteY7" fmla="*/ 190500 h 464820"/>
              <a:gd name="connsiteX8" fmla="*/ 60960 w 312420"/>
              <a:gd name="connsiteY8" fmla="*/ 182880 h 464820"/>
              <a:gd name="connsiteX9" fmla="*/ 53340 w 312420"/>
              <a:gd name="connsiteY9" fmla="*/ 160020 h 464820"/>
              <a:gd name="connsiteX10" fmla="*/ 45720 w 312420"/>
              <a:gd name="connsiteY10" fmla="*/ 68580 h 464820"/>
              <a:gd name="connsiteX11" fmla="*/ 22860 w 312420"/>
              <a:gd name="connsiteY11" fmla="*/ 53340 h 464820"/>
              <a:gd name="connsiteX12" fmla="*/ 0 w 312420"/>
              <a:gd name="connsiteY12" fmla="*/ 0 h 46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2420" h="464820">
                <a:moveTo>
                  <a:pt x="312420" y="464820"/>
                </a:moveTo>
                <a:cubicBezTo>
                  <a:pt x="299720" y="462280"/>
                  <a:pt x="286815" y="460608"/>
                  <a:pt x="274320" y="457200"/>
                </a:cubicBezTo>
                <a:cubicBezTo>
                  <a:pt x="258822" y="452973"/>
                  <a:pt x="228600" y="441960"/>
                  <a:pt x="228600" y="441960"/>
                </a:cubicBezTo>
                <a:cubicBezTo>
                  <a:pt x="193079" y="388678"/>
                  <a:pt x="229511" y="453806"/>
                  <a:pt x="220980" y="342900"/>
                </a:cubicBezTo>
                <a:cubicBezTo>
                  <a:pt x="218756" y="313982"/>
                  <a:pt x="175967" y="310116"/>
                  <a:pt x="160020" y="304800"/>
                </a:cubicBezTo>
                <a:lnTo>
                  <a:pt x="137160" y="297180"/>
                </a:lnTo>
                <a:cubicBezTo>
                  <a:pt x="134620" y="266700"/>
                  <a:pt x="143218" y="233097"/>
                  <a:pt x="129540" y="205740"/>
                </a:cubicBezTo>
                <a:cubicBezTo>
                  <a:pt x="122356" y="191372"/>
                  <a:pt x="99060" y="195580"/>
                  <a:pt x="83820" y="190500"/>
                </a:cubicBezTo>
                <a:lnTo>
                  <a:pt x="60960" y="182880"/>
                </a:lnTo>
                <a:cubicBezTo>
                  <a:pt x="58420" y="175260"/>
                  <a:pt x="54402" y="167982"/>
                  <a:pt x="53340" y="160020"/>
                </a:cubicBezTo>
                <a:cubicBezTo>
                  <a:pt x="49298" y="129703"/>
                  <a:pt x="54123" y="97989"/>
                  <a:pt x="45720" y="68580"/>
                </a:cubicBezTo>
                <a:cubicBezTo>
                  <a:pt x="43204" y="59774"/>
                  <a:pt x="30480" y="58420"/>
                  <a:pt x="22860" y="53340"/>
                </a:cubicBezTo>
                <a:cubicBezTo>
                  <a:pt x="6484" y="4212"/>
                  <a:pt x="18979" y="18979"/>
                  <a:pt x="0" y="0"/>
                </a:cubicBezTo>
              </a:path>
            </a:pathLst>
          </a:custGeom>
          <a:noFill/>
          <a:ln>
            <a:solidFill>
              <a:schemeClr val="tx1"/>
            </a:solidFill>
            <a:prstDash val="sys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lt1"/>
              </a:solidFill>
              <a:effectLst/>
              <a:uLnTx/>
              <a:uFillTx/>
              <a:latin typeface="+mn-lt"/>
              <a:ea typeface="+mn-ea"/>
              <a:cs typeface="+mn-cs"/>
            </a:endParaRPr>
          </a:p>
        </p:txBody>
      </p:sp>
      <p:sp>
        <p:nvSpPr>
          <p:cNvPr id="47" name="文本框 46"/>
          <p:cNvSpPr txBox="1"/>
          <p:nvPr/>
        </p:nvSpPr>
        <p:spPr>
          <a:xfrm>
            <a:off x="5343525" y="2857500"/>
            <a:ext cx="877888"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zh-CN" altLang="en-US" sz="1350" kern="1200" cap="none" spc="0" normalizeH="0" baseline="0" noProof="0" dirty="0">
                <a:solidFill>
                  <a:srgbClr val="FF0000"/>
                </a:solidFill>
                <a:latin typeface="楷体" pitchFamily="49" charset="-122"/>
                <a:ea typeface="楷体" pitchFamily="49" charset="-122"/>
                <a:cs typeface="+mn-cs"/>
              </a:rPr>
              <a:t>个体假设</a:t>
            </a:r>
            <a:endParaRPr kumimoji="0" lang="zh-CN" altLang="en-US" sz="1350" kern="1200" cap="none" spc="0" normalizeH="0" baseline="0" noProof="0" dirty="0">
              <a:solidFill>
                <a:srgbClr val="FF0000"/>
              </a:solidFill>
              <a:latin typeface="楷体" pitchFamily="49" charset="-122"/>
              <a:ea typeface="楷体" pitchFamily="49" charset="-122"/>
              <a:cs typeface="+mn-cs"/>
            </a:endParaRPr>
          </a:p>
        </p:txBody>
      </p:sp>
      <p:cxnSp>
        <p:nvCxnSpPr>
          <p:cNvPr id="48" name="直接箭头连接符 47"/>
          <p:cNvCxnSpPr>
            <a:stCxn id="47" idx="2"/>
          </p:cNvCxnSpPr>
          <p:nvPr/>
        </p:nvCxnSpPr>
        <p:spPr>
          <a:xfrm>
            <a:off x="5781675" y="3157538"/>
            <a:ext cx="401638" cy="52388"/>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cxnSp>
        <p:nvCxnSpPr>
          <p:cNvPr id="50" name="直接箭头连接符 49"/>
          <p:cNvCxnSpPr>
            <a:stCxn id="47" idx="2"/>
          </p:cNvCxnSpPr>
          <p:nvPr/>
        </p:nvCxnSpPr>
        <p:spPr>
          <a:xfrm>
            <a:off x="5781675" y="3157538"/>
            <a:ext cx="157163" cy="600075"/>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cxnSp>
        <p:nvCxnSpPr>
          <p:cNvPr id="54" name="直接箭头连接符 53"/>
          <p:cNvCxnSpPr>
            <a:stCxn id="47" idx="2"/>
          </p:cNvCxnSpPr>
          <p:nvPr/>
        </p:nvCxnSpPr>
        <p:spPr>
          <a:xfrm>
            <a:off x="5781675" y="3157538"/>
            <a:ext cx="169863" cy="160338"/>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sp>
        <p:nvSpPr>
          <p:cNvPr id="57" name="文本框 56"/>
          <p:cNvSpPr txBox="1"/>
          <p:nvPr/>
        </p:nvSpPr>
        <p:spPr>
          <a:xfrm>
            <a:off x="6443663" y="3895725"/>
            <a:ext cx="877888" cy="300038"/>
          </a:xfrm>
          <a:prstGeom prst="rect">
            <a:avLst/>
          </a:prstGeom>
          <a:noFill/>
        </p:spPr>
        <p:txBody>
          <a:bodyPr wrap="none" rtlCol="0">
            <a:spAutoFit/>
          </a:bodyPr>
          <a:lstStyle/>
          <a:p>
            <a:pPr marR="0" defTabSz="914400" fontAlgn="auto">
              <a:spcBef>
                <a:spcPts val="0"/>
              </a:spcBef>
              <a:spcAft>
                <a:spcPts val="0"/>
              </a:spcAft>
              <a:buClrTx/>
              <a:buSzTx/>
              <a:buFontTx/>
              <a:buNone/>
              <a:defRPr/>
            </a:pPr>
            <a:r>
              <a:rPr kumimoji="0" lang="zh-CN" altLang="en-US" sz="1350" kern="1200" cap="none" spc="0" normalizeH="0" baseline="0" noProof="0" dirty="0">
                <a:solidFill>
                  <a:srgbClr val="FF0000"/>
                </a:solidFill>
                <a:latin typeface="楷体" pitchFamily="49" charset="-122"/>
                <a:ea typeface="楷体" pitchFamily="49" charset="-122"/>
                <a:cs typeface="+mn-cs"/>
              </a:rPr>
              <a:t>真实假设</a:t>
            </a:r>
            <a:endParaRPr kumimoji="0" lang="zh-CN" altLang="en-US" sz="1350" kern="1200" cap="none" spc="0" normalizeH="0" baseline="0" noProof="0" dirty="0">
              <a:solidFill>
                <a:srgbClr val="FF0000"/>
              </a:solidFill>
              <a:latin typeface="楷体" pitchFamily="49" charset="-122"/>
              <a:ea typeface="楷体" pitchFamily="49" charset="-122"/>
              <a:cs typeface="+mn-cs"/>
            </a:endParaRPr>
          </a:p>
        </p:txBody>
      </p:sp>
      <p:cxnSp>
        <p:nvCxnSpPr>
          <p:cNvPr id="58" name="直接箭头连接符 57"/>
          <p:cNvCxnSpPr/>
          <p:nvPr/>
        </p:nvCxnSpPr>
        <p:spPr>
          <a:xfrm flipH="1" flipV="1">
            <a:off x="6589713" y="3687763"/>
            <a:ext cx="66675" cy="188913"/>
          </a:xfrm>
          <a:prstGeom prst="straightConnector1">
            <a:avLst/>
          </a:prstGeom>
          <a:ln>
            <a:solidFill>
              <a:srgbClr val="FF0000"/>
            </a:solidFill>
            <a:tailEnd type="stealth" w="lg" len="med"/>
          </a:ln>
        </p:spPr>
        <p:style>
          <a:lnRef idx="1">
            <a:schemeClr val="dk1"/>
          </a:lnRef>
          <a:fillRef idx="0">
            <a:schemeClr val="dk1"/>
          </a:fillRef>
          <a:effectRef idx="0">
            <a:schemeClr val="dk1"/>
          </a:effectRef>
          <a:fontRef idx="minor">
            <a:schemeClr val="tx1"/>
          </a:fontRef>
        </p:style>
      </p:cxnSp>
      <p:sp>
        <p:nvSpPr>
          <p:cNvPr id="49" name="标题 1"/>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结合策略</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1057" name="内容占位符 2"/>
          <p:cNvSpPr>
            <a:spLocks noGrp="1"/>
          </p:cNvSpPr>
          <p:nvPr>
            <p:ph idx="1"/>
          </p:nvPr>
        </p:nvSpPr>
        <p:spPr>
          <a:xfrm>
            <a:off x="260350" y="1266825"/>
            <a:ext cx="8559800" cy="584200"/>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学习器的组合可以从三个方面带来好处</a:t>
            </a:r>
            <a:endParaRPr lang="zh-CN" altLang="en-US" kern="1200" baseline="0" dirty="0">
              <a:latin typeface="Verdana" panose="020B0804030504040204" pitchFamily="34" charset="0"/>
              <a:ea typeface="幼圆" pitchFamily="49"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结合</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策略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平均法</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6867" name="内容占位符 2"/>
          <p:cNvSpPr>
            <a:spLocks noGrp="1"/>
          </p:cNvSpPr>
          <p:nvPr>
            <p:ph idx="1"/>
          </p:nvPr>
        </p:nvSpPr>
        <p:spPr>
          <a:xfrm>
            <a:off x="260350" y="1266825"/>
            <a:ext cx="8883650" cy="4471988"/>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简单平均法</a:t>
            </a: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加权平均法</a:t>
            </a:r>
            <a:endParaRPr lang="zh-CN" altLang="en-US" kern="1200" baseline="0" dirty="0">
              <a:latin typeface="Verdana" panose="020B0804030504040204" pitchFamily="34" charset="0"/>
              <a:ea typeface="幼圆" pitchFamily="49" charset="-122"/>
              <a:cs typeface="+mn-cs"/>
            </a:endParaRPr>
          </a:p>
        </p:txBody>
      </p:sp>
      <p:pic>
        <p:nvPicPr>
          <p:cNvPr id="36868" name="图片 4"/>
          <p:cNvPicPr>
            <a:picLocks noChangeAspect="1"/>
          </p:cNvPicPr>
          <p:nvPr/>
        </p:nvPicPr>
        <p:blipFill>
          <a:blip r:embed="rId1"/>
          <a:stretch>
            <a:fillRect/>
          </a:stretch>
        </p:blipFill>
        <p:spPr>
          <a:xfrm>
            <a:off x="2719388" y="2035175"/>
            <a:ext cx="2143125" cy="723900"/>
          </a:xfrm>
          <a:prstGeom prst="rect">
            <a:avLst/>
          </a:prstGeom>
          <a:noFill/>
          <a:ln w="9525">
            <a:noFill/>
          </a:ln>
        </p:spPr>
      </p:pic>
      <p:pic>
        <p:nvPicPr>
          <p:cNvPr id="36869" name="图片 5"/>
          <p:cNvPicPr>
            <a:picLocks noChangeAspect="1"/>
          </p:cNvPicPr>
          <p:nvPr/>
        </p:nvPicPr>
        <p:blipFill>
          <a:blip r:embed="rId2"/>
          <a:stretch>
            <a:fillRect/>
          </a:stretch>
        </p:blipFill>
        <p:spPr>
          <a:xfrm>
            <a:off x="2662238" y="4170363"/>
            <a:ext cx="2200275" cy="819150"/>
          </a:xfrm>
          <a:prstGeom prst="rect">
            <a:avLst/>
          </a:prstGeom>
          <a:noFill/>
          <a:ln w="9525">
            <a:noFill/>
          </a:ln>
        </p:spPr>
      </p:pic>
      <p:pic>
        <p:nvPicPr>
          <p:cNvPr id="36870" name="图片 6"/>
          <p:cNvPicPr>
            <a:picLocks noChangeAspect="1"/>
          </p:cNvPicPr>
          <p:nvPr/>
        </p:nvPicPr>
        <p:blipFill>
          <a:blip r:embed="rId3"/>
          <a:stretch>
            <a:fillRect/>
          </a:stretch>
        </p:blipFill>
        <p:spPr>
          <a:xfrm>
            <a:off x="5243513" y="4170363"/>
            <a:ext cx="2771775" cy="733425"/>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结合策略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平均法</a:t>
            </a:r>
            <a:endParaRPr kumimoji="1"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7891" name="内容占位符 2"/>
          <p:cNvSpPr>
            <a:spLocks noGrp="1"/>
          </p:cNvSpPr>
          <p:nvPr>
            <p:ph idx="1"/>
          </p:nvPr>
        </p:nvSpPr>
        <p:spPr>
          <a:xfrm>
            <a:off x="260350" y="1266825"/>
            <a:ext cx="8883650" cy="4471988"/>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简单平均法是加权平均法的特例</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加权平均法在二十世纪五十年代被广泛使用</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集成学习中的各种结合方法都可以看成是加权平均法的变种或特例</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加权平均法可认为是集成学习研究的基本出发点</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r>
              <a:rPr lang="zh-CN" altLang="en-US" kern="1200" baseline="0" dirty="0">
                <a:latin typeface="Verdana" panose="020B0804030504040204" pitchFamily="34" charset="0"/>
                <a:ea typeface="幼圆" pitchFamily="49" charset="-122"/>
                <a:cs typeface="+mn-cs"/>
              </a:rPr>
              <a:t>加权平均法未必一定优于简单平均法</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a:p>
            <a:pPr defTabSz="914400">
              <a:buSzPct val="100000"/>
            </a:pPr>
            <a:endParaRPr lang="en-US" altLang="zh-CN" kern="1200" baseline="0" dirty="0">
              <a:latin typeface="Verdana" panose="020B0804030504040204" pitchFamily="34" charset="0"/>
              <a:ea typeface="幼圆" pitchFamily="49"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结合策略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投票</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法</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8915" name="内容占位符 2"/>
          <p:cNvSpPr>
            <a:spLocks noGrp="1"/>
          </p:cNvSpPr>
          <p:nvPr>
            <p:ph idx="1"/>
          </p:nvPr>
        </p:nvSpPr>
        <p:spPr>
          <a:xfrm>
            <a:off x="260350" y="1266825"/>
            <a:ext cx="8616950" cy="493713"/>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绝对多数投票法（</a:t>
            </a:r>
            <a:r>
              <a:rPr lang="en-US" altLang="zh-CN" kern="1200" baseline="0" dirty="0">
                <a:latin typeface="Verdana" panose="020B0804030504040204" pitchFamily="34" charset="0"/>
                <a:ea typeface="幼圆" pitchFamily="49" charset="-122"/>
                <a:cs typeface="+mn-cs"/>
              </a:rPr>
              <a:t>majority voting</a:t>
            </a:r>
            <a:r>
              <a:rPr lang="zh-CN" altLang="en-US" kern="1200" baseline="0" dirty="0">
                <a:latin typeface="Verdana" panose="020B0804030504040204" pitchFamily="34" charset="0"/>
                <a:ea typeface="幼圆" pitchFamily="49" charset="-122"/>
                <a:cs typeface="+mn-cs"/>
              </a:rPr>
              <a:t>）</a:t>
            </a:r>
            <a:endParaRPr lang="zh-CN" altLang="en-US" kern="1200" baseline="0" dirty="0">
              <a:latin typeface="Verdana" panose="020B0804030504040204" pitchFamily="34" charset="0"/>
              <a:ea typeface="幼圆" pitchFamily="49" charset="-122"/>
              <a:cs typeface="+mn-cs"/>
            </a:endParaRPr>
          </a:p>
        </p:txBody>
      </p:sp>
      <p:pic>
        <p:nvPicPr>
          <p:cNvPr id="38916" name="图片 7"/>
          <p:cNvPicPr>
            <a:picLocks noChangeAspect="1"/>
          </p:cNvPicPr>
          <p:nvPr/>
        </p:nvPicPr>
        <p:blipFill>
          <a:blip r:embed="rId1"/>
          <a:stretch>
            <a:fillRect/>
          </a:stretch>
        </p:blipFill>
        <p:spPr>
          <a:xfrm>
            <a:off x="823913" y="1860550"/>
            <a:ext cx="5353050" cy="1009650"/>
          </a:xfrm>
          <a:prstGeom prst="rect">
            <a:avLst/>
          </a:prstGeom>
          <a:noFill/>
          <a:ln w="9525">
            <a:noFill/>
          </a:ln>
        </p:spPr>
      </p:pic>
      <p:sp>
        <p:nvSpPr>
          <p:cNvPr id="38917" name="内容占位符 2"/>
          <p:cNvSpPr txBox="1"/>
          <p:nvPr/>
        </p:nvSpPr>
        <p:spPr>
          <a:xfrm>
            <a:off x="260350" y="3108325"/>
            <a:ext cx="8616950" cy="493713"/>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相对多数投票法（</a:t>
            </a:r>
            <a:r>
              <a:rPr lang="en-US" altLang="zh-CN" sz="2200" dirty="0">
                <a:latin typeface="Verdana" panose="020B0804030504040204" pitchFamily="34" charset="0"/>
                <a:ea typeface="幼圆" pitchFamily="49" charset="-122"/>
              </a:rPr>
              <a:t>plurality voting</a:t>
            </a:r>
            <a:r>
              <a:rPr lang="en-US" altLang="en-US" sz="2200" dirty="0">
                <a:latin typeface="Verdana" panose="020B0804030504040204" pitchFamily="34" charset="0"/>
                <a:ea typeface="幼圆" pitchFamily="49" charset="-122"/>
              </a:rPr>
              <a:t>）</a:t>
            </a:r>
            <a:endParaRPr lang="en-US" altLang="en-US" sz="2200" dirty="0">
              <a:latin typeface="Verdana" panose="020B0804030504040204" pitchFamily="34" charset="0"/>
              <a:ea typeface="幼圆" pitchFamily="49" charset="-122"/>
            </a:endParaRPr>
          </a:p>
        </p:txBody>
      </p:sp>
      <p:pic>
        <p:nvPicPr>
          <p:cNvPr id="38918" name="图片 8"/>
          <p:cNvPicPr>
            <a:picLocks noChangeAspect="1"/>
          </p:cNvPicPr>
          <p:nvPr/>
        </p:nvPicPr>
        <p:blipFill>
          <a:blip r:embed="rId2"/>
          <a:stretch>
            <a:fillRect/>
          </a:stretch>
        </p:blipFill>
        <p:spPr>
          <a:xfrm>
            <a:off x="2400300" y="3687763"/>
            <a:ext cx="2514600" cy="581025"/>
          </a:xfrm>
          <a:prstGeom prst="rect">
            <a:avLst/>
          </a:prstGeom>
          <a:noFill/>
          <a:ln w="9525">
            <a:noFill/>
          </a:ln>
        </p:spPr>
      </p:pic>
      <p:sp>
        <p:nvSpPr>
          <p:cNvPr id="38919" name="内容占位符 2"/>
          <p:cNvSpPr txBox="1"/>
          <p:nvPr/>
        </p:nvSpPr>
        <p:spPr>
          <a:xfrm>
            <a:off x="323850" y="4530725"/>
            <a:ext cx="8616950" cy="493713"/>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加权投票法（</a:t>
            </a:r>
            <a:r>
              <a:rPr lang="en-US" altLang="zh-CN" sz="2200" dirty="0">
                <a:latin typeface="Verdana" panose="020B0804030504040204" pitchFamily="34" charset="0"/>
                <a:ea typeface="幼圆" pitchFamily="49" charset="-122"/>
              </a:rPr>
              <a:t>weighted voting</a:t>
            </a:r>
            <a:r>
              <a:rPr lang="en-US" altLang="en-US" sz="2200" dirty="0">
                <a:latin typeface="Verdana" panose="020B0804030504040204" pitchFamily="34" charset="0"/>
                <a:ea typeface="幼圆" pitchFamily="49" charset="-122"/>
              </a:rPr>
              <a:t>）</a:t>
            </a:r>
            <a:endParaRPr lang="en-US" altLang="en-US" sz="2200" dirty="0">
              <a:latin typeface="Verdana" panose="020B0804030504040204" pitchFamily="34" charset="0"/>
              <a:ea typeface="幼圆" pitchFamily="49" charset="-122"/>
            </a:endParaRPr>
          </a:p>
        </p:txBody>
      </p:sp>
      <p:pic>
        <p:nvPicPr>
          <p:cNvPr id="38920" name="图片 9"/>
          <p:cNvPicPr>
            <a:picLocks noChangeAspect="1"/>
          </p:cNvPicPr>
          <p:nvPr/>
        </p:nvPicPr>
        <p:blipFill>
          <a:blip r:embed="rId3"/>
          <a:stretch>
            <a:fillRect/>
          </a:stretch>
        </p:blipFill>
        <p:spPr>
          <a:xfrm>
            <a:off x="2400300" y="5272088"/>
            <a:ext cx="2828925" cy="638175"/>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标题 5"/>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结合策略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学习法</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9939" name="内容占位符 2"/>
          <p:cNvSpPr>
            <a:spLocks noGrp="1"/>
          </p:cNvSpPr>
          <p:nvPr>
            <p:ph idx="1"/>
          </p:nvPr>
        </p:nvSpPr>
        <p:spPr>
          <a:xfrm>
            <a:off x="260350" y="1266825"/>
            <a:ext cx="8616950" cy="452438"/>
          </a:xfrm>
        </p:spPr>
        <p:txBody>
          <a:bodyPr vert="horz" wrap="square" lIns="91440" tIns="46800" rIns="91440" bIns="45720" anchor="t" anchorCtr="0"/>
          <a:p>
            <a:pPr defTabSz="914400">
              <a:buSzPct val="100000"/>
            </a:pPr>
            <a:r>
              <a:rPr lang="en-US" altLang="zh-CN" kern="1200" baseline="0" dirty="0">
                <a:latin typeface="Verdana" panose="020B0804030504040204" pitchFamily="34" charset="0"/>
                <a:ea typeface="幼圆" pitchFamily="49" charset="-122"/>
                <a:cs typeface="+mn-cs"/>
              </a:rPr>
              <a:t>Stacking</a:t>
            </a:r>
            <a:r>
              <a:rPr lang="zh-CN" altLang="en-US" kern="1200" baseline="0" dirty="0">
                <a:latin typeface="Verdana" panose="020B0804030504040204" pitchFamily="34" charset="0"/>
                <a:ea typeface="幼圆" pitchFamily="49" charset="-122"/>
                <a:cs typeface="+mn-cs"/>
              </a:rPr>
              <a:t>是学习法的典型代表</a:t>
            </a:r>
            <a:r>
              <a:rPr lang="en-US" altLang="zh-CN" kern="1200" baseline="0" dirty="0">
                <a:latin typeface="Verdana" panose="020B0804030504040204" pitchFamily="34" charset="0"/>
                <a:ea typeface="幼圆" pitchFamily="49" charset="-122"/>
                <a:cs typeface="+mn-cs"/>
              </a:rPr>
              <a:t> </a:t>
            </a:r>
            <a:endParaRPr lang="zh-CN" altLang="en-US" kern="1200" baseline="0" dirty="0">
              <a:latin typeface="Verdana" panose="020B0804030504040204" pitchFamily="34" charset="0"/>
              <a:ea typeface="幼圆" pitchFamily="49" charset="-122"/>
              <a:cs typeface="+mn-cs"/>
            </a:endParaRPr>
          </a:p>
          <a:p>
            <a:pPr defTabSz="914400">
              <a:buSzPct val="100000"/>
            </a:pPr>
            <a:endParaRPr lang="zh-CN" altLang="en-US" kern="1200" baseline="0" dirty="0">
              <a:latin typeface="Verdana" panose="020B0804030504040204" pitchFamily="34" charset="0"/>
              <a:ea typeface="幼圆" pitchFamily="49" charset="-122"/>
              <a:cs typeface="+mn-cs"/>
            </a:endParaRPr>
          </a:p>
        </p:txBody>
      </p:sp>
      <p:pic>
        <p:nvPicPr>
          <p:cNvPr id="39940" name="图片 4"/>
          <p:cNvPicPr>
            <a:picLocks noChangeAspect="1"/>
          </p:cNvPicPr>
          <p:nvPr/>
        </p:nvPicPr>
        <p:blipFill>
          <a:blip r:embed="rId1"/>
          <a:stretch>
            <a:fillRect/>
          </a:stretch>
        </p:blipFill>
        <p:spPr>
          <a:xfrm>
            <a:off x="814388" y="1719263"/>
            <a:ext cx="5957887" cy="3752850"/>
          </a:xfrm>
          <a:prstGeom prst="rect">
            <a:avLst/>
          </a:prstGeom>
          <a:noFill/>
          <a:ln w="9525">
            <a:noFill/>
          </a:ln>
        </p:spPr>
      </p:pic>
      <p:sp>
        <p:nvSpPr>
          <p:cNvPr id="39941" name="内容占位符 2"/>
          <p:cNvSpPr txBox="1"/>
          <p:nvPr/>
        </p:nvSpPr>
        <p:spPr>
          <a:xfrm>
            <a:off x="260350" y="5562600"/>
            <a:ext cx="8616950" cy="990600"/>
          </a:xfrm>
          <a:prstGeom prst="rect">
            <a:avLst/>
          </a:prstGeom>
          <a:noFill/>
          <a:ln w="9525">
            <a:noFill/>
          </a:ln>
        </p:spPr>
        <p:txBody>
          <a:bodyPr tIns="46800"/>
          <a:p>
            <a:pPr marL="325755" lvl="1" indent="0">
              <a:lnSpc>
                <a:spcPct val="90000"/>
              </a:lnSpc>
              <a:spcBef>
                <a:spcPts val="500"/>
              </a:spcBef>
              <a:buClr>
                <a:srgbClr val="023A91"/>
              </a:buClr>
              <a:buFont typeface="Wingdings" panose="05000000000000000000" pitchFamily="2" charset="2"/>
              <a:buNone/>
            </a:pPr>
            <a:r>
              <a:rPr lang="zh-CN" altLang="en-US" sz="2000" dirty="0">
                <a:latin typeface="Verdana" panose="020B0804030504040204" pitchFamily="34" charset="0"/>
                <a:ea typeface="幼圆" pitchFamily="49" charset="-122"/>
              </a:rPr>
              <a:t> 多响应线性回归</a:t>
            </a:r>
            <a:r>
              <a:rPr lang="en-US" altLang="zh-CN" sz="2000" dirty="0">
                <a:latin typeface="Verdana" panose="020B0804030504040204" pitchFamily="34" charset="0"/>
                <a:ea typeface="幼圆" pitchFamily="49" charset="-122"/>
              </a:rPr>
              <a:t>(MLR)</a:t>
            </a:r>
            <a:r>
              <a:rPr lang="zh-CN" altLang="en-US" sz="2000" dirty="0">
                <a:latin typeface="Verdana" panose="020B0804030504040204" pitchFamily="34" charset="0"/>
                <a:ea typeface="幼圆" pitchFamily="49" charset="-122"/>
              </a:rPr>
              <a:t>作为次级学习器的学习算法 效果较好</a:t>
            </a:r>
            <a:endParaRPr lang="en-US" altLang="zh-CN" sz="2000" dirty="0">
              <a:latin typeface="Verdana" panose="020B0804030504040204" pitchFamily="34" charset="0"/>
              <a:ea typeface="幼圆" pitchFamily="49" charset="-122"/>
            </a:endParaRPr>
          </a:p>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贝叶斯模型平均</a:t>
            </a:r>
            <a:r>
              <a:rPr lang="en-US" altLang="zh-CN" sz="2200" dirty="0">
                <a:latin typeface="Verdana" panose="020B0804030504040204" pitchFamily="34" charset="0"/>
                <a:ea typeface="幼圆" pitchFamily="49" charset="-122"/>
              </a:rPr>
              <a:t>(BMA)</a:t>
            </a:r>
            <a:endParaRPr lang="zh-CN" altLang="en-US" sz="2200" dirty="0">
              <a:latin typeface="Verdana" panose="020B0804030504040204" pitchFamily="34" charset="0"/>
              <a:ea typeface="幼圆"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集成学习</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6" name="内容占位符 2"/>
          <p:cNvSpPr>
            <a:spLocks noGrp="1"/>
          </p:cNvSpPr>
          <p:nvPr>
            <p:ph idx="1"/>
          </p:nvPr>
        </p:nvSpPr>
        <p:spPr>
          <a:xfrm>
            <a:off x="377825" y="893763"/>
            <a:ext cx="8616950" cy="5175250"/>
          </a:xfrm>
        </p:spPr>
        <p:txBody>
          <a:bodyPr vert="horz" lIns="91440" tIns="46800" rIns="91440" bIns="45720" rtlCol="0">
            <a:normAutofit fontScale="92500" lnSpcReduction="10000"/>
          </a:bodyPr>
          <a:lstStyle/>
          <a:p>
            <a:pPr marL="0" marR="0" lvl="0" indent="0"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None/>
              <a:defRPr/>
            </a:pP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zh-CN" altLang="en-US" sz="2800" b="0" i="0" u="none" strike="noStrike" kern="1200" cap="none" spc="0" normalizeH="0" baseline="0" noProof="0" dirty="0">
                <a:ln>
                  <a:noFill/>
                </a:ln>
                <a:solidFill>
                  <a:schemeClr val="bg1">
                    <a:lumMod val="75000"/>
                  </a:schemeClr>
                </a:solidFill>
                <a:effectLst/>
                <a:uLnTx/>
                <a:uFillTx/>
                <a:latin typeface="+mn-ea"/>
                <a:ea typeface="+mn-ea"/>
                <a:cs typeface="+mn-cs"/>
              </a:rPr>
              <a:t>个体</a:t>
            </a: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与集成</a:t>
            </a:r>
            <a:endParaRPr kumimoji="0" lang="en-US" altLang="zh-CN" sz="22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rPr>
              <a:t>Boosting</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en-US" altLang="zh-CN" sz="2000" b="0" i="0" u="none" strike="noStrike" kern="1200" cap="none" spc="0" normalizeH="0" baseline="0" noProof="0" dirty="0" err="1" smtClean="0">
                <a:ln>
                  <a:noFill/>
                </a:ln>
                <a:solidFill>
                  <a:schemeClr val="bg1">
                    <a:lumMod val="75000"/>
                  </a:schemeClr>
                </a:solidFill>
                <a:effectLst/>
                <a:uLnTx/>
                <a:uFillTx/>
                <a:latin typeface="Verdana" panose="020B0804030504040204" pitchFamily="34" charset="0"/>
                <a:ea typeface="幼圆" pitchFamily="49" charset="-122"/>
                <a:cs typeface="+mn-cs"/>
              </a:rPr>
              <a:t>Adaboost</a:t>
            </a:r>
            <a:r>
              <a:rPr kumimoji="0" lang="zh-CN" altLang="en-US"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rPr>
              <a:t> </a:t>
            </a:r>
            <a:r>
              <a:rPr kumimoji="0" lang="en-US" altLang="zh-CN"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rPr>
              <a:t> </a:t>
            </a:r>
            <a:endParaRPr kumimoji="0" lang="en-US" altLang="zh-CN" sz="20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a:t>
            </a:r>
            <a:r>
              <a:rPr kumimoji="0" lang="en-US" altLang="zh-CN" sz="2800" b="0" i="0" u="none" strike="noStrike" kern="1200" cap="none" spc="0" normalizeH="0" baseline="0" noProof="0" dirty="0" smtClean="0">
                <a:ln>
                  <a:noFill/>
                </a:ln>
                <a:solidFill>
                  <a:schemeClr val="bg1">
                    <a:lumMod val="75000"/>
                  </a:schemeClr>
                </a:solidFill>
                <a:effectLst/>
                <a:uLnTx/>
                <a:uFillTx/>
                <a:latin typeface="+mn-lt"/>
                <a:ea typeface="+mn-ea"/>
                <a:cs typeface="+mn-cs"/>
              </a:rPr>
              <a:t>Bagging</a:t>
            </a: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与随机森林</a:t>
            </a:r>
            <a:endParaRPr kumimoji="0" lang="en-US" altLang="zh-CN" sz="2200" b="0" i="0" u="none" strike="noStrike" kern="1200" cap="none" spc="0" normalizeH="0" baseline="0" noProof="0" dirty="0" smtClean="0">
              <a:ln>
                <a:noFill/>
              </a:ln>
              <a:solidFill>
                <a:schemeClr val="bg1">
                  <a:lumMod val="75000"/>
                </a:schemeClr>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bg1">
                    <a:lumMod val="75000"/>
                  </a:schemeClr>
                </a:solidFill>
                <a:effectLst/>
                <a:uLnTx/>
                <a:uFillTx/>
                <a:latin typeface="+mn-ea"/>
                <a:ea typeface="+mn-ea"/>
                <a:cs typeface="+mn-cs"/>
              </a:rPr>
              <a:t> 结合策略</a:t>
            </a:r>
            <a:endParaRPr kumimoji="0" lang="en-US" altLang="zh-CN" sz="28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平均法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投票</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bg1">
                    <a:lumMod val="75000"/>
                  </a:schemeClr>
                </a:solidFill>
                <a:effectLst/>
                <a:uLnTx/>
                <a:uFillTx/>
                <a:latin typeface="+mn-ea"/>
                <a:ea typeface="+mn-ea"/>
                <a:cs typeface="+mn-cs"/>
              </a:rPr>
              <a:t>学习</a:t>
            </a:r>
            <a:r>
              <a:rPr kumimoji="0" lang="zh-CN" altLang="en-US" sz="2600" b="0" i="0" u="none" strike="noStrike" kern="1200" cap="none" spc="0" normalizeH="0" baseline="0" noProof="0" dirty="0" smtClean="0">
                <a:ln>
                  <a:noFill/>
                </a:ln>
                <a:solidFill>
                  <a:schemeClr val="bg1">
                    <a:lumMod val="75000"/>
                  </a:schemeClr>
                </a:solidFill>
                <a:effectLst/>
                <a:uLnTx/>
                <a:uFillTx/>
                <a:latin typeface="+mn-ea"/>
                <a:ea typeface="+mn-ea"/>
                <a:cs typeface="+mn-cs"/>
              </a:rPr>
              <a:t>法</a:t>
            </a:r>
            <a:endParaRPr kumimoji="0" lang="en-US" altLang="zh-CN" sz="2600" b="0" i="0" u="none" strike="noStrike" kern="1200" cap="none" spc="0" normalizeH="0" baseline="0" noProof="0" dirty="0" smtClean="0">
              <a:ln>
                <a:noFill/>
              </a:ln>
              <a:solidFill>
                <a:schemeClr val="bg1">
                  <a:lumMod val="75000"/>
                </a:schemeClr>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多样性</a:t>
            </a:r>
            <a:endParaRPr kumimoji="0" lang="en-US" altLang="zh-CN" sz="28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误差</a:t>
            </a:r>
            <a:r>
              <a:rPr kumimoji="0" lang="en-US" altLang="zh-CN" sz="2600" b="0" i="0" u="none" strike="noStrike" kern="1200" cap="none" spc="0" normalizeH="0" baseline="0" noProof="0" dirty="0" smtClean="0">
                <a:ln>
                  <a:noFill/>
                </a:ln>
                <a:solidFill>
                  <a:schemeClr val="tx1"/>
                </a:solidFill>
                <a:effectLst/>
                <a:uLnTx/>
                <a:uFillTx/>
                <a:latin typeface="+mn-ea"/>
                <a:ea typeface="+mn-ea"/>
                <a:cs typeface="+mn-cs"/>
              </a:rPr>
              <a:t>-</a:t>
            </a: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分歧分解</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smtClean="0">
                <a:ln>
                  <a:noFill/>
                </a:ln>
                <a:solidFill>
                  <a:schemeClr val="tx1"/>
                </a:solidFill>
                <a:effectLst/>
                <a:uLnTx/>
                <a:uFillTx/>
                <a:latin typeface="+mn-ea"/>
                <a:ea typeface="+mn-ea"/>
                <a:cs typeface="+mn-cs"/>
              </a:rPr>
              <a:t>多样性度量</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685800" marR="0" lvl="1" indent="-360045"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Char char="l"/>
              <a:defRPr/>
            </a:pPr>
            <a:r>
              <a:rPr kumimoji="0" lang="zh-CN" altLang="en-US" sz="2600" b="0" i="0" u="none" strike="noStrike" kern="1200" cap="none" spc="0" normalizeH="0" baseline="0" noProof="0" dirty="0">
                <a:ln>
                  <a:noFill/>
                </a:ln>
                <a:solidFill>
                  <a:schemeClr val="tx1"/>
                </a:solidFill>
                <a:effectLst/>
                <a:uLnTx/>
                <a:uFillTx/>
                <a:latin typeface="+mn-ea"/>
                <a:ea typeface="+mn-ea"/>
                <a:cs typeface="+mn-cs"/>
              </a:rPr>
              <a:t>多样性扰动</a:t>
            </a:r>
            <a:endParaRPr kumimoji="0" lang="en-US" altLang="zh-CN" sz="26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endParaRPr kumimoji="0" lang="zh-CN" altLang="en-US" sz="2800" b="0" i="0" u="none" strike="noStrike" kern="1200" cap="none" spc="0" normalizeH="0" baseline="0" noProof="0" dirty="0">
              <a:ln>
                <a:noFill/>
              </a:ln>
              <a:solidFill>
                <a:schemeClr val="tx1"/>
              </a:solidFill>
              <a:effectLst/>
              <a:uLnTx/>
              <a:uFillTx/>
              <a:latin typeface="+mn-ea"/>
              <a:ea typeface="+mn-ea"/>
              <a:cs typeface="+mn-cs"/>
            </a:endParaRPr>
          </a:p>
          <a:p>
            <a:pPr marL="1697355" marR="0" lvl="4" indent="0" algn="l" defTabSz="914400" rtl="0" eaLnBrk="1" fontAlgn="auto" latinLnBrk="0" hangingPunct="1">
              <a:lnSpc>
                <a:spcPct val="90000"/>
              </a:lnSpc>
              <a:spcBef>
                <a:spcPts val="500"/>
              </a:spcBef>
              <a:spcAft>
                <a:spcPts val="0"/>
              </a:spcAft>
              <a:buClr>
                <a:schemeClr val="accent1"/>
              </a:buClr>
              <a:buSzTx/>
              <a:buFont typeface="Wingdings" panose="05000000000000000000" pitchFamily="2" charset="2"/>
              <a:buNone/>
              <a:defRPr/>
            </a:pPr>
            <a:endParaRPr kumimoji="0" lang="en-US" altLang="zh-CN" sz="16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误差</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分歧分解</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 name="内容占位符 2"/>
          <p:cNvSpPr>
            <a:spLocks noGrp="1" noRot="1" noChangeAspect="1" noMove="1" noResize="1" noEditPoints="1" noAdjustHandles="1" noChangeArrowheads="1" noChangeShapeType="1" noTextEdit="1"/>
          </p:cNvSpPr>
          <p:nvPr>
            <p:ph idx="1"/>
          </p:nvPr>
        </p:nvSpPr>
        <p:spPr>
          <a:xfrm>
            <a:off x="260350" y="1266825"/>
            <a:ext cx="8616950" cy="612775"/>
          </a:xfrm>
          <a:blipFill rotWithShape="0">
            <a:blip r:embed="rId1"/>
            <a:stretch>
              <a:fillRect l="-778" t="-15000"/>
            </a:stretch>
          </a:blipFill>
          <a:effectLst/>
          <a:scene3d>
            <a:camera prst="orthographicFront"/>
            <a:lightRig rig="balanced" dir="t"/>
          </a:scene3d>
          <a:sp3d prstMaterial="plastic"/>
        </p:spPr>
        <p:txBody>
          <a:bodyPr vert="horz" lIns="91440" tIns="46800" rIns="91440" bIns="45720" rtlCol="0">
            <a:normAutofit/>
          </a:bodyPr>
          <a:lstStyle/>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rPr>
              <a:t> </a:t>
            </a:r>
            <a:endPar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endParaRPr>
          </a:p>
        </p:txBody>
      </p:sp>
      <p:sp>
        <p:nvSpPr>
          <p:cNvPr id="41988" name="内容占位符 2"/>
          <p:cNvSpPr txBox="1"/>
          <p:nvPr/>
        </p:nvSpPr>
        <p:spPr>
          <a:xfrm>
            <a:off x="260350" y="3095625"/>
            <a:ext cx="8616950" cy="612775"/>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集成的分歧：</a:t>
            </a:r>
            <a:endParaRPr lang="en-US" altLang="en-US" sz="2200" dirty="0">
              <a:latin typeface="Verdana" panose="020B0804030504040204" pitchFamily="34" charset="0"/>
              <a:ea typeface="幼圆" pitchFamily="49" charset="-122"/>
            </a:endParaRPr>
          </a:p>
        </p:txBody>
      </p:sp>
      <p:pic>
        <p:nvPicPr>
          <p:cNvPr id="41989" name="图片 5"/>
          <p:cNvPicPr>
            <a:picLocks noChangeAspect="1"/>
          </p:cNvPicPr>
          <p:nvPr/>
        </p:nvPicPr>
        <p:blipFill>
          <a:blip r:embed="rId2"/>
          <a:stretch>
            <a:fillRect/>
          </a:stretch>
        </p:blipFill>
        <p:spPr>
          <a:xfrm>
            <a:off x="2151063" y="1949450"/>
            <a:ext cx="3846512" cy="752475"/>
          </a:xfrm>
          <a:prstGeom prst="rect">
            <a:avLst/>
          </a:prstGeom>
          <a:noFill/>
          <a:ln w="9525">
            <a:noFill/>
          </a:ln>
        </p:spPr>
      </p:pic>
      <p:pic>
        <p:nvPicPr>
          <p:cNvPr id="41990" name="图片 6"/>
          <p:cNvPicPr>
            <a:picLocks noChangeAspect="1"/>
          </p:cNvPicPr>
          <p:nvPr/>
        </p:nvPicPr>
        <p:blipFill>
          <a:blip r:embed="rId3"/>
          <a:stretch>
            <a:fillRect/>
          </a:stretch>
        </p:blipFill>
        <p:spPr>
          <a:xfrm>
            <a:off x="1871663" y="3917950"/>
            <a:ext cx="5276850" cy="149225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误差</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分歧分解</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4" name="内容占位符 2"/>
          <p:cNvSpPr>
            <a:spLocks noGrp="1" noRot="1" noChangeAspect="1" noMove="1" noResize="1" noEditPoints="1" noAdjustHandles="1" noChangeArrowheads="1" noChangeShapeType="1" noTextEdit="1"/>
          </p:cNvSpPr>
          <p:nvPr>
            <p:ph idx="1"/>
          </p:nvPr>
        </p:nvSpPr>
        <p:spPr>
          <a:xfrm>
            <a:off x="260350" y="1266825"/>
            <a:ext cx="8616950" cy="2648682"/>
          </a:xfrm>
          <a:blipFill rotWithShape="0">
            <a:blip r:embed="rId1"/>
            <a:stretch>
              <a:fillRect l="-778" t="-3456" r="-71"/>
            </a:stretch>
          </a:blipFill>
          <a:effectLst/>
          <a:scene3d>
            <a:camera prst="orthographicFront"/>
            <a:lightRig rig="balanced" dir="t"/>
          </a:scene3d>
          <a:sp3d prstMaterial="plastic"/>
        </p:spPr>
        <p:txBody>
          <a:bodyPr vert="horz" lIns="91440" tIns="46800" rIns="91440" bIns="45720" rtlCol="0">
            <a:normAutofit/>
          </a:bodyPr>
          <a:lstStyle/>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rPr>
              <a:t> </a:t>
            </a:r>
            <a:endPar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endParaRPr>
          </a:p>
        </p:txBody>
      </p:sp>
      <p:pic>
        <p:nvPicPr>
          <p:cNvPr id="43012" name="图片 2"/>
          <p:cNvPicPr>
            <a:picLocks noChangeAspect="1"/>
          </p:cNvPicPr>
          <p:nvPr/>
        </p:nvPicPr>
        <p:blipFill>
          <a:blip r:embed="rId2"/>
          <a:stretch>
            <a:fillRect/>
          </a:stretch>
        </p:blipFill>
        <p:spPr>
          <a:xfrm>
            <a:off x="2400300" y="2740025"/>
            <a:ext cx="4152900" cy="1447800"/>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误差</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分歧分解</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44035" name="内容占位符 2"/>
          <p:cNvSpPr>
            <a:spLocks noGrp="1"/>
          </p:cNvSpPr>
          <p:nvPr>
            <p:ph idx="1"/>
          </p:nvPr>
        </p:nvSpPr>
        <p:spPr>
          <a:xfrm>
            <a:off x="260350" y="1266825"/>
            <a:ext cx="8616950" cy="2647950"/>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令                                    表示个体学习器误差的加权均值，有</a:t>
            </a:r>
            <a:endParaRPr lang="zh-CN" altLang="en-US" kern="1200" baseline="0" dirty="0">
              <a:latin typeface="Verdana" panose="020B0804030504040204" pitchFamily="34" charset="0"/>
              <a:ea typeface="幼圆" pitchFamily="49" charset="-122"/>
              <a:cs typeface="+mn-cs"/>
            </a:endParaRPr>
          </a:p>
        </p:txBody>
      </p:sp>
      <p:pic>
        <p:nvPicPr>
          <p:cNvPr id="44036" name="图片 4"/>
          <p:cNvPicPr>
            <a:picLocks noChangeAspect="1"/>
          </p:cNvPicPr>
          <p:nvPr/>
        </p:nvPicPr>
        <p:blipFill>
          <a:blip r:embed="rId1"/>
          <a:stretch>
            <a:fillRect/>
          </a:stretch>
        </p:blipFill>
        <p:spPr>
          <a:xfrm>
            <a:off x="1012825" y="1231900"/>
            <a:ext cx="3462338" cy="425450"/>
          </a:xfrm>
          <a:prstGeom prst="rect">
            <a:avLst/>
          </a:prstGeom>
          <a:noFill/>
          <a:ln w="9525">
            <a:noFill/>
          </a:ln>
        </p:spPr>
      </p:pic>
      <p:pic>
        <p:nvPicPr>
          <p:cNvPr id="44037" name="图片 5"/>
          <p:cNvPicPr>
            <a:picLocks noChangeAspect="1"/>
          </p:cNvPicPr>
          <p:nvPr/>
        </p:nvPicPr>
        <p:blipFill>
          <a:blip r:embed="rId2"/>
          <a:stretch>
            <a:fillRect/>
          </a:stretch>
        </p:blipFill>
        <p:spPr>
          <a:xfrm>
            <a:off x="1765300" y="1851025"/>
            <a:ext cx="4802188" cy="1550988"/>
          </a:xfrm>
          <a:prstGeom prst="rect">
            <a:avLst/>
          </a:prstGeom>
          <a:noFill/>
          <a:ln w="9525">
            <a:noFill/>
          </a:ln>
        </p:spPr>
      </p:pic>
      <p:sp>
        <p:nvSpPr>
          <p:cNvPr id="7" name="内容占位符 2"/>
          <p:cNvSpPr txBox="1">
            <a:spLocks noRot="1" noChangeAspect="1" noMove="1" noResize="1" noEditPoints="1" noAdjustHandles="1" noChangeArrowheads="1" noChangeShapeType="1" noTextEdit="1"/>
          </p:cNvSpPr>
          <p:nvPr/>
        </p:nvSpPr>
        <p:spPr>
          <a:xfrm>
            <a:off x="260350" y="3802474"/>
            <a:ext cx="8616950" cy="959531"/>
          </a:xfrm>
          <a:prstGeom prst="rect">
            <a:avLst/>
          </a:prstGeom>
          <a:blipFill rotWithShape="0">
            <a:blip r:embed="rId3"/>
            <a:stretch>
              <a:fillRect l="-778" t="-9554"/>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pic>
        <p:nvPicPr>
          <p:cNvPr id="44039" name="图片 7"/>
          <p:cNvPicPr>
            <a:picLocks noChangeAspect="1"/>
          </p:cNvPicPr>
          <p:nvPr/>
        </p:nvPicPr>
        <p:blipFill>
          <a:blip r:embed="rId4"/>
          <a:stretch>
            <a:fillRect/>
          </a:stretch>
        </p:blipFill>
        <p:spPr>
          <a:xfrm>
            <a:off x="665163" y="4702175"/>
            <a:ext cx="7980362" cy="844550"/>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误差</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分歧分解</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 name="内容占位符 2"/>
          <p:cNvSpPr>
            <a:spLocks noGrp="1" noRot="1" noChangeAspect="1" noMove="1" noResize="1" noEditPoints="1" noAdjustHandles="1" noChangeArrowheads="1" noChangeShapeType="1" noTextEdit="1"/>
          </p:cNvSpPr>
          <p:nvPr>
            <p:ph idx="1"/>
          </p:nvPr>
        </p:nvSpPr>
        <p:spPr>
          <a:xfrm>
            <a:off x="260350" y="1266825"/>
            <a:ext cx="8616950" cy="612775"/>
          </a:xfrm>
          <a:blipFill rotWithShape="0">
            <a:blip r:embed="rId1"/>
            <a:stretch>
              <a:fillRect l="-778" t="-15000"/>
            </a:stretch>
          </a:blipFill>
          <a:effectLst/>
          <a:scene3d>
            <a:camera prst="orthographicFront"/>
            <a:lightRig rig="balanced" dir="t"/>
          </a:scene3d>
          <a:sp3d prstMaterial="plastic"/>
        </p:spPr>
        <p:txBody>
          <a:bodyPr vert="horz" lIns="91440" tIns="46800" rIns="91440" bIns="45720" rtlCol="0">
            <a:normAutofit/>
          </a:bodyPr>
          <a:lstStyle/>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rPr>
              <a:t> </a:t>
            </a:r>
            <a:endParaRPr kumimoji="0" lang="zh-CN" altLang="en-US" sz="2200" b="0" i="0" u="none" strike="noStrike" kern="1200" cap="none" spc="0" normalizeH="0" baseline="0" noProof="0">
              <a:ln>
                <a:noFill/>
              </a:ln>
              <a:noFill/>
              <a:effectLst/>
              <a:uLnTx/>
              <a:uFillTx/>
              <a:latin typeface="Verdana" panose="020B0804030504040204" pitchFamily="34" charset="0"/>
              <a:ea typeface="幼圆" pitchFamily="49" charset="-122"/>
              <a:cs typeface="+mn-cs"/>
            </a:endParaRPr>
          </a:p>
        </p:txBody>
      </p:sp>
      <p:sp>
        <p:nvSpPr>
          <p:cNvPr id="45060" name="内容占位符 2"/>
          <p:cNvSpPr txBox="1"/>
          <p:nvPr/>
        </p:nvSpPr>
        <p:spPr>
          <a:xfrm>
            <a:off x="260350" y="3281363"/>
            <a:ext cx="8616950" cy="612775"/>
          </a:xfrm>
          <a:prstGeom prst="rect">
            <a:avLst/>
          </a:prstGeom>
          <a:noFill/>
          <a:ln w="9525">
            <a:noFill/>
          </a:ln>
        </p:spPr>
        <p:txBody>
          <a:bodyPr tIns="46800"/>
          <a:p>
            <a:pPr marL="228600" indent="-358775">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集成的泛化误差为：</a:t>
            </a:r>
            <a:endParaRPr lang="en-US" altLang="en-US" sz="2200" dirty="0">
              <a:latin typeface="Verdana" panose="020B0804030504040204" pitchFamily="34" charset="0"/>
              <a:ea typeface="幼圆" pitchFamily="49" charset="-122"/>
            </a:endParaRPr>
          </a:p>
        </p:txBody>
      </p:sp>
      <p:sp>
        <p:nvSpPr>
          <p:cNvPr id="11" name="内容占位符 2"/>
          <p:cNvSpPr txBox="1"/>
          <p:nvPr/>
        </p:nvSpPr>
        <p:spPr>
          <a:xfrm>
            <a:off x="260350" y="4416425"/>
            <a:ext cx="8616950" cy="887413"/>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804030504040204" pitchFamily="34" charset="0"/>
                <a:ea typeface="幼圆"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804030504040204" pitchFamily="34" charset="0"/>
                <a:ea typeface="幼圆"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804030504040204" pitchFamily="34" charset="0"/>
                <a:ea typeface="幼圆"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9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令                       表示个体学习器泛化误差的加权均值，</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0" marR="0" lvl="0" indent="0"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None/>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表示个体学习器的加权分歧值，有</a:t>
            </a:r>
            <a:endParaRPr kumimoji="0" lang="en-US" altLang="en-US" sz="22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endParaRPr>
          </a:p>
        </p:txBody>
      </p:sp>
      <p:pic>
        <p:nvPicPr>
          <p:cNvPr id="45062" name="图片 9"/>
          <p:cNvPicPr>
            <a:picLocks noChangeAspect="1"/>
          </p:cNvPicPr>
          <p:nvPr/>
        </p:nvPicPr>
        <p:blipFill>
          <a:blip r:embed="rId2"/>
          <a:stretch>
            <a:fillRect/>
          </a:stretch>
        </p:blipFill>
        <p:spPr>
          <a:xfrm>
            <a:off x="2894013" y="3548063"/>
            <a:ext cx="3122612" cy="766762"/>
          </a:xfrm>
          <a:prstGeom prst="rect">
            <a:avLst/>
          </a:prstGeom>
          <a:noFill/>
          <a:ln w="9525">
            <a:noFill/>
          </a:ln>
        </p:spPr>
      </p:pic>
      <p:pic>
        <p:nvPicPr>
          <p:cNvPr id="45063" name="图片 12"/>
          <p:cNvPicPr>
            <a:picLocks noChangeAspect="1"/>
          </p:cNvPicPr>
          <p:nvPr/>
        </p:nvPicPr>
        <p:blipFill>
          <a:blip r:embed="rId3"/>
          <a:stretch>
            <a:fillRect/>
          </a:stretch>
        </p:blipFill>
        <p:spPr>
          <a:xfrm>
            <a:off x="2786063" y="1674813"/>
            <a:ext cx="2949575" cy="1654175"/>
          </a:xfrm>
          <a:prstGeom prst="rect">
            <a:avLst/>
          </a:prstGeom>
          <a:noFill/>
          <a:ln w="9525">
            <a:noFill/>
          </a:ln>
        </p:spPr>
      </p:pic>
      <p:pic>
        <p:nvPicPr>
          <p:cNvPr id="45064" name="图片 13"/>
          <p:cNvPicPr>
            <a:picLocks noChangeAspect="1"/>
          </p:cNvPicPr>
          <p:nvPr/>
        </p:nvPicPr>
        <p:blipFill>
          <a:blip r:embed="rId4"/>
          <a:stretch>
            <a:fillRect/>
          </a:stretch>
        </p:blipFill>
        <p:spPr>
          <a:xfrm>
            <a:off x="3692525" y="5403850"/>
            <a:ext cx="1752600" cy="584200"/>
          </a:xfrm>
          <a:prstGeom prst="rect">
            <a:avLst/>
          </a:prstGeom>
          <a:noFill/>
          <a:ln w="9525">
            <a:noFill/>
          </a:ln>
        </p:spPr>
      </p:pic>
      <p:pic>
        <p:nvPicPr>
          <p:cNvPr id="45065" name="图片 15"/>
          <p:cNvPicPr>
            <a:picLocks noChangeAspect="1"/>
          </p:cNvPicPr>
          <p:nvPr/>
        </p:nvPicPr>
        <p:blipFill>
          <a:blip r:embed="rId5"/>
          <a:stretch>
            <a:fillRect/>
          </a:stretch>
        </p:blipFill>
        <p:spPr>
          <a:xfrm>
            <a:off x="1020763" y="4327525"/>
            <a:ext cx="2162175" cy="514350"/>
          </a:xfrm>
          <a:prstGeom prst="rect">
            <a:avLst/>
          </a:prstGeom>
          <a:noFill/>
          <a:ln w="9525">
            <a:noFill/>
          </a:ln>
        </p:spPr>
      </p:pic>
      <p:pic>
        <p:nvPicPr>
          <p:cNvPr id="45066" name="图片 16"/>
          <p:cNvPicPr>
            <a:picLocks noChangeAspect="1"/>
          </p:cNvPicPr>
          <p:nvPr/>
        </p:nvPicPr>
        <p:blipFill>
          <a:blip r:embed="rId6"/>
          <a:stretch>
            <a:fillRect/>
          </a:stretch>
        </p:blipFill>
        <p:spPr>
          <a:xfrm>
            <a:off x="665163" y="4789488"/>
            <a:ext cx="2136775" cy="485775"/>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误差</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分歧分解</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5" name="内容占位符 2"/>
          <p:cNvSpPr txBox="1">
            <a:spLocks noRot="1" noChangeAspect="1" noMove="1" noResize="1" noEditPoints="1" noAdjustHandles="1" noChangeArrowheads="1" noChangeShapeType="1" noTextEdit="1"/>
          </p:cNvSpPr>
          <p:nvPr/>
        </p:nvSpPr>
        <p:spPr>
          <a:xfrm>
            <a:off x="118351" y="1339721"/>
            <a:ext cx="8788143" cy="4479188"/>
          </a:xfrm>
          <a:prstGeom prst="rect">
            <a:avLst/>
          </a:prstGeom>
          <a:blipFill rotWithShape="0">
            <a:blip r:embed="rId1"/>
            <a:stretch>
              <a:fillRect l="-902" t="-2041" r="-693"/>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2"/>
          <p:cNvSpPr txBox="1">
            <a:spLocks noRot="1" noChangeAspect="1" noMove="1" noResize="1" noEditPoints="1" noAdjustHandles="1" noChangeArrowheads="1" noChangeShapeType="1" noTextEdit="1"/>
          </p:cNvSpPr>
          <p:nvPr/>
        </p:nvSpPr>
        <p:spPr>
          <a:xfrm>
            <a:off x="278019" y="2189686"/>
            <a:ext cx="8865981" cy="1909092"/>
          </a:xfrm>
          <a:prstGeom prst="rect">
            <a:avLst/>
          </a:prstGeom>
          <a:blipFill rotWithShape="0">
            <a:blip r:embed="rId1"/>
            <a:stretch>
              <a:fillRect l="-963"/>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sp>
        <p:nvSpPr>
          <p:cNvPr id="7" name="标题 1"/>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多样性度量</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47108" name="内容占位符 2"/>
          <p:cNvSpPr>
            <a:spLocks noGrp="1"/>
          </p:cNvSpPr>
          <p:nvPr>
            <p:ph idx="1"/>
          </p:nvPr>
        </p:nvSpPr>
        <p:spPr>
          <a:xfrm>
            <a:off x="260350" y="1266825"/>
            <a:ext cx="8616950" cy="1538288"/>
          </a:xfrm>
        </p:spPr>
        <p:txBody>
          <a:bodyPr vert="horz" wrap="square" lIns="91440" tIns="46800" rIns="91440" bIns="45720" anchor="t" anchorCtr="0"/>
          <a:p>
            <a:pPr defTabSz="914400">
              <a:buSzPct val="100000"/>
            </a:pPr>
            <a:r>
              <a:rPr lang="zh-CN" altLang="en-US" kern="1200" baseline="0" dirty="0">
                <a:latin typeface="Verdana" panose="020B0804030504040204" pitchFamily="34" charset="0"/>
                <a:ea typeface="幼圆" pitchFamily="49" charset="-122"/>
                <a:cs typeface="+mn-cs"/>
              </a:rPr>
              <a:t>多样性度量</a:t>
            </a:r>
            <a:r>
              <a:rPr lang="en-US" altLang="zh-CN" kern="1200" baseline="0" dirty="0">
                <a:latin typeface="Verdana" panose="020B0804030504040204" pitchFamily="34" charset="0"/>
                <a:ea typeface="幼圆" pitchFamily="49" charset="-122"/>
                <a:cs typeface="+mn-cs"/>
              </a:rPr>
              <a:t>(diversity</a:t>
            </a:r>
            <a:r>
              <a:rPr lang="zh-CN" altLang="en-US" kern="1200" baseline="0" dirty="0">
                <a:latin typeface="Verdana" panose="020B0804030504040204" pitchFamily="34" charset="0"/>
                <a:ea typeface="幼圆" pitchFamily="49" charset="-122"/>
                <a:cs typeface="+mn-cs"/>
              </a:rPr>
              <a:t> </a:t>
            </a:r>
            <a:r>
              <a:rPr lang="en-US" altLang="zh-CN" kern="1200" baseline="0" dirty="0">
                <a:latin typeface="Verdana" panose="020B0804030504040204" pitchFamily="34" charset="0"/>
                <a:ea typeface="幼圆" pitchFamily="49" charset="-122"/>
                <a:cs typeface="+mn-cs"/>
              </a:rPr>
              <a:t>measure)</a:t>
            </a:r>
            <a:r>
              <a:rPr lang="zh-CN" altLang="en-US" kern="1200" baseline="0" dirty="0">
                <a:latin typeface="Verdana" panose="020B0804030504040204" pitchFamily="34" charset="0"/>
                <a:ea typeface="幼圆" pitchFamily="49" charset="-122"/>
                <a:cs typeface="+mn-cs"/>
              </a:rPr>
              <a:t>用于度量集成中个体学习器的多样性</a:t>
            </a:r>
            <a:endParaRPr lang="zh-CN" altLang="en-US" kern="1200" baseline="0" dirty="0">
              <a:latin typeface="Verdana" panose="020B0804030504040204" pitchFamily="34" charset="0"/>
              <a:ea typeface="幼圆" pitchFamily="49" charset="-122"/>
              <a:cs typeface="+mn-cs"/>
            </a:endParaRPr>
          </a:p>
        </p:txBody>
      </p:sp>
      <p:pic>
        <p:nvPicPr>
          <p:cNvPr id="47109" name="图片 8"/>
          <p:cNvPicPr>
            <a:picLocks noChangeAspect="1"/>
          </p:cNvPicPr>
          <p:nvPr/>
        </p:nvPicPr>
        <p:blipFill>
          <a:blip r:embed="rId2"/>
          <a:stretch>
            <a:fillRect/>
          </a:stretch>
        </p:blipFill>
        <p:spPr>
          <a:xfrm>
            <a:off x="2184400" y="3522663"/>
            <a:ext cx="4394200" cy="1762125"/>
          </a:xfrm>
          <a:prstGeom prst="rect">
            <a:avLst/>
          </a:prstGeom>
          <a:noFill/>
          <a:ln w="9525">
            <a:noFill/>
          </a:ln>
        </p:spPr>
      </p:pic>
      <p:pic>
        <p:nvPicPr>
          <p:cNvPr id="47110" name="图片 9"/>
          <p:cNvPicPr>
            <a:picLocks noChangeAspect="1"/>
          </p:cNvPicPr>
          <p:nvPr/>
        </p:nvPicPr>
        <p:blipFill>
          <a:blip r:embed="rId3"/>
          <a:stretch>
            <a:fillRect/>
          </a:stretch>
        </p:blipFill>
        <p:spPr>
          <a:xfrm>
            <a:off x="5576888" y="5519738"/>
            <a:ext cx="2590800" cy="48260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2"/>
          <p:cNvSpPr txBox="1"/>
          <p:nvPr/>
        </p:nvSpPr>
        <p:spPr>
          <a:xfrm>
            <a:off x="192088" y="862013"/>
            <a:ext cx="8864600" cy="4938713"/>
          </a:xfrm>
          <a:prstGeom prst="rect">
            <a:avLst/>
          </a:prstGeom>
          <a:ln>
            <a:solidFill>
              <a:schemeClr val="tx1"/>
            </a:solidFill>
          </a:ln>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804030504040204" pitchFamily="34" charset="0"/>
                <a:ea typeface="幼圆"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804030504040204" pitchFamily="34" charset="0"/>
                <a:ea typeface="幼圆"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804030504040204" pitchFamily="34" charset="0"/>
                <a:ea typeface="幼圆"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9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None/>
              <a:defRPr/>
            </a:pPr>
            <a:endParaRPr kumimoji="0" lang="zh-CN" altLang="en-US" sz="28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常见的多样性</a:t>
            </a:r>
            <a:r>
              <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度量</a:t>
            </a:r>
            <a:endPar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endParaRPr kumimoji="0" lang="en-US" altLang="zh-CN"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1800" b="0" i="0" u="none" strike="noStrike" kern="1200" cap="none" spc="0" normalizeH="0" baseline="0" noProof="0" dirty="0">
                <a:ln>
                  <a:noFill/>
                </a:ln>
                <a:solidFill>
                  <a:schemeClr val="tx1"/>
                </a:solidFill>
                <a:effectLst/>
                <a:uLnTx/>
                <a:uFillTx/>
                <a:latin typeface="+mn-ea"/>
                <a:ea typeface="幼圆" pitchFamily="49" charset="-122"/>
                <a:cs typeface="+mn-cs"/>
              </a:rPr>
              <a:t>不合度量</a:t>
            </a:r>
            <a:r>
              <a:rPr kumimoji="0" lang="en-US" altLang="zh-CN" sz="1800" b="0" i="0" u="none" strike="noStrike" kern="1200" cap="none" spc="0" normalizeH="0" baseline="0" noProof="0" dirty="0">
                <a:ln>
                  <a:noFill/>
                </a:ln>
                <a:solidFill>
                  <a:schemeClr val="tx1"/>
                </a:solidFill>
                <a:effectLst/>
                <a:uLnTx/>
                <a:uFillTx/>
                <a:latin typeface="+mn-ea"/>
                <a:ea typeface="幼圆" pitchFamily="49" charset="-122"/>
                <a:cs typeface="+mn-cs"/>
              </a:rPr>
              <a:t>(Disagreement </a:t>
            </a:r>
            <a:r>
              <a:rPr kumimoji="0" lang="en-US" altLang="zh-CN" sz="1800" b="0" i="0" u="none" strike="noStrike" kern="1200" cap="none" spc="0" normalizeH="0" baseline="0" noProof="0" dirty="0" smtClean="0">
                <a:ln>
                  <a:noFill/>
                </a:ln>
                <a:solidFill>
                  <a:schemeClr val="tx1"/>
                </a:solidFill>
                <a:effectLst/>
                <a:uLnTx/>
                <a:uFillTx/>
                <a:latin typeface="+mn-ea"/>
                <a:ea typeface="幼圆" pitchFamily="49" charset="-122"/>
                <a:cs typeface="+mn-cs"/>
              </a:rPr>
              <a:t>Measure)</a:t>
            </a:r>
            <a:endParaRPr kumimoji="0" lang="zh-CN" altLang="en-US" sz="1800" b="0" i="0" u="none" strike="noStrike" kern="1200" cap="none" spc="0" normalizeH="0" baseline="0" noProof="0" dirty="0" smtClean="0">
              <a:ln>
                <a:noFill/>
              </a:ln>
              <a:solidFill>
                <a:schemeClr val="tx1"/>
              </a:solidFill>
              <a:effectLst/>
              <a:uLnTx/>
              <a:uFillTx/>
              <a:latin typeface="+mn-ea"/>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endParaRPr kumimoji="0" lang="zh-CN" altLang="en-US" sz="1800" b="0" i="0" u="none" strike="noStrike" kern="1200" cap="none" spc="0" normalizeH="0" baseline="0" noProof="0" dirty="0" smtClean="0">
              <a:ln>
                <a:noFill/>
              </a:ln>
              <a:solidFill>
                <a:schemeClr val="tx1"/>
              </a:solidFill>
              <a:effectLst/>
              <a:uLnTx/>
              <a:uFillTx/>
              <a:latin typeface="+mn-ea"/>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1800" b="0" i="0" u="none" strike="noStrike" kern="1200" cap="none" spc="0" normalizeH="0" baseline="0" noProof="0" dirty="0" smtClean="0">
              <a:ln>
                <a:noFill/>
              </a:ln>
              <a:solidFill>
                <a:schemeClr val="tx1"/>
              </a:solidFill>
              <a:effectLst/>
              <a:uLnTx/>
              <a:uFillTx/>
              <a:latin typeface="+mn-ea"/>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1800" b="0" i="0" u="none" strike="noStrike" kern="1200" cap="none" spc="0" normalizeH="0" baseline="0" noProof="0" dirty="0" smtClean="0">
              <a:ln>
                <a:noFill/>
              </a:ln>
              <a:solidFill>
                <a:schemeClr val="tx1"/>
              </a:solidFill>
              <a:effectLst/>
              <a:uLnTx/>
              <a:uFillTx/>
              <a:latin typeface="+mn-ea"/>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1800" b="0" i="0" u="none" strike="noStrike" kern="1200" cap="none" spc="0" normalizeH="0" baseline="0" noProof="0" dirty="0">
              <a:ln>
                <a:noFill/>
              </a:ln>
              <a:solidFill>
                <a:schemeClr val="tx1"/>
              </a:solidFill>
              <a:effectLst/>
              <a:uLnTx/>
              <a:uFillTx/>
              <a:latin typeface="+mn-ea"/>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1800" b="0" i="0" u="none" strike="noStrike" kern="1200" cap="none" spc="0" normalizeH="0" baseline="0" noProof="0" dirty="0">
              <a:ln>
                <a:noFill/>
              </a:ln>
              <a:solidFill>
                <a:schemeClr val="tx1"/>
              </a:solidFill>
              <a:effectLst/>
              <a:uLnTx/>
              <a:uFillTx/>
              <a:latin typeface="+mn-ea"/>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1800" b="0" i="0" u="none" strike="noStrike" kern="1200" cap="none" spc="0" normalizeH="0" baseline="0" noProof="0" dirty="0">
                <a:ln>
                  <a:noFill/>
                </a:ln>
                <a:solidFill>
                  <a:schemeClr val="tx1"/>
                </a:solidFill>
                <a:effectLst/>
                <a:uLnTx/>
                <a:uFillTx/>
                <a:latin typeface="+mn-ea"/>
                <a:ea typeface="幼圆" pitchFamily="49" charset="-122"/>
                <a:cs typeface="+mn-cs"/>
              </a:rPr>
              <a:t>相关系数</a:t>
            </a:r>
            <a:r>
              <a:rPr kumimoji="0" lang="en-US" altLang="zh-CN" sz="18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(Correlation </a:t>
            </a:r>
            <a:r>
              <a:rPr kumimoji="0" lang="en-US" altLang="zh-CN" sz="18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Coefficient)</a:t>
            </a:r>
            <a:endParaRPr kumimoji="0" lang="en-US" altLang="zh-CN" sz="18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en-US" altLang="zh-CN" sz="1800" b="0" i="0" u="none" strike="noStrike" kern="1200" cap="none" spc="0" normalizeH="0" baseline="0" noProof="0" dirty="0">
              <a:ln>
                <a:noFill/>
              </a:ln>
              <a:solidFill>
                <a:schemeClr val="tx1"/>
              </a:solidFill>
              <a:effectLst/>
              <a:uLnTx/>
              <a:uFillTx/>
              <a:latin typeface="+mn-ea"/>
              <a:ea typeface="幼圆" pitchFamily="49" charset="-122"/>
              <a:cs typeface="+mn-cs"/>
            </a:endParaRPr>
          </a:p>
        </p:txBody>
      </p:sp>
      <p:sp>
        <p:nvSpPr>
          <p:cNvPr id="7" name="标题 1"/>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多样性度量</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pic>
        <p:nvPicPr>
          <p:cNvPr id="48132" name="图片 1"/>
          <p:cNvPicPr>
            <a:picLocks noChangeAspect="1"/>
          </p:cNvPicPr>
          <p:nvPr/>
        </p:nvPicPr>
        <p:blipFill>
          <a:blip r:embed="rId1"/>
          <a:stretch>
            <a:fillRect/>
          </a:stretch>
        </p:blipFill>
        <p:spPr>
          <a:xfrm>
            <a:off x="3503613" y="2698750"/>
            <a:ext cx="1943100" cy="952500"/>
          </a:xfrm>
          <a:prstGeom prst="rect">
            <a:avLst/>
          </a:prstGeom>
          <a:noFill/>
          <a:ln w="9525">
            <a:noFill/>
          </a:ln>
        </p:spPr>
      </p:pic>
      <p:pic>
        <p:nvPicPr>
          <p:cNvPr id="48133" name="图片 2"/>
          <p:cNvPicPr>
            <a:picLocks noChangeAspect="1"/>
          </p:cNvPicPr>
          <p:nvPr/>
        </p:nvPicPr>
        <p:blipFill>
          <a:blip r:embed="rId2"/>
          <a:stretch>
            <a:fillRect/>
          </a:stretch>
        </p:blipFill>
        <p:spPr>
          <a:xfrm>
            <a:off x="1724025" y="4548188"/>
            <a:ext cx="5245100" cy="990600"/>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2"/>
          <p:cNvSpPr txBox="1"/>
          <p:nvPr/>
        </p:nvSpPr>
        <p:spPr>
          <a:xfrm>
            <a:off x="192088" y="862013"/>
            <a:ext cx="8864600" cy="4038600"/>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804030504040204" pitchFamily="34" charset="0"/>
                <a:ea typeface="幼圆"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804030504040204" pitchFamily="34" charset="0"/>
                <a:ea typeface="幼圆"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804030504040204" pitchFamily="34" charset="0"/>
                <a:ea typeface="幼圆"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9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None/>
              <a:defRPr/>
            </a:pPr>
            <a:endParaRPr kumimoji="0" lang="zh-CN" altLang="en-US" sz="2800" b="0" i="0" u="none" strike="noStrike" kern="1200" cap="none" spc="0" normalizeH="0" baseline="0" noProof="0" dirty="0" smtClean="0">
              <a:ln>
                <a:noFill/>
              </a:ln>
              <a:solidFill>
                <a:schemeClr val="tx1"/>
              </a:solidFill>
              <a:effectLst/>
              <a:uLnTx/>
              <a:uFillTx/>
              <a:latin typeface="+mn-ea"/>
              <a:ea typeface="+mn-ea"/>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常见的多样性</a:t>
            </a:r>
            <a:r>
              <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度量</a:t>
            </a:r>
            <a:endPar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endParaRPr kumimoji="0" lang="en-US" altLang="zh-CN"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solidFill>
                <a:effectLst/>
                <a:uLnTx/>
                <a:uFillTx/>
                <a:latin typeface="+mn-ea"/>
                <a:ea typeface="幼圆" pitchFamily="49" charset="-122"/>
                <a:cs typeface="+mn-cs"/>
              </a:rPr>
              <a:t>Q-</a:t>
            </a:r>
            <a:r>
              <a:rPr kumimoji="0" lang="zh-CN" altLang="en-US" sz="2000" b="0" i="0" u="none" strike="noStrike" kern="1200" cap="none" spc="0" normalizeH="0" baseline="0" noProof="0" dirty="0">
                <a:ln>
                  <a:noFill/>
                </a:ln>
                <a:solidFill>
                  <a:schemeClr val="tx1"/>
                </a:solidFill>
                <a:effectLst/>
                <a:uLnTx/>
                <a:uFillTx/>
                <a:latin typeface="+mn-ea"/>
                <a:ea typeface="幼圆" pitchFamily="49" charset="-122"/>
                <a:cs typeface="+mn-cs"/>
              </a:rPr>
              <a:t>统计量</a:t>
            </a:r>
            <a:r>
              <a:rPr kumimoji="0" lang="en-US" altLang="zh-CN" sz="2000" b="0" i="0" u="none" strike="noStrike" kern="1200" cap="none" spc="0" normalizeH="0" baseline="0" noProof="0" dirty="0">
                <a:ln>
                  <a:noFill/>
                </a:ln>
                <a:solidFill>
                  <a:schemeClr val="tx1"/>
                </a:solidFill>
                <a:effectLst/>
                <a:uLnTx/>
                <a:uFillTx/>
                <a:latin typeface="+mn-ea"/>
                <a:ea typeface="幼圆" pitchFamily="49" charset="-122"/>
                <a:cs typeface="+mn-cs"/>
              </a:rPr>
              <a:t>(</a:t>
            </a:r>
            <a:r>
              <a:rPr kumimoji="0" lang="en-US" altLang="zh-CN" sz="2000" b="0" i="0" u="none" strike="noStrike" kern="1200" cap="none" spc="0" normalizeH="0" baseline="0" noProof="0" dirty="0" smtClean="0">
                <a:ln>
                  <a:noFill/>
                </a:ln>
                <a:solidFill>
                  <a:schemeClr val="tx1"/>
                </a:solidFill>
                <a:effectLst/>
                <a:uLnTx/>
                <a:uFillTx/>
                <a:latin typeface="+mn-ea"/>
                <a:ea typeface="幼圆" pitchFamily="49" charset="-122"/>
                <a:cs typeface="+mn-cs"/>
              </a:rPr>
              <a:t>Q-Statistic)</a:t>
            </a:r>
            <a:endParaRPr kumimoji="0" lang="zh-CN" altLang="en-US" sz="2000" b="0" i="0" u="none" strike="noStrike" kern="1200" cap="none" spc="0" normalizeH="0" baseline="0" noProof="0" dirty="0" smtClean="0">
              <a:ln>
                <a:noFill/>
              </a:ln>
              <a:solidFill>
                <a:schemeClr val="tx1"/>
              </a:solidFill>
              <a:effectLst/>
              <a:uLnTx/>
              <a:uFillTx/>
              <a:latin typeface="+mn-ea"/>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2000" b="0" i="0" u="none" strike="noStrike" kern="1200" cap="none" spc="0" normalizeH="0" baseline="0" noProof="0" dirty="0">
              <a:ln>
                <a:noFill/>
              </a:ln>
              <a:solidFill>
                <a:schemeClr val="tx1"/>
              </a:solidFill>
              <a:effectLst/>
              <a:uLnTx/>
              <a:uFillTx/>
              <a:latin typeface="+mn-ea"/>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2000" b="0" i="0" u="none" strike="noStrike" kern="1200" cap="none" spc="0" normalizeH="0" baseline="0" noProof="0" dirty="0" smtClean="0">
              <a:ln>
                <a:noFill/>
              </a:ln>
              <a:solidFill>
                <a:schemeClr val="tx1"/>
              </a:solidFill>
              <a:effectLst/>
              <a:uLnTx/>
              <a:uFillTx/>
              <a:latin typeface="+mn-ea"/>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2000" b="0" i="0" u="none" strike="noStrike" kern="1200" cap="none" spc="0" normalizeH="0" baseline="0" noProof="0" dirty="0">
              <a:ln>
                <a:noFill/>
              </a:ln>
              <a:solidFill>
                <a:schemeClr val="tx1"/>
              </a:solidFill>
              <a:effectLst/>
              <a:uLnTx/>
              <a:uFillTx/>
              <a:latin typeface="+mn-ea"/>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en-US" altLang="zh-CN" sz="2000" b="0" i="0" u="none" strike="noStrike" kern="1200" cap="none" spc="0" normalizeH="0" baseline="0" noProof="0" dirty="0">
                <a:ln>
                  <a:noFill/>
                </a:ln>
                <a:solidFill>
                  <a:schemeClr val="tx1"/>
                </a:solidFill>
                <a:effectLst/>
                <a:uLnTx/>
                <a:uFillTx/>
                <a:latin typeface="+mn-ea"/>
                <a:ea typeface="幼圆" pitchFamily="49" charset="-122"/>
                <a:cs typeface="+mn-cs"/>
              </a:rPr>
              <a:t>K-</a:t>
            </a:r>
            <a:r>
              <a:rPr kumimoji="0" lang="zh-CN" altLang="en-US" sz="2000" b="0" i="0" u="none" strike="noStrike" kern="1200" cap="none" spc="0" normalizeH="0" baseline="0" noProof="0" dirty="0">
                <a:ln>
                  <a:noFill/>
                </a:ln>
                <a:solidFill>
                  <a:schemeClr val="tx1"/>
                </a:solidFill>
                <a:effectLst/>
                <a:uLnTx/>
                <a:uFillTx/>
                <a:latin typeface="+mn-ea"/>
                <a:ea typeface="幼圆" pitchFamily="49" charset="-122"/>
                <a:cs typeface="+mn-cs"/>
              </a:rPr>
              <a:t>统计量</a:t>
            </a:r>
            <a:r>
              <a:rPr kumimoji="0" lang="en-US" altLang="zh-CN" sz="2000" b="0" i="0" u="none" strike="noStrike" kern="1200" cap="none" spc="0" normalizeH="0" baseline="0" noProof="0" dirty="0">
                <a:ln>
                  <a:noFill/>
                </a:ln>
                <a:solidFill>
                  <a:schemeClr val="tx1"/>
                </a:solidFill>
                <a:effectLst/>
                <a:uLnTx/>
                <a:uFillTx/>
                <a:latin typeface="+mn-ea"/>
                <a:ea typeface="幼圆" pitchFamily="49" charset="-122"/>
                <a:cs typeface="+mn-cs"/>
              </a:rPr>
              <a:t>(</a:t>
            </a:r>
            <a:r>
              <a:rPr kumimoji="0" lang="en-US" altLang="zh-CN" sz="2000" b="0" i="0" u="none" strike="noStrike" kern="1200" cap="none" spc="0" normalizeH="0" baseline="0" noProof="0" dirty="0" smtClean="0">
                <a:ln>
                  <a:noFill/>
                </a:ln>
                <a:solidFill>
                  <a:schemeClr val="tx1"/>
                </a:solidFill>
                <a:effectLst/>
                <a:uLnTx/>
                <a:uFillTx/>
                <a:latin typeface="+mn-ea"/>
                <a:ea typeface="幼圆" pitchFamily="49" charset="-122"/>
                <a:cs typeface="+mn-cs"/>
              </a:rPr>
              <a:t>Kappa-Statistic)</a:t>
            </a:r>
            <a:endParaRPr kumimoji="0" lang="en-US" altLang="zh-CN" sz="2000" b="0" i="0" u="none" strike="noStrike" kern="1200" cap="none" spc="0" normalizeH="0" baseline="0" noProof="0" dirty="0">
              <a:ln>
                <a:noFill/>
              </a:ln>
              <a:solidFill>
                <a:schemeClr val="tx1"/>
              </a:solidFill>
              <a:effectLst/>
              <a:uLnTx/>
              <a:uFillTx/>
              <a:latin typeface="+mn-ea"/>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en-US" altLang="zh-CN" sz="2000" b="0" i="0" u="none" strike="noStrike" kern="1200" cap="none" spc="0" normalizeH="0" baseline="0" noProof="0" dirty="0">
              <a:ln>
                <a:noFill/>
              </a:ln>
              <a:solidFill>
                <a:schemeClr val="tx1"/>
              </a:solidFill>
              <a:effectLst/>
              <a:uLnTx/>
              <a:uFillTx/>
              <a:latin typeface="+mn-ea"/>
              <a:ea typeface="幼圆" pitchFamily="49" charset="-122"/>
              <a:cs typeface="+mn-cs"/>
            </a:endParaRPr>
          </a:p>
        </p:txBody>
      </p:sp>
      <p:sp>
        <p:nvSpPr>
          <p:cNvPr id="7" name="标题 1"/>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多样性度量</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pic>
        <p:nvPicPr>
          <p:cNvPr id="49156" name="图片 1"/>
          <p:cNvPicPr>
            <a:picLocks noChangeAspect="1"/>
          </p:cNvPicPr>
          <p:nvPr/>
        </p:nvPicPr>
        <p:blipFill>
          <a:blip r:embed="rId1"/>
          <a:stretch>
            <a:fillRect/>
          </a:stretch>
        </p:blipFill>
        <p:spPr>
          <a:xfrm>
            <a:off x="3306763" y="2554288"/>
            <a:ext cx="1871662" cy="842962"/>
          </a:xfrm>
          <a:prstGeom prst="rect">
            <a:avLst/>
          </a:prstGeom>
          <a:noFill/>
          <a:ln w="9525">
            <a:noFill/>
          </a:ln>
        </p:spPr>
      </p:pic>
      <p:pic>
        <p:nvPicPr>
          <p:cNvPr id="49157" name="图片 2"/>
          <p:cNvPicPr>
            <a:picLocks noChangeAspect="1"/>
          </p:cNvPicPr>
          <p:nvPr/>
        </p:nvPicPr>
        <p:blipFill>
          <a:blip r:embed="rId2"/>
          <a:stretch>
            <a:fillRect/>
          </a:stretch>
        </p:blipFill>
        <p:spPr>
          <a:xfrm>
            <a:off x="5981700" y="2881313"/>
            <a:ext cx="1765300" cy="635000"/>
          </a:xfrm>
          <a:prstGeom prst="rect">
            <a:avLst/>
          </a:prstGeom>
          <a:noFill/>
          <a:ln w="9525">
            <a:noFill/>
          </a:ln>
        </p:spPr>
      </p:pic>
      <p:pic>
        <p:nvPicPr>
          <p:cNvPr id="49158" name="图片 4"/>
          <p:cNvPicPr>
            <a:picLocks noChangeAspect="1"/>
          </p:cNvPicPr>
          <p:nvPr/>
        </p:nvPicPr>
        <p:blipFill>
          <a:blip r:embed="rId3"/>
          <a:stretch>
            <a:fillRect/>
          </a:stretch>
        </p:blipFill>
        <p:spPr>
          <a:xfrm>
            <a:off x="1566863" y="4300538"/>
            <a:ext cx="1739900" cy="927100"/>
          </a:xfrm>
          <a:prstGeom prst="rect">
            <a:avLst/>
          </a:prstGeom>
          <a:noFill/>
          <a:ln w="9525">
            <a:noFill/>
          </a:ln>
        </p:spPr>
      </p:pic>
      <p:pic>
        <p:nvPicPr>
          <p:cNvPr id="49159" name="图片 5"/>
          <p:cNvPicPr>
            <a:picLocks noChangeAspect="1"/>
          </p:cNvPicPr>
          <p:nvPr/>
        </p:nvPicPr>
        <p:blipFill>
          <a:blip r:embed="rId4"/>
          <a:stretch>
            <a:fillRect/>
          </a:stretch>
        </p:blipFill>
        <p:spPr>
          <a:xfrm>
            <a:off x="3714750" y="4300538"/>
            <a:ext cx="4935538" cy="1420812"/>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多样性度量</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5" name="内容占位符 2"/>
          <p:cNvSpPr txBox="1">
            <a:spLocks noRot="1" noChangeAspect="1" noMove="1" noResize="1" noEditPoints="1" noAdjustHandles="1" noChangeArrowheads="1" noChangeShapeType="1" noTextEdit="1"/>
          </p:cNvSpPr>
          <p:nvPr/>
        </p:nvSpPr>
        <p:spPr>
          <a:xfrm>
            <a:off x="191308" y="861405"/>
            <a:ext cx="8865981" cy="1909092"/>
          </a:xfrm>
          <a:prstGeom prst="rect">
            <a:avLst/>
          </a:prstGeom>
          <a:blipFill rotWithShape="0">
            <a:blip r:embed="rId1"/>
            <a:stretch>
              <a:fillRect l="-893"/>
            </a:stretch>
          </a:blipFill>
        </p:spPr>
        <p:txBody>
          <a:bodyPr/>
          <a:lstStyle/>
          <a:p>
            <a:pPr marR="0" defTabSz="914400" fontAlgn="auto">
              <a:spcBef>
                <a:spcPts val="0"/>
              </a:spcBef>
              <a:spcAft>
                <a:spcPts val="0"/>
              </a:spcAft>
              <a:buClrTx/>
              <a:buSzTx/>
              <a:buFontTx/>
              <a:buNone/>
              <a:defRPr/>
            </a:pPr>
            <a:r>
              <a:rPr kumimoji="0" lang="zh-CN" altLang="en-US" kern="1200" cap="none" spc="0" normalizeH="0" baseline="0" noProof="0">
                <a:noFill/>
                <a:latin typeface="+mn-lt"/>
                <a:ea typeface="+mn-ea"/>
                <a:cs typeface="+mn-cs"/>
              </a:rPr>
              <a:t> </a:t>
            </a:r>
            <a:endParaRPr kumimoji="0" lang="zh-CN" altLang="en-US" kern="1200" cap="none" spc="0" normalizeH="0" baseline="0" noProof="0">
              <a:noFill/>
              <a:latin typeface="+mn-lt"/>
              <a:ea typeface="+mn-ea"/>
              <a:cs typeface="+mn-cs"/>
            </a:endParaRPr>
          </a:p>
        </p:txBody>
      </p:sp>
      <p:pic>
        <p:nvPicPr>
          <p:cNvPr id="50180" name="图片 6"/>
          <p:cNvPicPr>
            <a:picLocks noChangeAspect="1"/>
          </p:cNvPicPr>
          <p:nvPr/>
        </p:nvPicPr>
        <p:blipFill>
          <a:blip r:embed="rId2"/>
          <a:stretch>
            <a:fillRect/>
          </a:stretch>
        </p:blipFill>
        <p:spPr>
          <a:xfrm>
            <a:off x="569913" y="2076450"/>
            <a:ext cx="7577137" cy="3382963"/>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标题 1"/>
          <p:cNvSpPr>
            <a:spLocks noGrp="1"/>
          </p:cNvSpPr>
          <p:nvPr>
            <p:ph type="title"/>
          </p:nvPr>
        </p:nvSpPr>
        <p:spPr>
          <a:xfrm>
            <a:off x="260350" y="161925"/>
            <a:ext cx="7886700" cy="777875"/>
          </a:xfr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多样性增强</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4" name="内容占位符 2"/>
          <p:cNvSpPr txBox="1"/>
          <p:nvPr/>
        </p:nvSpPr>
        <p:spPr>
          <a:xfrm>
            <a:off x="465138" y="1514475"/>
            <a:ext cx="8864600" cy="4340225"/>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804030504040204" pitchFamily="34" charset="0"/>
                <a:ea typeface="幼圆"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804030504040204" pitchFamily="34" charset="0"/>
                <a:ea typeface="幼圆"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804030504040204" pitchFamily="34" charset="0"/>
                <a:ea typeface="幼圆"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9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marR="0" lvl="0" indent="-457200"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常见的增强个体学习器的多样性的方法</a:t>
            </a:r>
            <a:endParaRPr kumimoji="0" lang="zh-CN" altLang="en-US" sz="2800" b="0" i="0" u="none" strike="noStrike" kern="1200" cap="none" spc="0" normalizeH="0" baseline="0" noProof="0" dirty="0" smtClean="0">
              <a:ln>
                <a:noFill/>
              </a:ln>
              <a:solidFill>
                <a:schemeClr val="tx1"/>
              </a:solidFill>
              <a:effectLst/>
              <a:uLnTx/>
              <a:uFillTx/>
              <a:latin typeface="+mn-ea"/>
              <a:ea typeface="+mn-ea"/>
              <a:cs typeface="+mn-cs"/>
            </a:endParaRPr>
          </a:p>
          <a:p>
            <a:pPr marL="457200" marR="0" lvl="0" indent="-457200"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endParaRPr kumimoji="0" lang="zh-CN" altLang="en-US" sz="2800" b="0" i="0" u="none" strike="noStrike" kern="1200" cap="none" spc="0" normalizeH="0" baseline="0" noProof="0" dirty="0" smtClean="0">
              <a:ln>
                <a:noFill/>
              </a:ln>
              <a:solidFill>
                <a:schemeClr val="tx1"/>
              </a:solidFill>
              <a:effectLst/>
              <a:uLnTx/>
              <a:uFillTx/>
              <a:latin typeface="+mn-ea"/>
              <a:ea typeface="+mn-ea"/>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数据样本扰动</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输入属性扰动</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输出表示扰动</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算法参数扰动</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endParaRPr kumimoji="0" lang="zh-CN" altLang="en-US"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标题 1"/>
          <p:cNvSpPr>
            <a:spLocks noGrp="1"/>
          </p:cNvSpPr>
          <p:nvPr>
            <p:ph type="title"/>
          </p:nvPr>
        </p:nvSpPr>
        <p:spPr>
          <a:xfrm>
            <a:off x="260350" y="161925"/>
            <a:ext cx="7886700" cy="777875"/>
          </a:xfrm>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多样性增强</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数据样本扰动</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 name="内容占位符 2"/>
          <p:cNvSpPr txBox="1"/>
          <p:nvPr/>
        </p:nvSpPr>
        <p:spPr>
          <a:xfrm>
            <a:off x="465138" y="1514475"/>
            <a:ext cx="8864600" cy="4340225"/>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804030504040204" pitchFamily="34" charset="0"/>
                <a:ea typeface="幼圆"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804030504040204" pitchFamily="34" charset="0"/>
                <a:ea typeface="幼圆"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804030504040204" pitchFamily="34" charset="0"/>
                <a:ea typeface="幼圆"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804030504040204" pitchFamily="34" charset="0"/>
                <a:ea typeface="幼圆"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9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marR="0" lvl="0" indent="-457200"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r>
              <a:rPr kumimoji="0" lang="zh-CN" altLang="en-US" sz="2800" b="0" i="0" u="none" strike="noStrike" kern="1200" cap="none" spc="0" normalizeH="0" baseline="0" noProof="0" dirty="0" smtClean="0">
                <a:ln>
                  <a:noFill/>
                </a:ln>
                <a:solidFill>
                  <a:schemeClr val="tx1"/>
                </a:solidFill>
                <a:effectLst/>
                <a:uLnTx/>
                <a:uFillTx/>
                <a:latin typeface="+mn-ea"/>
                <a:ea typeface="+mn-ea"/>
                <a:cs typeface="+mn-cs"/>
              </a:rPr>
              <a:t>数据样本扰动通常是基于采样法</a:t>
            </a:r>
            <a:endParaRPr kumimoji="0" lang="zh-CN" altLang="en-US" sz="2800" b="0" i="0" u="none" strike="noStrike" kern="1200" cap="none" spc="0" normalizeH="0" baseline="0" noProof="0" dirty="0" smtClean="0">
              <a:ln>
                <a:noFill/>
              </a:ln>
              <a:solidFill>
                <a:schemeClr val="tx1"/>
              </a:solidFill>
              <a:effectLst/>
              <a:uLnTx/>
              <a:uFillTx/>
              <a:latin typeface="+mn-ea"/>
              <a:ea typeface="+mn-ea"/>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Bagging</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中的自助采样法</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1143000" marR="0" lvl="2"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en-US" altLang="zh-CN" sz="2200" b="0" i="0" u="none" strike="noStrike" kern="1200" cap="none" spc="0" normalizeH="0" baseline="0" noProof="0" dirty="0" err="1" smtClean="0">
                <a:ln>
                  <a:noFill/>
                </a:ln>
                <a:solidFill>
                  <a:schemeClr val="tx1"/>
                </a:solidFill>
                <a:effectLst/>
                <a:uLnTx/>
                <a:uFillTx/>
                <a:latin typeface="Verdana" panose="020B0804030504040204" pitchFamily="34" charset="0"/>
                <a:ea typeface="幼圆" pitchFamily="49" charset="-122"/>
                <a:cs typeface="+mn-cs"/>
              </a:rPr>
              <a:t>Adaboost</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中的序列采样</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endPar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r>
              <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对数据样本的扰动敏感的基学习器</a:t>
            </a:r>
            <a:r>
              <a:rPr kumimoji="0" lang="en-US" altLang="zh-CN"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t>
            </a:r>
            <a:r>
              <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不稳定基学习器</a:t>
            </a:r>
            <a:r>
              <a:rPr kumimoji="0" lang="en-US" altLang="zh-CN"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t>
            </a:r>
            <a:endParaRPr kumimoji="0" lang="zh-CN" altLang="en-US" sz="24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决策树，神经网络等</a:t>
            </a:r>
            <a:endParaRPr kumimoji="0" lang="zh-CN" altLang="en-US"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rgbClr val="023A91"/>
              </a:buClr>
              <a:buSzTx/>
              <a:buFont typeface="Wingdings" panose="05000000000000000000" pitchFamily="2" charset="2"/>
              <a:buChar char="l"/>
              <a:defRPr/>
            </a:pPr>
            <a:endParaRPr kumimoji="0" lang="zh-CN" altLang="en-US"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tx2"/>
              </a:buClr>
              <a:buSzPct val="100000"/>
              <a:buFont typeface="Wingdings" panose="05000000000000000000" pitchFamily="2" charset="2"/>
              <a:buChar char="p"/>
              <a:defRPr/>
            </a:pPr>
            <a:r>
              <a:rPr kumimoji="0" lang="zh-CN" altLang="en-US"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对数据样本的扰动不敏感的基学习器</a:t>
            </a:r>
            <a:r>
              <a:rPr kumimoji="0" lang="en-US" altLang="zh-CN"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a:t>
            </a:r>
            <a:r>
              <a:rPr kumimoji="0" lang="zh-CN" altLang="en-US"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稳定基学习器</a:t>
            </a:r>
            <a:r>
              <a:rPr kumimoji="0" lang="en-US" altLang="zh-CN"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a:t>
            </a:r>
            <a:endParaRPr kumimoji="0" lang="zh-CN" altLang="en-US" sz="24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endParaRPr>
          </a:p>
          <a:p>
            <a:pPr marL="685800" marR="0" lvl="1" indent="-360045" algn="l" defTabSz="914400" rtl="0" eaLnBrk="1" fontAlgn="auto" latinLnBrk="0" hangingPunct="1">
              <a:lnSpc>
                <a:spcPct val="90000"/>
              </a:lnSpc>
              <a:spcBef>
                <a:spcPts val="500"/>
              </a:spcBef>
              <a:spcAft>
                <a:spcPts val="0"/>
              </a:spcAft>
              <a:buClr>
                <a:schemeClr val="tx1"/>
              </a:buClr>
              <a:buSzTx/>
              <a:buFont typeface="Wingdings" panose="05000000000000000000" pitchFamily="2" charset="2"/>
              <a:buChar char="l"/>
              <a:defRPr/>
            </a:pPr>
            <a:r>
              <a:rPr kumimoji="0" lang="zh-CN" altLang="en-US" sz="20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线性学习器，支持向量机，朴素贝叶斯，</a:t>
            </a:r>
            <a:r>
              <a:rPr kumimoji="0" lang="en-US" altLang="zh-CN" sz="20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k</a:t>
            </a:r>
            <a:r>
              <a:rPr kumimoji="0" lang="zh-CN" altLang="en-US" sz="20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近邻</a:t>
            </a:r>
            <a:r>
              <a:rPr kumimoji="0" lang="zh-CN" altLang="en-US" sz="20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等</a:t>
            </a:r>
            <a:endParaRPr kumimoji="0" lang="zh-CN" altLang="en-US" sz="20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endParaRPr>
          </a:p>
        </p:txBody>
      </p:sp>
      <p:sp>
        <p:nvSpPr>
          <p:cNvPr id="2" name="矩形 1"/>
          <p:cNvSpPr/>
          <p:nvPr/>
        </p:nvSpPr>
        <p:spPr>
          <a:xfrm>
            <a:off x="6032500" y="2208213"/>
            <a:ext cx="2613025" cy="784225"/>
          </a:xfrm>
          <a:prstGeom prst="rect">
            <a:avLst/>
          </a:prstGeom>
          <a:solidFill>
            <a:srgbClr val="00B050"/>
          </a:solidFill>
          <a:ln>
            <a:solidFill>
              <a:srgbClr val="00B05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chemeClr val="bg1"/>
                </a:solidFill>
                <a:effectLst/>
                <a:uLnTx/>
                <a:uFillTx/>
                <a:latin typeface="+mn-lt"/>
                <a:ea typeface="+mn-ea"/>
                <a:cs typeface="+mn-cs"/>
              </a:rPr>
              <a:t>数据样本扰动对“不稳定基学习器”很</a:t>
            </a:r>
            <a:r>
              <a:rPr kumimoji="0" lang="zh-CN" altLang="en-US" sz="1800" b="1" i="0" u="none" strike="noStrike" kern="1200" cap="none" spc="0" normalizeH="0" baseline="0" noProof="0" dirty="0" smtClean="0">
                <a:ln>
                  <a:noFill/>
                </a:ln>
                <a:solidFill>
                  <a:schemeClr val="bg1"/>
                </a:solidFill>
                <a:effectLst/>
                <a:uLnTx/>
                <a:uFillTx/>
                <a:latin typeface="+mn-lt"/>
                <a:ea typeface="+mn-ea"/>
                <a:cs typeface="+mn-cs"/>
              </a:rPr>
              <a:t>有效</a:t>
            </a:r>
            <a:endParaRPr kumimoji="0" lang="zh-CN" altLang="en-US" sz="1800" b="1" i="0" u="none" strike="noStrike" kern="1200" cap="none" spc="0" normalizeH="0" baseline="0" noProof="0" dirty="0">
              <a:ln>
                <a:noFill/>
              </a:ln>
              <a:solidFill>
                <a:schemeClr val="bg1"/>
              </a:solidFill>
              <a:effectLst/>
              <a:uLnTx/>
              <a:uFillTx/>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内容占位符 2"/>
          <p:cNvSpPr txBox="1"/>
          <p:nvPr/>
        </p:nvSpPr>
        <p:spPr>
          <a:xfrm>
            <a:off x="317500" y="1116013"/>
            <a:ext cx="8582025" cy="808037"/>
          </a:xfrm>
          <a:prstGeom prst="rect">
            <a:avLst/>
          </a:prstGeom>
          <a:noFill/>
          <a:ln w="9525">
            <a:noFill/>
          </a:ln>
        </p:spPr>
        <p:txBody>
          <a:bodyPr tIns="46800"/>
          <a:p>
            <a:pPr marL="342900" indent="-342900">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随机子空间算法</a:t>
            </a:r>
            <a:r>
              <a:rPr lang="en-US" altLang="zh-CN" sz="2200" dirty="0">
                <a:latin typeface="Verdana" panose="020B0804030504040204" pitchFamily="34" charset="0"/>
                <a:ea typeface="幼圆" pitchFamily="49" charset="-122"/>
              </a:rPr>
              <a:t>(random</a:t>
            </a:r>
            <a:r>
              <a:rPr lang="zh-CN" altLang="en-US" sz="2200" dirty="0">
                <a:latin typeface="Verdana" panose="020B0804030504040204" pitchFamily="34" charset="0"/>
                <a:ea typeface="幼圆" pitchFamily="49" charset="-122"/>
              </a:rPr>
              <a:t> </a:t>
            </a:r>
            <a:r>
              <a:rPr lang="en-US" altLang="zh-CN" sz="2200" dirty="0">
                <a:latin typeface="Verdana" panose="020B0804030504040204" pitchFamily="34" charset="0"/>
                <a:ea typeface="幼圆" pitchFamily="49" charset="-122"/>
              </a:rPr>
              <a:t>subspace)</a:t>
            </a:r>
            <a:r>
              <a:rPr lang="zh-CN" altLang="en-US" sz="2200" dirty="0">
                <a:latin typeface="Verdana" panose="020B0804030504040204" pitchFamily="34" charset="0"/>
                <a:ea typeface="幼圆" pitchFamily="49" charset="-122"/>
              </a:rPr>
              <a:t>   </a:t>
            </a:r>
            <a:endParaRPr lang="zh-CN" altLang="en-US" sz="2200" dirty="0">
              <a:latin typeface="Verdana" panose="020B0804030504040204" pitchFamily="34" charset="0"/>
              <a:ea typeface="幼圆" pitchFamily="49" charset="-122"/>
            </a:endParaRPr>
          </a:p>
        </p:txBody>
      </p:sp>
      <p:sp>
        <p:nvSpPr>
          <p:cNvPr id="12" name="标题 1"/>
          <p:cNvSpPr>
            <a:spLocks noGrp="1"/>
          </p:cNvSpPr>
          <p:nvPr>
            <p:ph type="title"/>
          </p:nvPr>
        </p:nvSpPr>
        <p:spPr>
          <a:xfrm>
            <a:off x="260350" y="161925"/>
            <a:ext cx="7886700" cy="777875"/>
          </a:xfrm>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多样性增强</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输入属性扰动</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pic>
        <p:nvPicPr>
          <p:cNvPr id="53252" name="图片 1"/>
          <p:cNvPicPr>
            <a:picLocks noChangeAspect="1"/>
          </p:cNvPicPr>
          <p:nvPr/>
        </p:nvPicPr>
        <p:blipFill>
          <a:blip r:embed="rId1"/>
          <a:stretch>
            <a:fillRect/>
          </a:stretch>
        </p:blipFill>
        <p:spPr>
          <a:xfrm>
            <a:off x="731838" y="1538288"/>
            <a:ext cx="7070725" cy="4092575"/>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内容占位符 2"/>
          <p:cNvSpPr txBox="1"/>
          <p:nvPr/>
        </p:nvSpPr>
        <p:spPr>
          <a:xfrm>
            <a:off x="561975" y="1579563"/>
            <a:ext cx="8582025" cy="3848100"/>
          </a:xfrm>
          <a:prstGeom prst="rect">
            <a:avLst/>
          </a:prstGeom>
          <a:noFill/>
          <a:ln w="9525">
            <a:noFill/>
          </a:ln>
        </p:spPr>
        <p:txBody>
          <a:bodyPr tIns="46800"/>
          <a:p>
            <a:pPr marL="342900" indent="-342900">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翻转法</a:t>
            </a:r>
            <a:r>
              <a:rPr lang="en-US" altLang="zh-CN" sz="2200" dirty="0">
                <a:latin typeface="Verdana" panose="020B0804030504040204" pitchFamily="34" charset="0"/>
                <a:ea typeface="幼圆" pitchFamily="49" charset="-122"/>
              </a:rPr>
              <a:t>(Flipping</a:t>
            </a:r>
            <a:r>
              <a:rPr lang="zh-CN" altLang="en-US" sz="2200" dirty="0">
                <a:latin typeface="Verdana" panose="020B0804030504040204" pitchFamily="34" charset="0"/>
                <a:ea typeface="幼圆" pitchFamily="49" charset="-122"/>
              </a:rPr>
              <a:t> </a:t>
            </a:r>
            <a:r>
              <a:rPr lang="en-US" altLang="zh-CN" sz="2200" dirty="0">
                <a:latin typeface="Verdana" panose="020B0804030504040204" pitchFamily="34" charset="0"/>
                <a:ea typeface="幼圆" pitchFamily="49" charset="-122"/>
              </a:rPr>
              <a:t>Output)</a:t>
            </a:r>
            <a:endParaRPr lang="zh-CN" altLang="en-US" sz="2200" dirty="0">
              <a:latin typeface="Verdana" panose="020B0804030504040204" pitchFamily="34" charset="0"/>
              <a:ea typeface="幼圆" pitchFamily="49" charset="-122"/>
            </a:endParaRPr>
          </a:p>
          <a:p>
            <a:pPr marL="342900" indent="-342900">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a:p>
            <a:pPr marL="342900" indent="-342900">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输出调剂法</a:t>
            </a:r>
            <a:r>
              <a:rPr lang="en-US" altLang="zh-CN" sz="2200" dirty="0">
                <a:latin typeface="Verdana" panose="020B0804030504040204" pitchFamily="34" charset="0"/>
                <a:ea typeface="幼圆" pitchFamily="49" charset="-122"/>
              </a:rPr>
              <a:t>(Output</a:t>
            </a:r>
            <a:r>
              <a:rPr lang="zh-CN" altLang="en-US" sz="2200" dirty="0">
                <a:latin typeface="Verdana" panose="020B0804030504040204" pitchFamily="34" charset="0"/>
                <a:ea typeface="幼圆" pitchFamily="49" charset="-122"/>
              </a:rPr>
              <a:t> </a:t>
            </a:r>
            <a:r>
              <a:rPr lang="en-US" altLang="zh-CN" sz="2200" dirty="0">
                <a:latin typeface="Verdana" panose="020B0804030504040204" pitchFamily="34" charset="0"/>
                <a:ea typeface="幼圆" pitchFamily="49" charset="-122"/>
              </a:rPr>
              <a:t>Smearing)</a:t>
            </a:r>
            <a:endParaRPr lang="zh-CN" altLang="en-US" sz="2200" dirty="0">
              <a:latin typeface="Verdana" panose="020B0804030504040204" pitchFamily="34" charset="0"/>
              <a:ea typeface="幼圆" pitchFamily="49" charset="-122"/>
            </a:endParaRPr>
          </a:p>
          <a:p>
            <a:pPr marL="342900" indent="-342900">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a:p>
            <a:pPr marL="342900" indent="-342900">
              <a:lnSpc>
                <a:spcPct val="90000"/>
              </a:lnSpc>
              <a:spcBef>
                <a:spcPts val="1000"/>
              </a:spcBef>
              <a:buClr>
                <a:schemeClr val="tx2"/>
              </a:buClr>
              <a:buSzPct val="100000"/>
              <a:buFont typeface="Wingdings" panose="05000000000000000000" pitchFamily="2" charset="2"/>
              <a:buChar char="p"/>
            </a:pPr>
            <a:r>
              <a:rPr lang="en-US" altLang="zh-CN" sz="2200" dirty="0">
                <a:latin typeface="Verdana" panose="020B0804030504040204" pitchFamily="34" charset="0"/>
                <a:ea typeface="幼圆" pitchFamily="49" charset="-122"/>
              </a:rPr>
              <a:t>ECOC</a:t>
            </a:r>
            <a:r>
              <a:rPr lang="zh-CN" altLang="en-US" sz="2200" dirty="0">
                <a:latin typeface="Verdana" panose="020B0804030504040204" pitchFamily="34" charset="0"/>
                <a:ea typeface="幼圆" pitchFamily="49" charset="-122"/>
              </a:rPr>
              <a:t>法</a:t>
            </a:r>
            <a:endParaRPr lang="zh-CN" altLang="en-US" sz="2200" dirty="0">
              <a:latin typeface="Verdana" panose="020B0804030504040204" pitchFamily="34" charset="0"/>
              <a:ea typeface="幼圆" pitchFamily="49" charset="-122"/>
            </a:endParaRPr>
          </a:p>
        </p:txBody>
      </p:sp>
      <p:sp>
        <p:nvSpPr>
          <p:cNvPr id="12" name="标题 1"/>
          <p:cNvSpPr>
            <a:spLocks noGrp="1"/>
          </p:cNvSpPr>
          <p:nvPr>
            <p:ph type="title"/>
          </p:nvPr>
        </p:nvSpPr>
        <p:spPr>
          <a:xfrm>
            <a:off x="260350" y="161925"/>
            <a:ext cx="7886700" cy="777875"/>
          </a:xfrm>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多样性增强</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输出表示扰动</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内容占位符 2"/>
          <p:cNvSpPr txBox="1"/>
          <p:nvPr/>
        </p:nvSpPr>
        <p:spPr>
          <a:xfrm>
            <a:off x="561975" y="1863725"/>
            <a:ext cx="8582025" cy="3646488"/>
          </a:xfrm>
          <a:prstGeom prst="rect">
            <a:avLst/>
          </a:prstGeom>
          <a:noFill/>
          <a:ln w="9525">
            <a:noFill/>
          </a:ln>
        </p:spPr>
        <p:txBody>
          <a:bodyPr tIns="46800"/>
          <a:p>
            <a:pPr marL="342900" indent="-342900">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负相关法</a:t>
            </a:r>
            <a:endParaRPr lang="zh-CN" altLang="en-US" sz="2200" dirty="0">
              <a:latin typeface="Verdana" panose="020B0804030504040204" pitchFamily="34" charset="0"/>
              <a:ea typeface="幼圆" pitchFamily="49" charset="-122"/>
            </a:endParaRPr>
          </a:p>
          <a:p>
            <a:pPr marL="342900" indent="-342900">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a:p>
            <a:pPr marL="342900" indent="-342900">
              <a:lnSpc>
                <a:spcPct val="90000"/>
              </a:lnSpc>
              <a:spcBef>
                <a:spcPts val="1000"/>
              </a:spcBef>
              <a:buClr>
                <a:schemeClr val="tx2"/>
              </a:buClr>
              <a:buSzPct val="100000"/>
              <a:buFont typeface="Wingdings" panose="05000000000000000000" pitchFamily="2" charset="2"/>
              <a:buChar char="p"/>
            </a:pPr>
            <a:r>
              <a:rPr lang="zh-CN" altLang="en-US" sz="2200" dirty="0">
                <a:latin typeface="Verdana" panose="020B0804030504040204" pitchFamily="34" charset="0"/>
                <a:ea typeface="幼圆" pitchFamily="49" charset="-122"/>
              </a:rPr>
              <a:t>不同的多样性增强机制同时使用</a:t>
            </a:r>
            <a:endParaRPr lang="zh-CN" altLang="en-US" sz="2200" dirty="0">
              <a:latin typeface="Verdana" panose="020B0804030504040204" pitchFamily="34" charset="0"/>
              <a:ea typeface="幼圆" pitchFamily="49" charset="-122"/>
            </a:endParaRPr>
          </a:p>
          <a:p>
            <a:pPr marL="342900" indent="-342900">
              <a:lnSpc>
                <a:spcPct val="90000"/>
              </a:lnSpc>
              <a:spcBef>
                <a:spcPts val="1000"/>
              </a:spcBef>
              <a:buClr>
                <a:schemeClr val="tx2"/>
              </a:buClr>
              <a:buSzPct val="100000"/>
              <a:buFont typeface="Wingdings" panose="05000000000000000000" pitchFamily="2" charset="2"/>
              <a:buChar char="p"/>
            </a:pPr>
            <a:endParaRPr lang="zh-CN" altLang="en-US" sz="2200" dirty="0">
              <a:latin typeface="Verdana" panose="020B0804030504040204" pitchFamily="34" charset="0"/>
              <a:ea typeface="幼圆" pitchFamily="49" charset="-122"/>
            </a:endParaRPr>
          </a:p>
        </p:txBody>
      </p:sp>
      <p:sp>
        <p:nvSpPr>
          <p:cNvPr id="12" name="标题 1"/>
          <p:cNvSpPr>
            <a:spLocks noGrp="1"/>
          </p:cNvSpPr>
          <p:nvPr>
            <p:ph type="title"/>
          </p:nvPr>
        </p:nvSpPr>
        <p:spPr>
          <a:xfrm>
            <a:off x="260350" y="161925"/>
            <a:ext cx="7886700" cy="777875"/>
          </a:xfrm>
        </p:spPr>
        <p:txBody>
          <a:bodyPr vert="horz" lIns="91440" tIns="45720" rIns="91440" bIns="45720" rtlCol="0" anchor="ctr">
            <a:normAutofit fontScale="90000"/>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多样性增强</a:t>
            </a:r>
            <a:r>
              <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a:t>
            </a:r>
            <a:r>
              <a:rPr kumimoji="0" lang="en-US" altLang="zh-CN"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a:t>
            </a:r>
            <a:r>
              <a:rPr kumimoji="0" lang="zh-CN" altLang="en-US" sz="3600" b="1" i="0" u="none" strike="noStrike" kern="1200" cap="none" spc="0" normalizeH="0" baseline="0" noProof="0" dirty="0" smtClean="0">
                <a:ln>
                  <a:noFill/>
                </a:ln>
                <a:solidFill>
                  <a:schemeClr val="accent1"/>
                </a:solidFill>
                <a:effectLst>
                  <a:outerShdw blurRad="38100" dist="38100" dir="2700000" algn="tl">
                    <a:srgbClr val="000000">
                      <a:alpha val="43137"/>
                    </a:srgbClr>
                  </a:outerShdw>
                </a:effectLst>
                <a:uLnTx/>
                <a:uFillTx/>
                <a:latin typeface="+mn-ea"/>
                <a:ea typeface="幼圆" pitchFamily="49" charset="-122"/>
                <a:cs typeface="+mj-cs"/>
              </a:rPr>
              <a:t> 算法参数扰动</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6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rPr>
              <a:t>阅读材料</a:t>
            </a:r>
            <a:endParaRPr kumimoji="0" lang="zh-CN" altLang="en-US" sz="3600" b="1"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Verdana" panose="020B0804030504040204" pitchFamily="34" charset="0"/>
              <a:ea typeface="幼圆" pitchFamily="49" charset="-122"/>
              <a:cs typeface="+mj-cs"/>
            </a:endParaRPr>
          </a:p>
        </p:txBody>
      </p:sp>
      <p:sp>
        <p:nvSpPr>
          <p:cNvPr id="3" name="内容占位符 2"/>
          <p:cNvSpPr>
            <a:spLocks noGrp="1"/>
          </p:cNvSpPr>
          <p:nvPr>
            <p:ph idx="1"/>
          </p:nvPr>
        </p:nvSpPr>
        <p:spPr>
          <a:xfrm>
            <a:off x="260350" y="1158875"/>
            <a:ext cx="8616950" cy="4930775"/>
          </a:xfrm>
        </p:spPr>
        <p:txBody>
          <a:bodyPr vert="horz" lIns="91440" tIns="46800" rIns="91440" bIns="45720" rtlCol="0">
            <a:normAutofit/>
          </a:bodyPr>
          <a:lstStyle/>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集成学习方面的主要推荐读物是</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[Zhou,2012]</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，本章提及的所有内容在该书中都有更深入的详细介绍。</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[Kuncheva,2004;Rockach,2010b]</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可供参考，</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t>
            </a:r>
            <a:r>
              <a:rPr kumimoji="0" lang="en-US" altLang="zh-CN" sz="2200" b="0" i="0" u="none" strike="noStrike" kern="1200" cap="none" spc="0" normalizeH="0" baseline="0" noProof="0" dirty="0" err="1" smtClean="0">
                <a:ln>
                  <a:noFill/>
                </a:ln>
                <a:solidFill>
                  <a:schemeClr val="tx1"/>
                </a:solidFill>
                <a:effectLst/>
                <a:uLnTx/>
                <a:uFillTx/>
                <a:latin typeface="Verdana" panose="020B0804030504040204" pitchFamily="34" charset="0"/>
                <a:ea typeface="幼圆" pitchFamily="49" charset="-122"/>
                <a:cs typeface="+mn-cs"/>
              </a:rPr>
              <a:t>Schapire</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and</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Freund,2012]</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则是专门关于</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Boosting</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的著作，集成学习方面有一些专门性的会议</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MCS(International</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W</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orkshop</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on</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M</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ultiple</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Classifier</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rPr>
              <a:t>S</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ystem).</a:t>
            </a:r>
            <a:endPar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0" marR="0" lvl="0" indent="0"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None/>
              <a:defRPr/>
            </a:pPr>
            <a:endPar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endParaRPr>
          </a:p>
          <a:p>
            <a:pPr marL="228600" marR="0" lvl="0" indent="-360045" algn="l" defTabSz="914400" rtl="0" eaLnBrk="1" fontAlgn="auto" latinLnBrk="0" hangingPunct="1">
              <a:lnSpc>
                <a:spcPct val="90000"/>
              </a:lnSpc>
              <a:spcBef>
                <a:spcPts val="1000"/>
              </a:spcBef>
              <a:spcAft>
                <a:spcPts val="0"/>
              </a:spcAft>
              <a:buClr>
                <a:schemeClr val="accent1"/>
              </a:buClr>
              <a:buSzPct val="100000"/>
              <a:buFont typeface="Wingdings" panose="05000000000000000000" pitchFamily="2" charset="2"/>
              <a:buChar char="p"/>
              <a:defRPr/>
            </a:pP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Boosting</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源于</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[Schapire,1990]</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对</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[Kearns</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and</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Valiant,1989]</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提出的</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弱分类器是否等价于强学习</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这个重要理论问题的构造性证明。最初的</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Boosting</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算法仅有理论意义，经数年努力后</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[Freund</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and</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 </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Schapire,1997]</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提出</a:t>
            </a:r>
            <a:r>
              <a:rPr kumimoji="0" lang="en-US" altLang="zh-CN" sz="2200" b="0" i="0" u="none" strike="noStrike" kern="1200" cap="none" spc="0" normalizeH="0" baseline="0" noProof="0" dirty="0" err="1" smtClean="0">
                <a:ln>
                  <a:noFill/>
                </a:ln>
                <a:solidFill>
                  <a:schemeClr val="tx1"/>
                </a:solidFill>
                <a:effectLst/>
                <a:uLnTx/>
                <a:uFillTx/>
                <a:latin typeface="Verdana" panose="020B0804030504040204" pitchFamily="34" charset="0"/>
                <a:ea typeface="幼圆" pitchFamily="49" charset="-122"/>
                <a:cs typeface="+mn-cs"/>
              </a:rPr>
              <a:t>Adaboost</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，并因此或得理论计算机科学方面的重要奖项</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哥德尔奖。关于</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Boosting</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和</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Bagging</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已有的很多理论研究结果课参阅</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[Zhou,2012]</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第</a:t>
            </a:r>
            <a:r>
              <a:rPr kumimoji="0" lang="en-US" altLang="zh-CN"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2-3</a:t>
            </a:r>
            <a:r>
              <a:rPr kumimoji="0" lang="zh-CN" altLang="en-US" sz="2200" b="0" i="0" u="none" strike="noStrike" kern="1200" cap="none" spc="0" normalizeH="0" baseline="0" noProof="0" dirty="0" smtClean="0">
                <a:ln>
                  <a:noFill/>
                </a:ln>
                <a:solidFill>
                  <a:schemeClr val="tx1"/>
                </a:solidFill>
                <a:effectLst/>
                <a:uLnTx/>
                <a:uFillTx/>
                <a:latin typeface="Verdana" panose="020B0804030504040204" pitchFamily="34" charset="0"/>
                <a:ea typeface="幼圆" pitchFamily="49" charset="-122"/>
                <a:cs typeface="+mn-cs"/>
              </a:rPr>
              <a:t>章。</a:t>
            </a:r>
            <a:endParaRPr kumimoji="0" lang="en-US" altLang="zh-CN" sz="2200" b="0" i="0" u="none" strike="noStrike" kern="1200" cap="none" spc="0" normalizeH="0" baseline="0" noProof="0" dirty="0">
              <a:ln>
                <a:noFill/>
              </a:ln>
              <a:solidFill>
                <a:schemeClr val="tx1"/>
              </a:solidFill>
              <a:effectLst/>
              <a:uLnTx/>
              <a:uFillTx/>
              <a:latin typeface="Verdana" panose="020B0804030504040204" pitchFamily="34" charset="0"/>
              <a:ea typeface="幼圆" pitchFamily="49" charset="-122"/>
              <a:cs typeface="+mn-cs"/>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commondata" val="eyJoZGlkIjoiMjhiNmExMGExOWM0ZDk0MjU3NmI2ZDE0MTFhZDE2OTAifQ=="/>
</p:tagLst>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机器学习v2.1rgb</Template>
  <TotalTime>0</TotalTime>
  <Words>4335</Words>
  <Application>WPS Presentation</Application>
  <PresentationFormat>全屏显示(4:3)</PresentationFormat>
  <Paragraphs>578</Paragraphs>
  <Slides>54</Slides>
  <Notes>39</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0</vt:i4>
      </vt:variant>
      <vt:variant>
        <vt:lpstr>幻灯片标题</vt:lpstr>
      </vt:variant>
      <vt:variant>
        <vt:i4>54</vt:i4>
      </vt:variant>
    </vt:vector>
  </HeadingPairs>
  <TitlesOfParts>
    <vt:vector size="79" baseType="lpstr">
      <vt:lpstr>Arial</vt:lpstr>
      <vt:lpstr>宋体</vt:lpstr>
      <vt:lpstr>Wingdings</vt:lpstr>
      <vt:lpstr>汉仪书宋二KW</vt:lpstr>
      <vt:lpstr>Verdana</vt:lpstr>
      <vt:lpstr>幼圆</vt:lpstr>
      <vt:lpstr>苹方-简</vt:lpstr>
      <vt:lpstr>微软雅黑</vt:lpstr>
      <vt:lpstr>汉仪旗黑</vt:lpstr>
      <vt:lpstr>Calibri</vt:lpstr>
      <vt:lpstr>仿宋</vt:lpstr>
      <vt:lpstr>方正仿宋_GBK</vt:lpstr>
      <vt:lpstr>宋体</vt:lpstr>
      <vt:lpstr>Arial Unicode MS</vt:lpstr>
      <vt:lpstr>Helvetica Neue</vt:lpstr>
      <vt:lpstr>Times</vt:lpstr>
      <vt:lpstr>Times New Roman</vt:lpstr>
      <vt:lpstr>楷体</vt:lpstr>
      <vt:lpstr>Times</vt:lpstr>
      <vt:lpstr>汉仪楷体KW</vt:lpstr>
      <vt:lpstr>幼圆</vt:lpstr>
      <vt:lpstr>BatangChe</vt:lpstr>
      <vt:lpstr>Apple SD Gothic Neo</vt:lpstr>
      <vt:lpstr>DejaVuMathTeXGyre</vt:lpstr>
      <vt:lpstr>机器学习v2.1rgb</vt:lpstr>
      <vt:lpstr>第八章：集成学习</vt:lpstr>
      <vt:lpstr>集成学习</vt:lpstr>
      <vt:lpstr>个体与集成</vt:lpstr>
      <vt:lpstr>个体与集成</vt:lpstr>
      <vt:lpstr>个体与集成 – 简单分析</vt:lpstr>
      <vt:lpstr>个体与集成 – 简单分析</vt:lpstr>
      <vt:lpstr>个体与集成 – 简单分析</vt:lpstr>
      <vt:lpstr>集成学习</vt:lpstr>
      <vt:lpstr>Boosting</vt:lpstr>
      <vt:lpstr>Boosting - Boosting算法</vt:lpstr>
      <vt:lpstr>Boosting – AdaBoost算法</vt:lpstr>
      <vt:lpstr>Boosting – AdaBoost推导</vt:lpstr>
      <vt:lpstr>Boosting – AdaBoost推导</vt:lpstr>
      <vt:lpstr>PowerPoint 演示文稿</vt:lpstr>
      <vt:lpstr>Boosting – AdaBoost推导</vt:lpstr>
      <vt:lpstr>Boosting – AdaBoost推导</vt:lpstr>
      <vt:lpstr>Boosting – AdaBoost推导</vt:lpstr>
      <vt:lpstr>Boosting – AdaBoost推导</vt:lpstr>
      <vt:lpstr>Boosting – AdaBoost推导</vt:lpstr>
      <vt:lpstr>Boosting – AdaBoost推导</vt:lpstr>
      <vt:lpstr>Boosting – AdaBoost注意事项</vt:lpstr>
      <vt:lpstr>Boosting – AdaBoost注意事项</vt:lpstr>
      <vt:lpstr>Boosting – AdaBoost实验</vt:lpstr>
      <vt:lpstr>集成学习</vt:lpstr>
      <vt:lpstr>Bagging与随机森林</vt:lpstr>
      <vt:lpstr>Bagging与随机森林 - Bagging算法</vt:lpstr>
      <vt:lpstr>Bagging与随机森林 - Bagging算法特点</vt:lpstr>
      <vt:lpstr>Bagging与随机森林 - 包外估计</vt:lpstr>
      <vt:lpstr>Bagging与随机森林- Bagging实验</vt:lpstr>
      <vt:lpstr>Bagging与随机森林-随机森林</vt:lpstr>
      <vt:lpstr>Bagging与随机森林 - 随机森林算法</vt:lpstr>
      <vt:lpstr>Bagging与随机森林 - 随机森林实验</vt:lpstr>
      <vt:lpstr>集成学习</vt:lpstr>
      <vt:lpstr>结合策略</vt:lpstr>
      <vt:lpstr>结合策略 – 平均法</vt:lpstr>
      <vt:lpstr>结合策略 – 平均法</vt:lpstr>
      <vt:lpstr>结合策略 – 投票法</vt:lpstr>
      <vt:lpstr>结合策略 – 学习法</vt:lpstr>
      <vt:lpstr>集成学习</vt:lpstr>
      <vt:lpstr>多样性 – 误差-分歧分解</vt:lpstr>
      <vt:lpstr>多样性 – 误差-分歧分解</vt:lpstr>
      <vt:lpstr>多样性 – 误差-分歧分解</vt:lpstr>
      <vt:lpstr>多样性 – 误差-分歧分解</vt:lpstr>
      <vt:lpstr>多样性 – 误差-分歧分解</vt:lpstr>
      <vt:lpstr>多样性 – 多样性度量</vt:lpstr>
      <vt:lpstr>多样性 – 多样性度量</vt:lpstr>
      <vt:lpstr>多样性 – 多样性度量</vt:lpstr>
      <vt:lpstr>多样性 – 多样性度量</vt:lpstr>
      <vt:lpstr>多样性 – 多样性增强</vt:lpstr>
      <vt:lpstr>多样性 – 多样性增强 - 数据样本扰动</vt:lpstr>
      <vt:lpstr>多样性 – 多样性增强 – 输入属性扰动</vt:lpstr>
      <vt:lpstr>多样性 – 多样性增强 – 输出表示扰动</vt:lpstr>
      <vt:lpstr>多样性 – 多样性增强 – 算法参数扰动</vt:lpstr>
      <vt:lpstr>阅读材料</vt:lpstr>
    </vt:vector>
  </TitlesOfParts>
  <Company>LAMDA 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机器学习-第八章</dc:title>
  <dc:creator>Administrator</dc:creator>
  <cp:lastModifiedBy>张冬雨</cp:lastModifiedBy>
  <cp:revision>477</cp:revision>
  <dcterms:created xsi:type="dcterms:W3CDTF">2024-11-18T10:11:48Z</dcterms:created>
  <dcterms:modified xsi:type="dcterms:W3CDTF">2024-11-18T10:11:48Z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10EA2014192AD376EBC435679CC92F3A_43</vt:lpwstr>
  </property>
  <property fmtid="{D5CDD505-2E9C-101B-9397-08002B2CF9AE}" pid="3" name="KSOProductBuildVer">
    <vt:lpwstr>1033-6.9.0.8865</vt:lpwstr>
  </property>
</Properties>
</file>